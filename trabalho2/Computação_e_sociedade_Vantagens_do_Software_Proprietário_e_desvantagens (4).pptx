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6.xml" ContentType="application/vnd.openxmlformats-officedocument.theme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8.xml" ContentType="application/vnd.openxmlformats-officedocument.theme+xml"/>
  <Override PartName="/ppt/slideLayouts/slideLayout101.xml" ContentType="application/vnd.openxmlformats-officedocument.presentationml.slideLayout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  <p:sldMasterId id="2147483811" r:id="rId2"/>
    <p:sldMasterId id="2147483813" r:id="rId3"/>
    <p:sldMasterId id="2147483833" r:id="rId4"/>
    <p:sldMasterId id="2147483835" r:id="rId5"/>
    <p:sldMasterId id="2147483837" r:id="rId6"/>
    <p:sldMasterId id="2147483867" r:id="rId7"/>
    <p:sldMasterId id="2147483869" r:id="rId8"/>
    <p:sldMasterId id="2147483893" r:id="rId9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8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tableStyles" Target="tableStyle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6.xml"/><Relationship Id="rId4" Type="http://schemas.openxmlformats.org/officeDocument/2006/relationships/hyperlink" Target="http://bit.ly/2TtBDfr" TargetMode="Externa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8.xml"/><Relationship Id="rId4" Type="http://schemas.openxmlformats.org/officeDocument/2006/relationships/hyperlink" Target="http://bit.ly/2TtBDfr" TargetMode="Externa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9816379" y="2298191"/>
            <a:ext cx="2375608" cy="4559823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2616510" y="0"/>
            <a:ext cx="3629157" cy="51656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" name="Google Shape;38;p2"/>
          <p:cNvSpPr/>
          <p:nvPr/>
        </p:nvSpPr>
        <p:spPr>
          <a:xfrm>
            <a:off x="1165085" y="0"/>
            <a:ext cx="886196" cy="51656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2"/>
          <p:cNvSpPr/>
          <p:nvPr/>
        </p:nvSpPr>
        <p:spPr>
          <a:xfrm>
            <a:off x="1398846" y="1251488"/>
            <a:ext cx="282797" cy="514368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" name="Google Shape;40;p2"/>
          <p:cNvSpPr/>
          <p:nvPr/>
        </p:nvSpPr>
        <p:spPr>
          <a:xfrm>
            <a:off x="1165084" y="1344994"/>
            <a:ext cx="222987" cy="32735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" name="Google Shape;41;p2"/>
          <p:cNvSpPr/>
          <p:nvPr/>
        </p:nvSpPr>
        <p:spPr>
          <a:xfrm>
            <a:off x="1691323" y="1344994"/>
            <a:ext cx="224083" cy="32735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" name="Google Shape;42;p2"/>
          <p:cNvSpPr/>
          <p:nvPr/>
        </p:nvSpPr>
        <p:spPr>
          <a:xfrm>
            <a:off x="4688027" y="6644796"/>
            <a:ext cx="1405860" cy="21321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" name="Google Shape;43;p2"/>
          <p:cNvSpPr/>
          <p:nvPr/>
        </p:nvSpPr>
        <p:spPr>
          <a:xfrm>
            <a:off x="1547122" y="6644796"/>
            <a:ext cx="2870252" cy="21321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" name="Google Shape;44;p2"/>
          <p:cNvSpPr/>
          <p:nvPr/>
        </p:nvSpPr>
        <p:spPr>
          <a:xfrm>
            <a:off x="2407111" y="5936023"/>
            <a:ext cx="5001231" cy="214221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" name="Google Shape;45;p2"/>
          <p:cNvSpPr/>
          <p:nvPr/>
        </p:nvSpPr>
        <p:spPr>
          <a:xfrm>
            <a:off x="1" y="5936023"/>
            <a:ext cx="1987527" cy="214221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" name="Google Shape;46;p2"/>
          <p:cNvSpPr/>
          <p:nvPr/>
        </p:nvSpPr>
        <p:spPr>
          <a:xfrm>
            <a:off x="794791" y="6290409"/>
            <a:ext cx="4291271" cy="214312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" name="Google Shape;47;p2"/>
          <p:cNvSpPr/>
          <p:nvPr/>
        </p:nvSpPr>
        <p:spPr>
          <a:xfrm>
            <a:off x="0" y="6290409"/>
            <a:ext cx="486061" cy="214312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" name="Google Shape;48;p2"/>
          <p:cNvSpPr/>
          <p:nvPr/>
        </p:nvSpPr>
        <p:spPr>
          <a:xfrm>
            <a:off x="0" y="6644796"/>
            <a:ext cx="1104709" cy="213216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958100" y="1825393"/>
            <a:ext cx="11360800" cy="25472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98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025400" y="4528133"/>
            <a:ext cx="11360800" cy="105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87558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Thanks!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5810367"/>
            <a:ext cx="8845208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" name="Google Shape;53;p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4" name="Google Shape;54;p3"/>
          <p:cNvSpPr/>
          <p:nvPr/>
        </p:nvSpPr>
        <p:spPr>
          <a:xfrm>
            <a:off x="2564934" y="0"/>
            <a:ext cx="9626961" cy="3632187"/>
          </a:xfrm>
          <a:custGeom>
            <a:avLst/>
            <a:gdLst/>
            <a:ahLst/>
            <a:cxnLst/>
            <a:rect l="l" t="t" r="r" b="b"/>
            <a:pathLst>
              <a:path w="52686" h="24170" extrusionOk="0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3935800" y="933667"/>
            <a:ext cx="4320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57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3935800" y="2021167"/>
            <a:ext cx="4320400" cy="16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3346800" y="4409267"/>
            <a:ext cx="5498400" cy="1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 sz="24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9" name="Google Shape;59;p3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0" name="Google Shape;60;p3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1" name="Google Shape;61;p3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" name="Google Shape;62;p3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" name="Google Shape;63;p3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" name="Google Shape;64;p3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65;p3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" name="Google Shape;66;p3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617610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1" y="4358367"/>
            <a:ext cx="890201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" name="Google Shape;69;p4"/>
          <p:cNvSpPr/>
          <p:nvPr/>
        </p:nvSpPr>
        <p:spPr>
          <a:xfrm>
            <a:off x="10613497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" name="Google Shape;70;p4"/>
          <p:cNvSpPr/>
          <p:nvPr/>
        </p:nvSpPr>
        <p:spPr>
          <a:xfrm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" name="Google Shape;71;p4"/>
          <p:cNvSpPr/>
          <p:nvPr/>
        </p:nvSpPr>
        <p:spPr>
          <a:xfrm>
            <a:off x="9564167" y="2786587"/>
            <a:ext cx="2627676" cy="47581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" name="Google Shape;72;p4"/>
          <p:cNvSpPr/>
          <p:nvPr/>
        </p:nvSpPr>
        <p:spPr>
          <a:xfrm>
            <a:off x="1" y="2786587"/>
            <a:ext cx="737292" cy="47581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73;p4"/>
          <p:cNvSpPr/>
          <p:nvPr/>
        </p:nvSpPr>
        <p:spPr>
          <a:xfrm>
            <a:off x="11697660" y="2000608"/>
            <a:ext cx="494157" cy="475811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" name="Google Shape;74;p4"/>
          <p:cNvSpPr/>
          <p:nvPr/>
        </p:nvSpPr>
        <p:spPr>
          <a:xfrm>
            <a:off x="10719631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" name="Google Shape;75;p4"/>
          <p:cNvSpPr/>
          <p:nvPr/>
        </p:nvSpPr>
        <p:spPr>
          <a:xfrm>
            <a:off x="10074602" y="5144350"/>
            <a:ext cx="2117229" cy="47375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" name="Google Shape;76;p4"/>
          <p:cNvSpPr/>
          <p:nvPr/>
        </p:nvSpPr>
        <p:spPr>
          <a:xfrm>
            <a:off x="0" y="5928269"/>
            <a:ext cx="1578320" cy="475811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7" name="Google Shape;77;p4"/>
          <p:cNvSpPr/>
          <p:nvPr/>
        </p:nvSpPr>
        <p:spPr>
          <a:xfrm>
            <a:off x="1" y="5144350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" name="Google Shape;78;p4"/>
          <p:cNvSpPr/>
          <p:nvPr/>
        </p:nvSpPr>
        <p:spPr>
          <a:xfrm>
            <a:off x="3101013" y="5144350"/>
            <a:ext cx="1155663" cy="473753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" name="Google Shape;79;p4"/>
          <p:cNvSpPr/>
          <p:nvPr/>
        </p:nvSpPr>
        <p:spPr>
          <a:xfrm>
            <a:off x="0" y="3572400"/>
            <a:ext cx="198121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0" name="Google Shape;80;p4"/>
          <p:cNvSpPr/>
          <p:nvPr/>
        </p:nvSpPr>
        <p:spPr>
          <a:xfrm>
            <a:off x="1195016" y="4358371"/>
            <a:ext cx="494157" cy="473924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1" name="Google Shape;81;p4"/>
          <p:cNvSpPr/>
          <p:nvPr/>
        </p:nvSpPr>
        <p:spPr>
          <a:xfrm>
            <a:off x="0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2" name="Google Shape;82;p4"/>
          <p:cNvSpPr/>
          <p:nvPr/>
        </p:nvSpPr>
        <p:spPr>
          <a:xfrm>
            <a:off x="479099" y="1216701"/>
            <a:ext cx="1638127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" name="Google Shape;83;p4"/>
          <p:cNvSpPr/>
          <p:nvPr/>
        </p:nvSpPr>
        <p:spPr>
          <a:xfrm>
            <a:off x="7194087" y="430712"/>
            <a:ext cx="2894987" cy="47375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4" name="Google Shape;84;p4"/>
          <p:cNvSpPr/>
          <p:nvPr/>
        </p:nvSpPr>
        <p:spPr>
          <a:xfrm>
            <a:off x="7639195" y="5144350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" name="Google Shape;85;p4"/>
          <p:cNvSpPr/>
          <p:nvPr/>
        </p:nvSpPr>
        <p:spPr>
          <a:xfrm>
            <a:off x="2102763" y="5928268"/>
            <a:ext cx="415836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606400" y="3619500"/>
            <a:ext cx="11233600" cy="597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606400" y="2867800"/>
            <a:ext cx="11233600" cy="65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10666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621004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1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812665" y="2630700"/>
            <a:ext cx="468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Thin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747767" y="1557767"/>
            <a:ext cx="4748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15082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94" name="Google Shape;94;p6"/>
          <p:cNvSpPr txBox="1">
            <a:spLocks noGrp="1"/>
          </p:cNvSpPr>
          <p:nvPr>
            <p:ph type="subTitle" idx="1"/>
          </p:nvPr>
        </p:nvSpPr>
        <p:spPr>
          <a:xfrm>
            <a:off x="3698100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title" idx="2"/>
          </p:nvPr>
        </p:nvSpPr>
        <p:spPr>
          <a:xfrm>
            <a:off x="3528067" y="3364931"/>
            <a:ext cx="3308400" cy="699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96" name="Google Shape;96;p6"/>
          <p:cNvSpPr txBox="1">
            <a:spLocks noGrp="1"/>
          </p:cNvSpPr>
          <p:nvPr>
            <p:ph type="subTitle" idx="3"/>
          </p:nvPr>
        </p:nvSpPr>
        <p:spPr>
          <a:xfrm>
            <a:off x="8093633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97" name="Google Shape;97;p6"/>
          <p:cNvSpPr txBox="1">
            <a:spLocks noGrp="1"/>
          </p:cNvSpPr>
          <p:nvPr>
            <p:ph type="title" idx="4"/>
          </p:nvPr>
        </p:nvSpPr>
        <p:spPr>
          <a:xfrm>
            <a:off x="7923533" y="3364901"/>
            <a:ext cx="3308400" cy="699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 flipH="1">
            <a:off x="1036318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6166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22961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subTitle" idx="1"/>
          </p:nvPr>
        </p:nvSpPr>
        <p:spPr>
          <a:xfrm flipH="1">
            <a:off x="1942300" y="2156133"/>
            <a:ext cx="2614400" cy="1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0" y="3586465"/>
            <a:ext cx="3694528" cy="1378040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" name="Google Shape;105;p8"/>
          <p:cNvSpPr/>
          <p:nvPr/>
        </p:nvSpPr>
        <p:spPr>
          <a:xfrm>
            <a:off x="0" y="1"/>
            <a:ext cx="170421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19659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dea principal">
  <p:cSld name="Idea principal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 flipH="1">
            <a:off x="36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" name="Google Shape;108;p9"/>
          <p:cNvSpPr/>
          <p:nvPr/>
        </p:nvSpPr>
        <p:spPr>
          <a:xfrm flipH="1">
            <a:off x="4" y="1216701"/>
            <a:ext cx="4102093" cy="47373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9" name="Google Shape;109;p9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0" name="Google Shape;110;p9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" name="Google Shape;111;p9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2" name="Google Shape;112;p9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3" name="Google Shape;113;p9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" name="Google Shape;114;p9"/>
          <p:cNvSpPr/>
          <p:nvPr/>
        </p:nvSpPr>
        <p:spPr>
          <a:xfrm flipH="1">
            <a:off x="39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5" name="Google Shape;115;p9"/>
          <p:cNvSpPr/>
          <p:nvPr/>
        </p:nvSpPr>
        <p:spPr>
          <a:xfrm flipH="1">
            <a:off x="1733256" y="4358367"/>
            <a:ext cx="654345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9"/>
          <p:cNvSpPr/>
          <p:nvPr/>
        </p:nvSpPr>
        <p:spPr>
          <a:xfrm flipH="1">
            <a:off x="18" y="5144333"/>
            <a:ext cx="1943081" cy="47376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" name="Google Shape;117;p9"/>
          <p:cNvSpPr/>
          <p:nvPr/>
        </p:nvSpPr>
        <p:spPr>
          <a:xfrm flipH="1">
            <a:off x="9836270" y="5144333"/>
            <a:ext cx="2355605" cy="47376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" name="Google Shape;118;p9"/>
          <p:cNvSpPr/>
          <p:nvPr/>
        </p:nvSpPr>
        <p:spPr>
          <a:xfrm flipH="1">
            <a:off x="9984809" y="3572400"/>
            <a:ext cx="220705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" name="Google Shape;119;p9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9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" name="Google Shape;121;p9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" name="Google Shape;122;p9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3" name="Google Shape;123;p9"/>
          <p:cNvSpPr/>
          <p:nvPr/>
        </p:nvSpPr>
        <p:spPr>
          <a:xfrm flipH="1">
            <a:off x="5194310" y="430700"/>
            <a:ext cx="6426191" cy="473763"/>
          </a:xfrm>
          <a:custGeom>
            <a:avLst/>
            <a:gdLst/>
            <a:ahLst/>
            <a:cxnLst/>
            <a:rect l="l" t="t" r="r" b="b"/>
            <a:pathLst>
              <a:path w="18087" h="2763" extrusionOk="0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" name="Google Shape;124;p9"/>
          <p:cNvSpPr/>
          <p:nvPr/>
        </p:nvSpPr>
        <p:spPr>
          <a:xfrm flipH="1">
            <a:off x="3481658" y="5928268"/>
            <a:ext cx="8710343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5" name="Google Shape;125;p9"/>
          <p:cNvSpPr/>
          <p:nvPr/>
        </p:nvSpPr>
        <p:spPr>
          <a:xfrm>
            <a:off x="2792091" y="1497524"/>
            <a:ext cx="6607452" cy="4016455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6" name="Google Shape;126;p9"/>
          <p:cNvSpPr/>
          <p:nvPr/>
        </p:nvSpPr>
        <p:spPr>
          <a:xfrm>
            <a:off x="5703651" y="2060967"/>
            <a:ext cx="254691" cy="397895"/>
          </a:xfrm>
          <a:custGeom>
            <a:avLst/>
            <a:gdLst/>
            <a:ahLst/>
            <a:cxnLst/>
            <a:rect l="l" t="t" r="r" b="b"/>
            <a:pathLst>
              <a:path w="5846" h="9133" extrusionOk="0">
                <a:moveTo>
                  <a:pt x="4560" y="1"/>
                </a:moveTo>
                <a:lnTo>
                  <a:pt x="0" y="4573"/>
                </a:lnTo>
                <a:lnTo>
                  <a:pt x="4560" y="9133"/>
                </a:lnTo>
                <a:lnTo>
                  <a:pt x="5846" y="7847"/>
                </a:lnTo>
                <a:lnTo>
                  <a:pt x="2572" y="4573"/>
                </a:lnTo>
                <a:lnTo>
                  <a:pt x="5846" y="1287"/>
                </a:lnTo>
                <a:lnTo>
                  <a:pt x="456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7" name="Google Shape;127;p9"/>
          <p:cNvSpPr/>
          <p:nvPr/>
        </p:nvSpPr>
        <p:spPr>
          <a:xfrm>
            <a:off x="6232725" y="2060967"/>
            <a:ext cx="255257" cy="397895"/>
          </a:xfrm>
          <a:custGeom>
            <a:avLst/>
            <a:gdLst/>
            <a:ahLst/>
            <a:cxnLst/>
            <a:rect l="l" t="t" r="r" b="b"/>
            <a:pathLst>
              <a:path w="5859" h="9133" extrusionOk="0">
                <a:moveTo>
                  <a:pt x="1286" y="1"/>
                </a:moveTo>
                <a:lnTo>
                  <a:pt x="0" y="1287"/>
                </a:lnTo>
                <a:lnTo>
                  <a:pt x="3287" y="4573"/>
                </a:lnTo>
                <a:lnTo>
                  <a:pt x="0" y="7847"/>
                </a:lnTo>
                <a:lnTo>
                  <a:pt x="1286" y="9133"/>
                </a:lnTo>
                <a:lnTo>
                  <a:pt x="5858" y="4573"/>
                </a:lnTo>
                <a:lnTo>
                  <a:pt x="128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" name="Google Shape;128;p9"/>
          <p:cNvSpPr/>
          <p:nvPr/>
        </p:nvSpPr>
        <p:spPr>
          <a:xfrm>
            <a:off x="6010708" y="2021540"/>
            <a:ext cx="169648" cy="477273"/>
          </a:xfrm>
          <a:custGeom>
            <a:avLst/>
            <a:gdLst/>
            <a:ahLst/>
            <a:cxnLst/>
            <a:rect l="l" t="t" r="r" b="b"/>
            <a:pathLst>
              <a:path w="3894" h="10955" extrusionOk="0">
                <a:moveTo>
                  <a:pt x="2108" y="1"/>
                </a:moveTo>
                <a:lnTo>
                  <a:pt x="1" y="10597"/>
                </a:lnTo>
                <a:lnTo>
                  <a:pt x="1786" y="10955"/>
                </a:lnTo>
                <a:lnTo>
                  <a:pt x="3894" y="358"/>
                </a:lnTo>
                <a:lnTo>
                  <a:pt x="21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" name="Google Shape;129;p9"/>
          <p:cNvSpPr/>
          <p:nvPr/>
        </p:nvSpPr>
        <p:spPr>
          <a:xfrm flipH="1">
            <a:off x="2197083" y="5144333"/>
            <a:ext cx="2355584" cy="47376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0" name="Google Shape;130;p9"/>
          <p:cNvSpPr/>
          <p:nvPr/>
        </p:nvSpPr>
        <p:spPr>
          <a:xfrm flipH="1">
            <a:off x="8890023" y="4358367"/>
            <a:ext cx="1662511" cy="473933"/>
          </a:xfrm>
          <a:custGeom>
            <a:avLst/>
            <a:gdLst/>
            <a:ahLst/>
            <a:cxnLst/>
            <a:rect l="l" t="t" r="r" b="b"/>
            <a:pathLst>
              <a:path w="18027" h="2764" extrusionOk="0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1" name="Google Shape;131;p9"/>
          <p:cNvSpPr/>
          <p:nvPr/>
        </p:nvSpPr>
        <p:spPr>
          <a:xfrm flipH="1">
            <a:off x="7639223" y="1216701"/>
            <a:ext cx="1314271" cy="47373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 flipH="1">
            <a:off x="3362400" y="3120432"/>
            <a:ext cx="5467200" cy="1078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sz="2133" b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3362400" y="4294967"/>
            <a:ext cx="5467200" cy="53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933" b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8945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>
            <a:spLocks noGrp="1"/>
          </p:cNvSpPr>
          <p:nvPr>
            <p:ph type="subTitle" idx="1"/>
          </p:nvPr>
        </p:nvSpPr>
        <p:spPr>
          <a:xfrm flipH="1">
            <a:off x="6997000" y="2892733"/>
            <a:ext cx="3290000" cy="19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8558701" y="2100267"/>
            <a:ext cx="3633473" cy="321195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" name="Google Shape;138;p10"/>
          <p:cNvSpPr/>
          <p:nvPr/>
        </p:nvSpPr>
        <p:spPr>
          <a:xfrm>
            <a:off x="0" y="6267565"/>
            <a:ext cx="223418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08223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ta al pie">
  <p:cSld name="Nota al pie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10571520" y="2"/>
            <a:ext cx="1620473" cy="536015"/>
          </a:xfrm>
          <a:custGeom>
            <a:avLst/>
            <a:gdLst/>
            <a:ahLst/>
            <a:cxnLst/>
            <a:rect l="l" t="t" r="r" b="b"/>
            <a:pathLst>
              <a:path w="15122" h="5002" extrusionOk="0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" name="Google Shape;141;p11"/>
          <p:cNvSpPr/>
          <p:nvPr/>
        </p:nvSpPr>
        <p:spPr>
          <a:xfrm>
            <a:off x="4682033" y="1044934"/>
            <a:ext cx="7509880" cy="3138489"/>
          </a:xfrm>
          <a:custGeom>
            <a:avLst/>
            <a:gdLst/>
            <a:ahLst/>
            <a:cxnLst/>
            <a:rect l="l" t="t" r="r" b="b"/>
            <a:pathLst>
              <a:path w="70081" h="27529" extrusionOk="0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5016500" y="1349733"/>
            <a:ext cx="6553600" cy="2586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46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7820097" y="4572734"/>
            <a:ext cx="1620456" cy="346220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4" name="Google Shape;144;p11"/>
          <p:cNvSpPr/>
          <p:nvPr/>
        </p:nvSpPr>
        <p:spPr>
          <a:xfrm>
            <a:off x="10691916" y="4572733"/>
            <a:ext cx="1499985" cy="346248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5" name="Google Shape;145;p11"/>
          <p:cNvSpPr/>
          <p:nvPr/>
        </p:nvSpPr>
        <p:spPr>
          <a:xfrm>
            <a:off x="9445099" y="4572734"/>
            <a:ext cx="346303" cy="346220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6" name="Google Shape;146;p11"/>
          <p:cNvSpPr/>
          <p:nvPr/>
        </p:nvSpPr>
        <p:spPr>
          <a:xfrm>
            <a:off x="9995477" y="4572733"/>
            <a:ext cx="346276" cy="346248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5084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5600" y="4409159"/>
            <a:ext cx="11360800" cy="8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ctr" rtl="0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 sz="2133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49" name="Google Shape;149;p12"/>
          <p:cNvSpPr/>
          <p:nvPr/>
        </p:nvSpPr>
        <p:spPr>
          <a:xfrm rot="10800000">
            <a:off x="3669075" y="5657966"/>
            <a:ext cx="8521692" cy="1206501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0" name="Google Shape;150;p12"/>
          <p:cNvSpPr/>
          <p:nvPr/>
        </p:nvSpPr>
        <p:spPr>
          <a:xfrm rot="10800000">
            <a:off x="1815001" y="2001503"/>
            <a:ext cx="10375767" cy="2033464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1" name="Google Shape;151;p12"/>
          <p:cNvSpPr/>
          <p:nvPr/>
        </p:nvSpPr>
        <p:spPr>
          <a:xfrm rot="10800000">
            <a:off x="3" y="1"/>
            <a:ext cx="7721464" cy="674067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2" name="Google Shape;152;p12"/>
          <p:cNvSpPr/>
          <p:nvPr/>
        </p:nvSpPr>
        <p:spPr>
          <a:xfrm rot="10800000">
            <a:off x="28" y="2002495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3" name="Google Shape;153;p12"/>
          <p:cNvSpPr/>
          <p:nvPr/>
        </p:nvSpPr>
        <p:spPr>
          <a:xfrm rot="10800000">
            <a:off x="709977" y="1216699"/>
            <a:ext cx="1407260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4" name="Google Shape;154;p12"/>
          <p:cNvSpPr/>
          <p:nvPr/>
        </p:nvSpPr>
        <p:spPr>
          <a:xfrm rot="10800000"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5" name="Google Shape;155;p12"/>
          <p:cNvSpPr/>
          <p:nvPr/>
        </p:nvSpPr>
        <p:spPr>
          <a:xfrm rot="10800000">
            <a:off x="2419131" y="1216689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6" name="Google Shape;156;p12"/>
          <p:cNvSpPr/>
          <p:nvPr/>
        </p:nvSpPr>
        <p:spPr>
          <a:xfrm rot="10800000">
            <a:off x="6031414" y="430733"/>
            <a:ext cx="279402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7" name="Google Shape;157;p12"/>
          <p:cNvSpPr/>
          <p:nvPr/>
        </p:nvSpPr>
        <p:spPr>
          <a:xfrm rot="10800000">
            <a:off x="9841410" y="4460904"/>
            <a:ext cx="2350591" cy="47376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8" name="Google Shape;158;p12"/>
          <p:cNvSpPr/>
          <p:nvPr/>
        </p:nvSpPr>
        <p:spPr>
          <a:xfrm rot="10800000">
            <a:off x="-6" y="2779900"/>
            <a:ext cx="2380739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9" name="Google Shape;159;p12"/>
          <p:cNvSpPr/>
          <p:nvPr/>
        </p:nvSpPr>
        <p:spPr>
          <a:xfrm rot="10800000">
            <a:off x="875093" y="6384266"/>
            <a:ext cx="3505175" cy="47373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0" name="Google Shape;160;p12"/>
          <p:cNvSpPr txBox="1">
            <a:spLocks noGrp="1"/>
          </p:cNvSpPr>
          <p:nvPr>
            <p:ph type="title" hasCustomPrompt="1"/>
          </p:nvPr>
        </p:nvSpPr>
        <p:spPr>
          <a:xfrm>
            <a:off x="415600" y="2463800"/>
            <a:ext cx="11360800" cy="184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500"/>
              <a:buNone/>
              <a:defRPr sz="16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873222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51880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33" y="3755048"/>
            <a:ext cx="12192061" cy="1264467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avLst/>
              <a:gdLst/>
              <a:ahLst/>
              <a:cxnLst/>
              <a:rect l="l" t="t" r="r" b="b"/>
              <a:pathLst>
                <a:path w="92144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avLst/>
              <a:gdLst/>
              <a:ahLst/>
              <a:cxnLst/>
              <a:rect l="l" t="t" r="r" b="b"/>
              <a:pathLst>
                <a:path w="42304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avLst/>
              <a:gdLst/>
              <a:ahLst/>
              <a:cxnLst/>
              <a:rect l="l" t="t" r="r" b="b"/>
              <a:pathLst>
                <a:path w="3589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avLst/>
              <a:gdLst/>
              <a:ahLst/>
              <a:cxnLst/>
              <a:rect l="l" t="t" r="r" b="b"/>
              <a:pathLst>
                <a:path w="11574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avLst/>
              <a:gdLst/>
              <a:ahLst/>
              <a:cxnLst/>
              <a:rect l="l" t="t" r="r" b="b"/>
              <a:pathLst>
                <a:path w="4358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avLst/>
              <a:gdLst/>
              <a:ahLst/>
              <a:cxnLst/>
              <a:rect l="l" t="t" r="r" b="b"/>
              <a:pathLst>
                <a:path w="11443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avLst/>
              <a:gdLst/>
              <a:ahLst/>
              <a:cxnLst/>
              <a:rect l="l" t="t" r="r" b="b"/>
              <a:pathLst>
                <a:path w="27861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avLst/>
              <a:gdLst/>
              <a:ahLst/>
              <a:cxnLst/>
              <a:rect l="l" t="t" r="r" b="b"/>
              <a:pathLst>
                <a:path w="63485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avLst/>
              <a:gdLst/>
              <a:ahLst/>
              <a:cxnLst/>
              <a:rect l="l" t="t" r="r" b="b"/>
              <a:pathLst>
                <a:path w="41804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avLst/>
              <a:gdLst/>
              <a:ahLst/>
              <a:cxnLst/>
              <a:rect l="l" t="t" r="r" b="b"/>
              <a:pathLst>
                <a:path w="435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avLst/>
              <a:gdLst/>
              <a:ahLst/>
              <a:cxnLst/>
              <a:rect l="l" t="t" r="r" b="b"/>
              <a:pathLst>
                <a:path w="3608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avLst/>
              <a:gdLst/>
              <a:ahLst/>
              <a:cxnLst/>
              <a:rect l="l" t="t" r="r" b="b"/>
              <a:pathLst>
                <a:path w="4371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ctrTitle"/>
          </p:nvPr>
        </p:nvSpPr>
        <p:spPr>
          <a:xfrm flipH="1">
            <a:off x="8473833" y="-190495"/>
            <a:ext cx="19144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1"/>
          </p:nvPr>
        </p:nvSpPr>
        <p:spPr>
          <a:xfrm flipH="1">
            <a:off x="8054167" y="2571533"/>
            <a:ext cx="27552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 idx="2"/>
          </p:nvPr>
        </p:nvSpPr>
        <p:spPr>
          <a:xfrm flipH="1">
            <a:off x="1383467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subTitle" idx="3"/>
          </p:nvPr>
        </p:nvSpPr>
        <p:spPr>
          <a:xfrm flipH="1">
            <a:off x="138266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ctrTitle" idx="4"/>
          </p:nvPr>
        </p:nvSpPr>
        <p:spPr>
          <a:xfrm flipH="1">
            <a:off x="5105408" y="-292095"/>
            <a:ext cx="19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ubTitle" idx="5"/>
          </p:nvPr>
        </p:nvSpPr>
        <p:spPr>
          <a:xfrm flipH="1">
            <a:off x="471928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title" idx="6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ctrTitle" idx="7"/>
          </p:nvPr>
        </p:nvSpPr>
        <p:spPr>
          <a:xfrm flipH="1">
            <a:off x="4718816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 flipH="1">
            <a:off x="8055949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752332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/>
          <p:nvPr/>
        </p:nvSpPr>
        <p:spPr>
          <a:xfrm>
            <a:off x="1" y="2113134"/>
            <a:ext cx="5815892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3" name="Google Shape;193;p15"/>
          <p:cNvSpPr/>
          <p:nvPr/>
        </p:nvSpPr>
        <p:spPr>
          <a:xfrm>
            <a:off x="8101733" y="2113134"/>
            <a:ext cx="1658211" cy="321857"/>
          </a:xfrm>
          <a:custGeom>
            <a:avLst/>
            <a:gdLst/>
            <a:ahLst/>
            <a:cxnLst/>
            <a:rect l="l" t="t" r="r" b="b"/>
            <a:pathLst>
              <a:path w="19503" h="5847" extrusionOk="0">
                <a:moveTo>
                  <a:pt x="0" y="1"/>
                </a:moveTo>
                <a:lnTo>
                  <a:pt x="0" y="5847"/>
                </a:lnTo>
                <a:lnTo>
                  <a:pt x="19503" y="5847"/>
                </a:lnTo>
                <a:lnTo>
                  <a:pt x="1950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4" name="Google Shape;194;p15"/>
          <p:cNvSpPr/>
          <p:nvPr/>
        </p:nvSpPr>
        <p:spPr>
          <a:xfrm>
            <a:off x="2896032" y="4003526"/>
            <a:ext cx="1658208" cy="321215"/>
          </a:xfrm>
          <a:custGeom>
            <a:avLst/>
            <a:gdLst/>
            <a:ahLst/>
            <a:cxnLst/>
            <a:rect l="l" t="t" r="r" b="b"/>
            <a:pathLst>
              <a:path w="30184" h="5847" extrusionOk="0">
                <a:moveTo>
                  <a:pt x="1" y="0"/>
                </a:moveTo>
                <a:lnTo>
                  <a:pt x="1" y="5846"/>
                </a:lnTo>
                <a:lnTo>
                  <a:pt x="30183" y="5846"/>
                </a:lnTo>
                <a:lnTo>
                  <a:pt x="3018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5" name="Google Shape;195;p15"/>
          <p:cNvSpPr/>
          <p:nvPr/>
        </p:nvSpPr>
        <p:spPr>
          <a:xfrm>
            <a:off x="6223000" y="4003533"/>
            <a:ext cx="5969176" cy="321195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6" name="Google Shape;196;p15"/>
          <p:cNvSpPr/>
          <p:nvPr/>
        </p:nvSpPr>
        <p:spPr>
          <a:xfrm>
            <a:off x="6070600" y="2113134"/>
            <a:ext cx="1789955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7" name="Google Shape;197;p15"/>
          <p:cNvSpPr txBox="1">
            <a:spLocks noGrp="1"/>
          </p:cNvSpPr>
          <p:nvPr>
            <p:ph type="ctrTitle"/>
          </p:nvPr>
        </p:nvSpPr>
        <p:spPr>
          <a:xfrm flipH="1">
            <a:off x="2919733" y="2464465"/>
            <a:ext cx="2885200" cy="3212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98" name="Google Shape;198;p15"/>
          <p:cNvSpPr txBox="1">
            <a:spLocks noGrp="1"/>
          </p:cNvSpPr>
          <p:nvPr>
            <p:ph type="subTitle" idx="1"/>
          </p:nvPr>
        </p:nvSpPr>
        <p:spPr>
          <a:xfrm flipH="1">
            <a:off x="2919735" y="2883100"/>
            <a:ext cx="2885200" cy="568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99" name="Google Shape;199;p15"/>
          <p:cNvSpPr txBox="1">
            <a:spLocks noGrp="1"/>
          </p:cNvSpPr>
          <p:nvPr>
            <p:ph type="ctrTitle" idx="2"/>
          </p:nvPr>
        </p:nvSpPr>
        <p:spPr>
          <a:xfrm flipH="1">
            <a:off x="6415567" y="2464535"/>
            <a:ext cx="2885200" cy="3212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00" name="Google Shape;200;p15"/>
          <p:cNvSpPr txBox="1">
            <a:spLocks noGrp="1"/>
          </p:cNvSpPr>
          <p:nvPr>
            <p:ph type="subTitle" idx="3"/>
          </p:nvPr>
        </p:nvSpPr>
        <p:spPr>
          <a:xfrm flipH="1">
            <a:off x="6415567" y="2884708"/>
            <a:ext cx="2885200" cy="568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01" name="Google Shape;201;p15"/>
          <p:cNvSpPr txBox="1">
            <a:spLocks noGrp="1"/>
          </p:cNvSpPr>
          <p:nvPr>
            <p:ph type="ctrTitle" idx="4"/>
          </p:nvPr>
        </p:nvSpPr>
        <p:spPr>
          <a:xfrm flipH="1">
            <a:off x="2919728" y="4137883"/>
            <a:ext cx="28852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02" name="Google Shape;202;p15"/>
          <p:cNvSpPr txBox="1">
            <a:spLocks noGrp="1"/>
          </p:cNvSpPr>
          <p:nvPr>
            <p:ph type="title" idx="5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03" name="Google Shape;203;p15"/>
          <p:cNvSpPr txBox="1">
            <a:spLocks noGrp="1"/>
          </p:cNvSpPr>
          <p:nvPr>
            <p:ph type="ctrTitle" idx="6"/>
          </p:nvPr>
        </p:nvSpPr>
        <p:spPr>
          <a:xfrm flipH="1">
            <a:off x="2919733" y="4344381"/>
            <a:ext cx="2885200" cy="3212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04" name="Google Shape;204;p15"/>
          <p:cNvSpPr txBox="1">
            <a:spLocks noGrp="1"/>
          </p:cNvSpPr>
          <p:nvPr>
            <p:ph type="subTitle" idx="7"/>
          </p:nvPr>
        </p:nvSpPr>
        <p:spPr>
          <a:xfrm flipH="1">
            <a:off x="2919735" y="4763016"/>
            <a:ext cx="2885200" cy="568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05" name="Google Shape;205;p15"/>
          <p:cNvSpPr txBox="1">
            <a:spLocks noGrp="1"/>
          </p:cNvSpPr>
          <p:nvPr>
            <p:ph type="ctrTitle" idx="8"/>
          </p:nvPr>
        </p:nvSpPr>
        <p:spPr>
          <a:xfrm flipH="1">
            <a:off x="6415567" y="4344451"/>
            <a:ext cx="2885200" cy="3212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4667" b="1">
                <a:solidFill>
                  <a:srgbClr val="434343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06" name="Google Shape;206;p15"/>
          <p:cNvSpPr txBox="1">
            <a:spLocks noGrp="1"/>
          </p:cNvSpPr>
          <p:nvPr>
            <p:ph type="subTitle" idx="9"/>
          </p:nvPr>
        </p:nvSpPr>
        <p:spPr>
          <a:xfrm flipH="1">
            <a:off x="6415567" y="4764624"/>
            <a:ext cx="2885200" cy="568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933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22579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 + Four Columns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>
            <a:spLocks noGrp="1"/>
          </p:cNvSpPr>
          <p:nvPr>
            <p:ph type="ctrTitle"/>
          </p:nvPr>
        </p:nvSpPr>
        <p:spPr>
          <a:xfrm flipH="1">
            <a:off x="3021344" y="2367133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ctrTitle" idx="2"/>
          </p:nvPr>
        </p:nvSpPr>
        <p:spPr>
          <a:xfrm flipH="1">
            <a:off x="6285584" y="2367236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subTitle" idx="1"/>
          </p:nvPr>
        </p:nvSpPr>
        <p:spPr>
          <a:xfrm flipH="1">
            <a:off x="6285567" y="2944265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ctrTitle" idx="3"/>
          </p:nvPr>
        </p:nvSpPr>
        <p:spPr>
          <a:xfrm flipH="1">
            <a:off x="3021335" y="4207567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subTitle" idx="4"/>
          </p:nvPr>
        </p:nvSpPr>
        <p:spPr>
          <a:xfrm flipH="1">
            <a:off x="3021333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ctrTitle" idx="5"/>
          </p:nvPr>
        </p:nvSpPr>
        <p:spPr>
          <a:xfrm flipH="1">
            <a:off x="6285600" y="4207672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subTitle" idx="6"/>
          </p:nvPr>
        </p:nvSpPr>
        <p:spPr>
          <a:xfrm flipH="1">
            <a:off x="6285567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title" idx="7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8"/>
          </p:nvPr>
        </p:nvSpPr>
        <p:spPr>
          <a:xfrm flipH="1">
            <a:off x="3021344" y="294426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093488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 + text 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8267834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9" name="Google Shape;219;p17"/>
          <p:cNvSpPr txBox="1">
            <a:spLocks noGrp="1"/>
          </p:cNvSpPr>
          <p:nvPr>
            <p:ph type="body" idx="1"/>
          </p:nvPr>
        </p:nvSpPr>
        <p:spPr>
          <a:xfrm>
            <a:off x="7251600" y="2630700"/>
            <a:ext cx="4165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Thin"/>
              <a:buChar char="●"/>
              <a:defRPr sz="2133"/>
            </a:lvl1pPr>
            <a:lvl2pPr marL="1219170" lvl="1" indent="-440256" algn="r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algn="r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20" name="Google Shape;220;p17"/>
          <p:cNvSpPr txBox="1">
            <a:spLocks noGrp="1"/>
          </p:cNvSpPr>
          <p:nvPr>
            <p:ph type="title"/>
          </p:nvPr>
        </p:nvSpPr>
        <p:spPr>
          <a:xfrm>
            <a:off x="7251700" y="1557767"/>
            <a:ext cx="41656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11091040" y="6691029"/>
            <a:ext cx="1100968" cy="16697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2" name="Google Shape;222;p17"/>
          <p:cNvSpPr/>
          <p:nvPr/>
        </p:nvSpPr>
        <p:spPr>
          <a:xfrm>
            <a:off x="8631272" y="6691029"/>
            <a:ext cx="2247773" cy="16697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3" name="Google Shape;223;p17"/>
          <p:cNvSpPr/>
          <p:nvPr/>
        </p:nvSpPr>
        <p:spPr>
          <a:xfrm>
            <a:off x="8042093" y="6413504"/>
            <a:ext cx="3360612" cy="167833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4" name="Google Shape;224;p17"/>
          <p:cNvSpPr/>
          <p:nvPr/>
        </p:nvSpPr>
        <p:spPr>
          <a:xfrm>
            <a:off x="7419659" y="6413504"/>
            <a:ext cx="380648" cy="167833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539038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Title + text 2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7" name="Google Shape;227;p18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8" name="Google Shape;228;p18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9" name="Google Shape;229;p18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0" name="Google Shape;230;p18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1" name="Google Shape;231;p18"/>
          <p:cNvSpPr/>
          <p:nvPr/>
        </p:nvSpPr>
        <p:spPr>
          <a:xfrm flipH="1">
            <a:off x="1733311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2" name="Google Shape;232;p18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3" name="Google Shape;233;p18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4" name="Google Shape;234;p18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5" name="Google Shape;235;p18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6" name="Google Shape;236;p18"/>
          <p:cNvSpPr/>
          <p:nvPr/>
        </p:nvSpPr>
        <p:spPr>
          <a:xfrm>
            <a:off x="2792101" y="1497533"/>
            <a:ext cx="6607452" cy="5360600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617755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Title + text 3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2423633" y="0"/>
            <a:ext cx="9768400" cy="52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6106033" y="3184267"/>
            <a:ext cx="524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31789" rtl="0">
              <a:spcBef>
                <a:spcPts val="2133"/>
              </a:spcBef>
              <a:spcAft>
                <a:spcPts val="0"/>
              </a:spcAft>
              <a:buSzPts val="1500"/>
              <a:buChar char="■"/>
              <a:defRPr/>
            </a:lvl3pPr>
            <a:lvl4pPr marL="2438339" lvl="3" indent="-431789" rtl="0">
              <a:spcBef>
                <a:spcPts val="2133"/>
              </a:spcBef>
              <a:spcAft>
                <a:spcPts val="0"/>
              </a:spcAft>
              <a:buSzPts val="15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14856" rtl="0">
              <a:spcBef>
                <a:spcPts val="2133"/>
              </a:spcBef>
              <a:spcAft>
                <a:spcPts val="0"/>
              </a:spcAft>
              <a:buSzPts val="1300"/>
              <a:buChar char="●"/>
              <a:defRPr/>
            </a:lvl7pPr>
            <a:lvl8pPr marL="4876678" lvl="7" indent="-414856" rtl="0">
              <a:spcBef>
                <a:spcPts val="2133"/>
              </a:spcBef>
              <a:spcAft>
                <a:spcPts val="0"/>
              </a:spcAft>
              <a:buSzPts val="13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41" name="Google Shape;241;p19"/>
          <p:cNvSpPr txBox="1">
            <a:spLocks noGrp="1"/>
          </p:cNvSpPr>
          <p:nvPr>
            <p:ph type="title"/>
          </p:nvPr>
        </p:nvSpPr>
        <p:spPr>
          <a:xfrm>
            <a:off x="6106041" y="2286400"/>
            <a:ext cx="5284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1" y="2875516"/>
            <a:ext cx="2810529" cy="171685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3" name="Google Shape;243;p19"/>
          <p:cNvSpPr/>
          <p:nvPr/>
        </p:nvSpPr>
        <p:spPr>
          <a:xfrm>
            <a:off x="2810627" y="2875516"/>
            <a:ext cx="1487384" cy="171685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4" name="Google Shape;244;p19"/>
          <p:cNvSpPr/>
          <p:nvPr/>
        </p:nvSpPr>
        <p:spPr>
          <a:xfrm>
            <a:off x="574523" y="3159808"/>
            <a:ext cx="2193368" cy="171685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5" name="Google Shape;245;p19"/>
          <p:cNvSpPr/>
          <p:nvPr/>
        </p:nvSpPr>
        <p:spPr>
          <a:xfrm>
            <a:off x="2130436" y="3159808"/>
            <a:ext cx="637521" cy="171685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6" name="Google Shape;246;p19"/>
          <p:cNvSpPr/>
          <p:nvPr/>
        </p:nvSpPr>
        <p:spPr>
          <a:xfrm>
            <a:off x="3554339" y="3159808"/>
            <a:ext cx="743703" cy="171685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7" name="Google Shape;247;p19"/>
          <p:cNvSpPr/>
          <p:nvPr/>
        </p:nvSpPr>
        <p:spPr>
          <a:xfrm>
            <a:off x="0" y="4296951"/>
            <a:ext cx="1963667" cy="171189"/>
          </a:xfrm>
          <a:custGeom>
            <a:avLst/>
            <a:gdLst/>
            <a:ahLst/>
            <a:cxnLst/>
            <a:rect l="l" t="t" r="r" b="b"/>
            <a:pathLst>
              <a:path w="94909" h="8274" extrusionOk="0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8" name="Google Shape;248;p19"/>
          <p:cNvSpPr/>
          <p:nvPr/>
        </p:nvSpPr>
        <p:spPr>
          <a:xfrm>
            <a:off x="2936158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9" name="Google Shape;249;p19"/>
          <p:cNvSpPr/>
          <p:nvPr/>
        </p:nvSpPr>
        <p:spPr>
          <a:xfrm>
            <a:off x="3209029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0" name="Google Shape;250;p19"/>
          <p:cNvSpPr/>
          <p:nvPr/>
        </p:nvSpPr>
        <p:spPr>
          <a:xfrm>
            <a:off x="2748119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1" name="Google Shape;251;p19"/>
          <p:cNvSpPr/>
          <p:nvPr/>
        </p:nvSpPr>
        <p:spPr>
          <a:xfrm>
            <a:off x="2475248" y="3728390"/>
            <a:ext cx="171168" cy="171665"/>
          </a:xfrm>
          <a:custGeom>
            <a:avLst/>
            <a:gdLst/>
            <a:ahLst/>
            <a:cxnLst/>
            <a:rect l="l" t="t" r="r" b="b"/>
            <a:pathLst>
              <a:path w="8273" h="8297" extrusionOk="0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2" name="Google Shape;252;p19"/>
          <p:cNvSpPr/>
          <p:nvPr/>
        </p:nvSpPr>
        <p:spPr>
          <a:xfrm>
            <a:off x="855340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3" name="Google Shape;253;p19"/>
          <p:cNvSpPr/>
          <p:nvPr/>
        </p:nvSpPr>
        <p:spPr>
          <a:xfrm>
            <a:off x="4126401" y="3444099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4" name="Google Shape;254;p19"/>
          <p:cNvSpPr/>
          <p:nvPr/>
        </p:nvSpPr>
        <p:spPr>
          <a:xfrm>
            <a:off x="255512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5" name="Google Shape;255;p19"/>
          <p:cNvSpPr/>
          <p:nvPr/>
        </p:nvSpPr>
        <p:spPr>
          <a:xfrm>
            <a:off x="1786098" y="4012185"/>
            <a:ext cx="2192871" cy="171665"/>
          </a:xfrm>
          <a:custGeom>
            <a:avLst/>
            <a:gdLst/>
            <a:ahLst/>
            <a:cxnLst/>
            <a:rect l="l" t="t" r="r" b="b"/>
            <a:pathLst>
              <a:path w="105987" h="8297" extrusionOk="0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6" name="Google Shape;256;p19"/>
          <p:cNvSpPr/>
          <p:nvPr/>
        </p:nvSpPr>
        <p:spPr>
          <a:xfrm>
            <a:off x="1786098" y="4012185"/>
            <a:ext cx="637541" cy="171665"/>
          </a:xfrm>
          <a:custGeom>
            <a:avLst/>
            <a:gdLst/>
            <a:ahLst/>
            <a:cxnLst/>
            <a:rect l="l" t="t" r="r" b="b"/>
            <a:pathLst>
              <a:path w="30814" h="8297" extrusionOk="0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7" name="Google Shape;257;p19"/>
          <p:cNvSpPr/>
          <p:nvPr/>
        </p:nvSpPr>
        <p:spPr>
          <a:xfrm>
            <a:off x="1" y="4012680"/>
            <a:ext cx="999700" cy="171168"/>
          </a:xfrm>
          <a:custGeom>
            <a:avLst/>
            <a:gdLst/>
            <a:ahLst/>
            <a:cxnLst/>
            <a:rect l="l" t="t" r="r" b="b"/>
            <a:pathLst>
              <a:path w="48318" h="8273" extrusionOk="0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8" name="Google Shape;258;p19"/>
          <p:cNvSpPr/>
          <p:nvPr/>
        </p:nvSpPr>
        <p:spPr>
          <a:xfrm>
            <a:off x="1446249" y="4012185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9" name="Google Shape;259;p19"/>
          <p:cNvSpPr/>
          <p:nvPr/>
        </p:nvSpPr>
        <p:spPr>
          <a:xfrm>
            <a:off x="1172884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0" name="Google Shape;260;p19"/>
          <p:cNvSpPr/>
          <p:nvPr/>
        </p:nvSpPr>
        <p:spPr>
          <a:xfrm>
            <a:off x="711973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1" name="Google Shape;261;p19"/>
          <p:cNvSpPr/>
          <p:nvPr/>
        </p:nvSpPr>
        <p:spPr>
          <a:xfrm>
            <a:off x="451497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2" name="Google Shape;262;p19"/>
          <p:cNvSpPr/>
          <p:nvPr/>
        </p:nvSpPr>
        <p:spPr>
          <a:xfrm>
            <a:off x="190522" y="4580744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3" name="Google Shape;263;p19"/>
          <p:cNvSpPr/>
          <p:nvPr/>
        </p:nvSpPr>
        <p:spPr>
          <a:xfrm>
            <a:off x="4126401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4" name="Google Shape;264;p19"/>
          <p:cNvSpPr/>
          <p:nvPr/>
        </p:nvSpPr>
        <p:spPr>
          <a:xfrm>
            <a:off x="2235109" y="3444099"/>
            <a:ext cx="1753312" cy="171685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5" name="Google Shape;265;p19"/>
          <p:cNvSpPr/>
          <p:nvPr/>
        </p:nvSpPr>
        <p:spPr>
          <a:xfrm>
            <a:off x="3022977" y="3728390"/>
            <a:ext cx="1275041" cy="171665"/>
          </a:xfrm>
          <a:custGeom>
            <a:avLst/>
            <a:gdLst/>
            <a:ahLst/>
            <a:cxnLst/>
            <a:rect l="l" t="t" r="r" b="b"/>
            <a:pathLst>
              <a:path w="61626" h="8297" extrusionOk="0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6" name="Google Shape;266;p19"/>
          <p:cNvSpPr/>
          <p:nvPr/>
        </p:nvSpPr>
        <p:spPr>
          <a:xfrm>
            <a:off x="855340" y="3728390"/>
            <a:ext cx="1195179" cy="171665"/>
          </a:xfrm>
          <a:custGeom>
            <a:avLst/>
            <a:gdLst/>
            <a:ahLst/>
            <a:cxnLst/>
            <a:rect l="l" t="t" r="r" b="b"/>
            <a:pathLst>
              <a:path w="57766" h="8297" extrusionOk="0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7" name="Google Shape;267;p19"/>
          <p:cNvSpPr/>
          <p:nvPr/>
        </p:nvSpPr>
        <p:spPr>
          <a:xfrm>
            <a:off x="1" y="3728390"/>
            <a:ext cx="599327" cy="171665"/>
          </a:xfrm>
          <a:custGeom>
            <a:avLst/>
            <a:gdLst/>
            <a:ahLst/>
            <a:cxnLst/>
            <a:rect l="l" t="t" r="r" b="b"/>
            <a:pathLst>
              <a:path w="28967" h="8297" extrusionOk="0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8" name="Google Shape;268;p19"/>
          <p:cNvSpPr/>
          <p:nvPr/>
        </p:nvSpPr>
        <p:spPr>
          <a:xfrm>
            <a:off x="2235110" y="4296454"/>
            <a:ext cx="2062876" cy="171685"/>
          </a:xfrm>
          <a:custGeom>
            <a:avLst/>
            <a:gdLst/>
            <a:ahLst/>
            <a:cxnLst/>
            <a:rect l="l" t="t" r="r" b="b"/>
            <a:pathLst>
              <a:path w="99704" h="8298" extrusionOk="0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9" name="Google Shape;269;p19"/>
          <p:cNvSpPr/>
          <p:nvPr/>
        </p:nvSpPr>
        <p:spPr>
          <a:xfrm>
            <a:off x="3363342" y="4580744"/>
            <a:ext cx="934692" cy="171685"/>
          </a:xfrm>
          <a:custGeom>
            <a:avLst/>
            <a:gdLst/>
            <a:ahLst/>
            <a:cxnLst/>
            <a:rect l="l" t="t" r="r" b="b"/>
            <a:pathLst>
              <a:path w="45176" h="8298" extrusionOk="0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0" name="Google Shape;270;p19"/>
          <p:cNvSpPr/>
          <p:nvPr/>
        </p:nvSpPr>
        <p:spPr>
          <a:xfrm>
            <a:off x="1" y="3444099"/>
            <a:ext cx="1703697" cy="171685"/>
          </a:xfrm>
          <a:custGeom>
            <a:avLst/>
            <a:gdLst/>
            <a:ahLst/>
            <a:cxnLst/>
            <a:rect l="l" t="t" r="r" b="b"/>
            <a:pathLst>
              <a:path w="82344" h="8298" extrusionOk="0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1" name="Google Shape;271;p19"/>
          <p:cNvSpPr/>
          <p:nvPr/>
        </p:nvSpPr>
        <p:spPr>
          <a:xfrm>
            <a:off x="1083085" y="4580744"/>
            <a:ext cx="2083711" cy="171685"/>
          </a:xfrm>
          <a:custGeom>
            <a:avLst/>
            <a:gdLst/>
            <a:ahLst/>
            <a:cxnLst/>
            <a:rect l="l" t="t" r="r" b="b"/>
            <a:pathLst>
              <a:path w="100711" h="8298" extrusionOk="0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2" name="Google Shape;272;p19"/>
          <p:cNvSpPr/>
          <p:nvPr/>
        </p:nvSpPr>
        <p:spPr>
          <a:xfrm>
            <a:off x="4298051" y="1965601"/>
            <a:ext cx="1448693" cy="3696620"/>
          </a:xfrm>
          <a:custGeom>
            <a:avLst/>
            <a:gdLst/>
            <a:ahLst/>
            <a:cxnLst/>
            <a:rect l="l" t="t" r="r" b="b"/>
            <a:pathLst>
              <a:path w="70019" h="178667" extrusionOk="0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3" name="Google Shape;273;p19"/>
          <p:cNvSpPr/>
          <p:nvPr/>
        </p:nvSpPr>
        <p:spPr>
          <a:xfrm>
            <a:off x="-16" y="5929200"/>
            <a:ext cx="1448800" cy="92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2155742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/>
          <p:nvPr/>
        </p:nvSpPr>
        <p:spPr>
          <a:xfrm>
            <a:off x="7261133" y="1813300"/>
            <a:ext cx="4929664" cy="1611435"/>
          </a:xfrm>
          <a:custGeom>
            <a:avLst/>
            <a:gdLst/>
            <a:ahLst/>
            <a:cxnLst/>
            <a:rect l="l" t="t" r="r" b="b"/>
            <a:pathLst>
              <a:path w="115539" h="37768" extrusionOk="0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6" name="Google Shape;276;p20"/>
          <p:cNvSpPr/>
          <p:nvPr/>
        </p:nvSpPr>
        <p:spPr>
          <a:xfrm>
            <a:off x="-1199" y="3424700"/>
            <a:ext cx="4929664" cy="1611392"/>
          </a:xfrm>
          <a:custGeom>
            <a:avLst/>
            <a:gdLst/>
            <a:ahLst/>
            <a:cxnLst/>
            <a:rect l="l" t="t" r="r" b="b"/>
            <a:pathLst>
              <a:path w="115539" h="37767" extrusionOk="0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7" name="Google Shape;277;p20"/>
          <p:cNvSpPr/>
          <p:nvPr/>
        </p:nvSpPr>
        <p:spPr>
          <a:xfrm>
            <a:off x="-1207" y="-4289"/>
            <a:ext cx="4929664" cy="476032"/>
          </a:xfrm>
          <a:custGeom>
            <a:avLst/>
            <a:gdLst/>
            <a:ahLst/>
            <a:cxnLst/>
            <a:rect l="l" t="t" r="r" b="b"/>
            <a:pathLst>
              <a:path w="115539" h="11157" extrusionOk="0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8" name="Google Shape;278;p20"/>
          <p:cNvSpPr/>
          <p:nvPr/>
        </p:nvSpPr>
        <p:spPr>
          <a:xfrm>
            <a:off x="-1207" y="4779497"/>
            <a:ext cx="556288" cy="513152"/>
          </a:xfrm>
          <a:custGeom>
            <a:avLst/>
            <a:gdLst/>
            <a:ahLst/>
            <a:cxnLst/>
            <a:rect l="l" t="t" r="r" b="b"/>
            <a:pathLst>
              <a:path w="13038" h="12027" extrusionOk="0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9" name="Google Shape;279;p20"/>
          <p:cNvSpPr/>
          <p:nvPr/>
        </p:nvSpPr>
        <p:spPr>
          <a:xfrm>
            <a:off x="10690121" y="1548138"/>
            <a:ext cx="1500672" cy="513109"/>
          </a:xfrm>
          <a:custGeom>
            <a:avLst/>
            <a:gdLst/>
            <a:ahLst/>
            <a:cxnLst/>
            <a:rect l="l" t="t" r="r" b="b"/>
            <a:pathLst>
              <a:path w="35172" h="12026" extrusionOk="0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0" name="Google Shape;280;p20"/>
          <p:cNvSpPr txBox="1">
            <a:spLocks noGrp="1"/>
          </p:cNvSpPr>
          <p:nvPr>
            <p:ph type="subTitle" idx="1"/>
          </p:nvPr>
        </p:nvSpPr>
        <p:spPr>
          <a:xfrm>
            <a:off x="7502233" y="2588568"/>
            <a:ext cx="3188800" cy="621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2"/>
          </p:nvPr>
        </p:nvSpPr>
        <p:spPr>
          <a:xfrm>
            <a:off x="1505733" y="4201468"/>
            <a:ext cx="3188800" cy="62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1500133" y="3725367"/>
            <a:ext cx="3194400" cy="351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83" name="Google Shape;283;p20"/>
          <p:cNvSpPr txBox="1">
            <a:spLocks noGrp="1"/>
          </p:cNvSpPr>
          <p:nvPr>
            <p:ph type="title" idx="3"/>
          </p:nvPr>
        </p:nvSpPr>
        <p:spPr>
          <a:xfrm>
            <a:off x="7502233" y="2110067"/>
            <a:ext cx="3194400" cy="35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76322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">
  <p:cSld name="Contents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1"/>
          <p:cNvSpPr txBox="1">
            <a:spLocks noGrp="1"/>
          </p:cNvSpPr>
          <p:nvPr>
            <p:ph type="subTitle" idx="1"/>
          </p:nvPr>
        </p:nvSpPr>
        <p:spPr>
          <a:xfrm flipH="1">
            <a:off x="960000" y="1509833"/>
            <a:ext cx="10272000" cy="43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AutoNum type="arabicPeriod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86" name="Google Shape;286;p21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683272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>
            <a:spLocks noGrp="1"/>
          </p:cNvSpPr>
          <p:nvPr>
            <p:ph type="subTitle" idx="1"/>
          </p:nvPr>
        </p:nvSpPr>
        <p:spPr>
          <a:xfrm>
            <a:off x="8555632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/>
          </p:nvPr>
        </p:nvSpPr>
        <p:spPr>
          <a:xfrm>
            <a:off x="8514465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subTitle" idx="2"/>
          </p:nvPr>
        </p:nvSpPr>
        <p:spPr>
          <a:xfrm>
            <a:off x="1113633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91" name="Google Shape;291;p22"/>
          <p:cNvSpPr txBox="1">
            <a:spLocks noGrp="1"/>
          </p:cNvSpPr>
          <p:nvPr>
            <p:ph type="title" idx="3"/>
          </p:nvPr>
        </p:nvSpPr>
        <p:spPr>
          <a:xfrm>
            <a:off x="1072467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subTitle" idx="4"/>
          </p:nvPr>
        </p:nvSpPr>
        <p:spPr>
          <a:xfrm>
            <a:off x="4832200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93" name="Google Shape;293;p22"/>
          <p:cNvSpPr txBox="1">
            <a:spLocks noGrp="1"/>
          </p:cNvSpPr>
          <p:nvPr>
            <p:ph type="title" idx="5"/>
          </p:nvPr>
        </p:nvSpPr>
        <p:spPr>
          <a:xfrm>
            <a:off x="4790995" y="2337767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subTitle" idx="6"/>
          </p:nvPr>
        </p:nvSpPr>
        <p:spPr>
          <a:xfrm>
            <a:off x="8555632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95" name="Google Shape;295;p22"/>
          <p:cNvSpPr txBox="1">
            <a:spLocks noGrp="1"/>
          </p:cNvSpPr>
          <p:nvPr>
            <p:ph type="title" idx="7"/>
          </p:nvPr>
        </p:nvSpPr>
        <p:spPr>
          <a:xfrm>
            <a:off x="8514432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96" name="Google Shape;296;p22"/>
          <p:cNvSpPr txBox="1">
            <a:spLocks noGrp="1"/>
          </p:cNvSpPr>
          <p:nvPr>
            <p:ph type="subTitle" idx="8"/>
          </p:nvPr>
        </p:nvSpPr>
        <p:spPr>
          <a:xfrm>
            <a:off x="1113633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97" name="Google Shape;297;p22"/>
          <p:cNvSpPr txBox="1">
            <a:spLocks noGrp="1"/>
          </p:cNvSpPr>
          <p:nvPr>
            <p:ph type="title" idx="9"/>
          </p:nvPr>
        </p:nvSpPr>
        <p:spPr>
          <a:xfrm>
            <a:off x="1072433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98" name="Google Shape;298;p22"/>
          <p:cNvSpPr txBox="1">
            <a:spLocks noGrp="1"/>
          </p:cNvSpPr>
          <p:nvPr>
            <p:ph type="subTitle" idx="13"/>
          </p:nvPr>
        </p:nvSpPr>
        <p:spPr>
          <a:xfrm>
            <a:off x="4832200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99" name="Google Shape;299;p22"/>
          <p:cNvSpPr txBox="1">
            <a:spLocks noGrp="1"/>
          </p:cNvSpPr>
          <p:nvPr>
            <p:ph type="title" idx="14"/>
          </p:nvPr>
        </p:nvSpPr>
        <p:spPr>
          <a:xfrm>
            <a:off x="4790995" y="4395500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title" idx="15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301" name="Google Shape;301;p22"/>
          <p:cNvSpPr/>
          <p:nvPr/>
        </p:nvSpPr>
        <p:spPr>
          <a:xfrm flipH="1">
            <a:off x="-53" y="2603052"/>
            <a:ext cx="10386937" cy="175829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2" name="Google Shape;302;p22"/>
          <p:cNvSpPr/>
          <p:nvPr/>
        </p:nvSpPr>
        <p:spPr>
          <a:xfrm flipH="1">
            <a:off x="1244527" y="4660801"/>
            <a:ext cx="10947452" cy="175801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803265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Percentages">
  <p:cSld name="Title + Percentage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title" idx="2" hasCustomPrompt="1"/>
          </p:nvPr>
        </p:nvSpPr>
        <p:spPr>
          <a:xfrm>
            <a:off x="2935748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3"/>
          <p:cNvSpPr txBox="1">
            <a:spLocks noGrp="1"/>
          </p:cNvSpPr>
          <p:nvPr>
            <p:ph type="title" idx="3" hasCustomPrompt="1"/>
          </p:nvPr>
        </p:nvSpPr>
        <p:spPr>
          <a:xfrm>
            <a:off x="7109984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7" name="Google Shape;307;p23"/>
          <p:cNvSpPr/>
          <p:nvPr/>
        </p:nvSpPr>
        <p:spPr>
          <a:xfrm flipH="1">
            <a:off x="-1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8" name="Google Shape;308;p2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9" name="Google Shape;309;p23"/>
          <p:cNvSpPr/>
          <p:nvPr/>
        </p:nvSpPr>
        <p:spPr>
          <a:xfrm flipH="1">
            <a:off x="9804389" y="6381724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171369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Small numbers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subTitle" idx="1"/>
          </p:nvPr>
        </p:nvSpPr>
        <p:spPr>
          <a:xfrm>
            <a:off x="4564800" y="1964000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title" hasCustomPrompt="1"/>
          </p:nvPr>
        </p:nvSpPr>
        <p:spPr>
          <a:xfrm>
            <a:off x="4565000" y="1246267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4"/>
          <p:cNvSpPr txBox="1">
            <a:spLocks noGrp="1"/>
          </p:cNvSpPr>
          <p:nvPr>
            <p:ph type="subTitle" idx="2"/>
          </p:nvPr>
        </p:nvSpPr>
        <p:spPr>
          <a:xfrm>
            <a:off x="4564800" y="3584684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title" idx="3" hasCustomPrompt="1"/>
          </p:nvPr>
        </p:nvSpPr>
        <p:spPr>
          <a:xfrm>
            <a:off x="4565000" y="2866936"/>
            <a:ext cx="3062000" cy="609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4"/>
          <p:cNvSpPr txBox="1">
            <a:spLocks noGrp="1"/>
          </p:cNvSpPr>
          <p:nvPr>
            <p:ph type="subTitle" idx="4"/>
          </p:nvPr>
        </p:nvSpPr>
        <p:spPr>
          <a:xfrm>
            <a:off x="4565000" y="5205367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5" hasCustomPrompt="1"/>
          </p:nvPr>
        </p:nvSpPr>
        <p:spPr>
          <a:xfrm>
            <a:off x="4565000" y="4487604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7" name="Google Shape;317;p24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8" name="Google Shape;318;p24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9" name="Google Shape;319;p24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0" name="Google Shape;320;p24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1" name="Google Shape;321;p24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2" name="Google Shape;322;p24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3" name="Google Shape;323;p24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4" name="Google Shape;324;p24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5" name="Google Shape;325;p24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347333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A0FFD-B8F4-4939-BF04-A2887998725F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6961F84-2839-46FE-AFB2-CBB7C518F8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34590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A0FFD-B8F4-4939-BF04-A2887998725F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6961F84-2839-46FE-AFB2-CBB7C518F8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07565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61351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OPENING TITLE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983167" y="4893367"/>
            <a:ext cx="4172800" cy="8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000"/>
              <a:buFont typeface="Roboto Black"/>
              <a:buNone/>
              <a:defRPr sz="40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4800">
                <a:solidFill>
                  <a:srgbClr val="48FFD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4800">
                <a:solidFill>
                  <a:srgbClr val="48FFD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4800">
                <a:solidFill>
                  <a:srgbClr val="48FFD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4800">
                <a:solidFill>
                  <a:srgbClr val="48FFD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4800">
                <a:solidFill>
                  <a:srgbClr val="48FFD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4800">
                <a:solidFill>
                  <a:srgbClr val="48FFD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4800">
                <a:solidFill>
                  <a:srgbClr val="48FFD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4800">
                <a:solidFill>
                  <a:srgbClr val="48FFD5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983167" y="5574867"/>
            <a:ext cx="4172800" cy="8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600">
                <a:solidFill>
                  <a:srgbClr val="FFFFFF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600">
                <a:solidFill>
                  <a:srgbClr val="48FFD5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600">
                <a:solidFill>
                  <a:srgbClr val="48FFD5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600">
                <a:solidFill>
                  <a:srgbClr val="48FFD5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600">
                <a:solidFill>
                  <a:srgbClr val="48FFD5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600">
                <a:solidFill>
                  <a:srgbClr val="48FFD5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600">
                <a:solidFill>
                  <a:srgbClr val="48FFD5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600">
                <a:solidFill>
                  <a:srgbClr val="48FFD5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600">
                <a:solidFill>
                  <a:srgbClr val="48FFD5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037492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">
  <p:cSld name="TABLE OF CONTENT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415600" y="859400"/>
            <a:ext cx="11360800" cy="8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sz="4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548300" y="2829200"/>
            <a:ext cx="2519200" cy="6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6889500" y="2535000"/>
            <a:ext cx="1569200" cy="8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3"/>
          </p:nvPr>
        </p:nvSpPr>
        <p:spPr>
          <a:xfrm>
            <a:off x="8548300" y="4062133"/>
            <a:ext cx="2519200" cy="6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4" hasCustomPrompt="1"/>
          </p:nvPr>
        </p:nvSpPr>
        <p:spPr>
          <a:xfrm>
            <a:off x="6889500" y="3730633"/>
            <a:ext cx="1569200" cy="8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5"/>
          </p:nvPr>
        </p:nvSpPr>
        <p:spPr>
          <a:xfrm>
            <a:off x="8548300" y="5247267"/>
            <a:ext cx="2519200" cy="6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6" hasCustomPrompt="1"/>
          </p:nvPr>
        </p:nvSpPr>
        <p:spPr>
          <a:xfrm>
            <a:off x="6889500" y="4926267"/>
            <a:ext cx="1569200" cy="8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7"/>
          </p:nvPr>
        </p:nvSpPr>
        <p:spPr>
          <a:xfrm>
            <a:off x="967667" y="2829200"/>
            <a:ext cx="2680000" cy="6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8" hasCustomPrompt="1"/>
          </p:nvPr>
        </p:nvSpPr>
        <p:spPr>
          <a:xfrm>
            <a:off x="3770100" y="2535000"/>
            <a:ext cx="1569200" cy="8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9"/>
          </p:nvPr>
        </p:nvSpPr>
        <p:spPr>
          <a:xfrm>
            <a:off x="967667" y="4062133"/>
            <a:ext cx="2680000" cy="6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13" hasCustomPrompt="1"/>
          </p:nvPr>
        </p:nvSpPr>
        <p:spPr>
          <a:xfrm>
            <a:off x="3770100" y="3730633"/>
            <a:ext cx="1569200" cy="8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4"/>
          </p:nvPr>
        </p:nvSpPr>
        <p:spPr>
          <a:xfrm>
            <a:off x="967667" y="5247267"/>
            <a:ext cx="2680000" cy="6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1200">
                <a:solidFill>
                  <a:srgbClr val="48FFD5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15" hasCustomPrompt="1"/>
          </p:nvPr>
        </p:nvSpPr>
        <p:spPr>
          <a:xfrm>
            <a:off x="3770100" y="4926267"/>
            <a:ext cx="1569200" cy="8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>
            <a:spLocks noGrp="1"/>
          </p:cNvSpPr>
          <p:nvPr>
            <p:ph type="ctrTitle" idx="16"/>
          </p:nvPr>
        </p:nvSpPr>
        <p:spPr>
          <a:xfrm>
            <a:off x="857984" y="2734351"/>
            <a:ext cx="2768000" cy="26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ctrTitle" idx="17"/>
          </p:nvPr>
        </p:nvSpPr>
        <p:spPr>
          <a:xfrm>
            <a:off x="857984" y="3966617"/>
            <a:ext cx="2768000" cy="26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ctrTitle" idx="18"/>
          </p:nvPr>
        </p:nvSpPr>
        <p:spPr>
          <a:xfrm>
            <a:off x="857984" y="5151867"/>
            <a:ext cx="2768000" cy="26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ctrTitle" idx="19"/>
          </p:nvPr>
        </p:nvSpPr>
        <p:spPr>
          <a:xfrm>
            <a:off x="8566017" y="2734351"/>
            <a:ext cx="2768000" cy="26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ctrTitle" idx="20"/>
          </p:nvPr>
        </p:nvSpPr>
        <p:spPr>
          <a:xfrm>
            <a:off x="8566017" y="3966617"/>
            <a:ext cx="2768000" cy="26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ctrTitle" idx="21"/>
          </p:nvPr>
        </p:nvSpPr>
        <p:spPr>
          <a:xfrm>
            <a:off x="8566017" y="5151867"/>
            <a:ext cx="2768000" cy="26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044721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+ IMAGE">
  <p:cSld name="TITLE + TEXT + IMAGE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ctrTitle"/>
          </p:nvPr>
        </p:nvSpPr>
        <p:spPr>
          <a:xfrm>
            <a:off x="6524933" y="2316667"/>
            <a:ext cx="4707200" cy="8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48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ubTitle" idx="1"/>
          </p:nvPr>
        </p:nvSpPr>
        <p:spPr>
          <a:xfrm>
            <a:off x="6524933" y="3661833"/>
            <a:ext cx="4610000" cy="1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467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6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6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6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6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6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6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6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6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630278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THREE COLUMNS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1093241" y="4453500"/>
            <a:ext cx="2519200" cy="6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467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467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467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467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467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467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467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467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467">
                <a:solidFill>
                  <a:srgbClr val="FFFFFF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8579541" y="4453500"/>
            <a:ext cx="2519200" cy="6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467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467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467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467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467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467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467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467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467">
                <a:solidFill>
                  <a:srgbClr val="FFFFFF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4845241" y="4453500"/>
            <a:ext cx="2519200" cy="6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467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467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467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467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467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467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467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467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467">
                <a:solidFill>
                  <a:srgbClr val="FFFFFF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ctrTitle"/>
          </p:nvPr>
        </p:nvSpPr>
        <p:spPr>
          <a:xfrm>
            <a:off x="968841" y="4366067"/>
            <a:ext cx="2768000" cy="26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ctrTitle" idx="4"/>
          </p:nvPr>
        </p:nvSpPr>
        <p:spPr>
          <a:xfrm>
            <a:off x="8455141" y="4366067"/>
            <a:ext cx="2768000" cy="26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ctrTitle" idx="5"/>
          </p:nvPr>
        </p:nvSpPr>
        <p:spPr>
          <a:xfrm>
            <a:off x="4720841" y="4366067"/>
            <a:ext cx="2768000" cy="26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ctrTitle" idx="6"/>
          </p:nvPr>
        </p:nvSpPr>
        <p:spPr>
          <a:xfrm>
            <a:off x="415600" y="859400"/>
            <a:ext cx="11360800" cy="8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sz="4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36983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2773584" y="1722200"/>
            <a:ext cx="6547600" cy="341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" name="Google Shape;44;p6"/>
          <p:cNvSpPr txBox="1">
            <a:spLocks noGrp="1"/>
          </p:cNvSpPr>
          <p:nvPr>
            <p:ph type="ctrTitle"/>
          </p:nvPr>
        </p:nvSpPr>
        <p:spPr>
          <a:xfrm>
            <a:off x="3693800" y="2077733"/>
            <a:ext cx="4707200" cy="258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None/>
              <a:defRPr sz="1600">
                <a:solidFill>
                  <a:srgbClr val="0E2A47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6933">
                <a:solidFill>
                  <a:srgbClr val="0E2A4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6933">
                <a:solidFill>
                  <a:srgbClr val="0E2A4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6933">
                <a:solidFill>
                  <a:srgbClr val="0E2A4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6933">
                <a:solidFill>
                  <a:srgbClr val="0E2A4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6933">
                <a:solidFill>
                  <a:srgbClr val="0E2A4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6933">
                <a:solidFill>
                  <a:srgbClr val="0E2A4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6933">
                <a:solidFill>
                  <a:srgbClr val="0E2A4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6933">
                <a:solidFill>
                  <a:srgbClr val="0E2A47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ubTitle" idx="1"/>
          </p:nvPr>
        </p:nvSpPr>
        <p:spPr>
          <a:xfrm>
            <a:off x="3742400" y="2343400"/>
            <a:ext cx="4610000" cy="1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800"/>
              <a:buNone/>
              <a:defRPr>
                <a:solidFill>
                  <a:srgbClr val="0E2A47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None/>
              <a:defRPr sz="1600">
                <a:solidFill>
                  <a:srgbClr val="0E2A47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6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6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6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6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6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6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6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710953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1">
  <p:cSld name="THREE COLUMNS 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ctrTitle"/>
          </p:nvPr>
        </p:nvSpPr>
        <p:spPr>
          <a:xfrm>
            <a:off x="2077241" y="2752017"/>
            <a:ext cx="2768000" cy="26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ctrTitle" idx="2"/>
          </p:nvPr>
        </p:nvSpPr>
        <p:spPr>
          <a:xfrm>
            <a:off x="2077241" y="4622267"/>
            <a:ext cx="2768000" cy="26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ctrTitle" idx="3"/>
          </p:nvPr>
        </p:nvSpPr>
        <p:spPr>
          <a:xfrm>
            <a:off x="2077241" y="3687141"/>
            <a:ext cx="2768000" cy="26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ctrTitle" idx="4"/>
          </p:nvPr>
        </p:nvSpPr>
        <p:spPr>
          <a:xfrm>
            <a:off x="1331100" y="859400"/>
            <a:ext cx="10445200" cy="8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sz="4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6933">
                <a:solidFill>
                  <a:srgbClr val="48FFD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6933">
                <a:solidFill>
                  <a:srgbClr val="48FFD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6933">
                <a:solidFill>
                  <a:srgbClr val="48FFD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6933">
                <a:solidFill>
                  <a:srgbClr val="48FFD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6933">
                <a:solidFill>
                  <a:srgbClr val="48FFD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6933">
                <a:solidFill>
                  <a:srgbClr val="48FFD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6933">
                <a:solidFill>
                  <a:srgbClr val="48FFD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6933">
                <a:solidFill>
                  <a:srgbClr val="48FFD5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6286463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2">
  <p:cSld name="THREE COLUMNS 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ctrTitle"/>
          </p:nvPr>
        </p:nvSpPr>
        <p:spPr>
          <a:xfrm>
            <a:off x="7191841" y="2762517"/>
            <a:ext cx="2768000" cy="26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ctrTitle" idx="2"/>
          </p:nvPr>
        </p:nvSpPr>
        <p:spPr>
          <a:xfrm>
            <a:off x="7191841" y="4632767"/>
            <a:ext cx="2768000" cy="26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ctrTitle" idx="3"/>
          </p:nvPr>
        </p:nvSpPr>
        <p:spPr>
          <a:xfrm>
            <a:off x="7191841" y="3697641"/>
            <a:ext cx="2768000" cy="26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467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ctrTitle" idx="4"/>
          </p:nvPr>
        </p:nvSpPr>
        <p:spPr>
          <a:xfrm>
            <a:off x="341600" y="850569"/>
            <a:ext cx="10445200" cy="8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sz="4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1143871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+ INFOGRAPHY">
  <p:cSld name="THREE COLUMNS + INFOGRAPHY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5166600" y="4833433"/>
            <a:ext cx="1858800" cy="6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ubTitle" idx="2"/>
          </p:nvPr>
        </p:nvSpPr>
        <p:spPr>
          <a:xfrm>
            <a:off x="7751333" y="4853067"/>
            <a:ext cx="1858800" cy="6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ubTitle" idx="3"/>
          </p:nvPr>
        </p:nvSpPr>
        <p:spPr>
          <a:xfrm>
            <a:off x="2581849" y="4826300"/>
            <a:ext cx="1858800" cy="6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ctrTitle"/>
          </p:nvPr>
        </p:nvSpPr>
        <p:spPr>
          <a:xfrm>
            <a:off x="4711992" y="4671167"/>
            <a:ext cx="2768000" cy="26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333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333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333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333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333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333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333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333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333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ctrTitle" idx="4"/>
          </p:nvPr>
        </p:nvSpPr>
        <p:spPr>
          <a:xfrm>
            <a:off x="7296741" y="4697933"/>
            <a:ext cx="2768000" cy="26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333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333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333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333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333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333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333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333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333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ctrTitle" idx="5"/>
          </p:nvPr>
        </p:nvSpPr>
        <p:spPr>
          <a:xfrm>
            <a:off x="2127259" y="4671167"/>
            <a:ext cx="2768000" cy="26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333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333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333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333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333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333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333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333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333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ctrTitle" idx="6"/>
          </p:nvPr>
        </p:nvSpPr>
        <p:spPr>
          <a:xfrm>
            <a:off x="415600" y="859400"/>
            <a:ext cx="11360800" cy="8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sz="4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16947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IMAGE">
  <p:cSld name="TITLE + IMAGE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ctrTitle"/>
          </p:nvPr>
        </p:nvSpPr>
        <p:spPr>
          <a:xfrm>
            <a:off x="415600" y="859400"/>
            <a:ext cx="11360800" cy="8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sz="4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091848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2 ">
  <p:cSld name="THREE COLUMNS 2 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5166592" y="4697900"/>
            <a:ext cx="1858800" cy="6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1200">
                <a:solidFill>
                  <a:srgbClr val="E3E9ED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1200">
                <a:solidFill>
                  <a:srgbClr val="E3E9ED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1200">
                <a:solidFill>
                  <a:srgbClr val="E3E9ED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1200">
                <a:solidFill>
                  <a:srgbClr val="E3E9ED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1200">
                <a:solidFill>
                  <a:srgbClr val="E3E9ED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1200">
                <a:solidFill>
                  <a:srgbClr val="E3E9ED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1200">
                <a:solidFill>
                  <a:srgbClr val="E3E9ED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1200">
                <a:solidFill>
                  <a:srgbClr val="E3E9ED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1200">
                <a:solidFill>
                  <a:srgbClr val="E3E9ED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subTitle" idx="2"/>
          </p:nvPr>
        </p:nvSpPr>
        <p:spPr>
          <a:xfrm>
            <a:off x="8056141" y="4256167"/>
            <a:ext cx="1858800" cy="6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1200">
                <a:solidFill>
                  <a:srgbClr val="E3E9ED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1200">
                <a:solidFill>
                  <a:srgbClr val="E3E9ED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1200">
                <a:solidFill>
                  <a:srgbClr val="E3E9ED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1200">
                <a:solidFill>
                  <a:srgbClr val="E3E9ED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1200">
                <a:solidFill>
                  <a:srgbClr val="E3E9ED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1200">
                <a:solidFill>
                  <a:srgbClr val="E3E9ED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1200">
                <a:solidFill>
                  <a:srgbClr val="E3E9ED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1200">
                <a:solidFill>
                  <a:srgbClr val="E3E9ED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1200">
                <a:solidFill>
                  <a:srgbClr val="E3E9ED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ubTitle" idx="3"/>
          </p:nvPr>
        </p:nvSpPr>
        <p:spPr>
          <a:xfrm>
            <a:off x="2277059" y="5188067"/>
            <a:ext cx="1858800" cy="6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1200">
                <a:solidFill>
                  <a:srgbClr val="E3E9ED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1200">
                <a:solidFill>
                  <a:srgbClr val="E3E9ED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1200">
                <a:solidFill>
                  <a:srgbClr val="E3E9ED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1200">
                <a:solidFill>
                  <a:srgbClr val="E3E9ED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1200">
                <a:solidFill>
                  <a:srgbClr val="E3E9ED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1200">
                <a:solidFill>
                  <a:srgbClr val="E3E9ED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1200">
                <a:solidFill>
                  <a:srgbClr val="E3E9ED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1200">
                <a:solidFill>
                  <a:srgbClr val="E3E9ED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1200">
                <a:solidFill>
                  <a:srgbClr val="E3E9ED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ctrTitle"/>
          </p:nvPr>
        </p:nvSpPr>
        <p:spPr>
          <a:xfrm>
            <a:off x="4711992" y="4562967"/>
            <a:ext cx="2768000" cy="26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12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12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12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12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12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12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12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12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12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ctrTitle" idx="4"/>
          </p:nvPr>
        </p:nvSpPr>
        <p:spPr>
          <a:xfrm>
            <a:off x="7601541" y="4128633"/>
            <a:ext cx="2768000" cy="26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12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12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12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12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12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12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12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12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12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ctrTitle" idx="5"/>
          </p:nvPr>
        </p:nvSpPr>
        <p:spPr>
          <a:xfrm>
            <a:off x="1822459" y="5052867"/>
            <a:ext cx="2768000" cy="26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12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12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12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12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12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12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12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12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12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ctrTitle" idx="6"/>
          </p:nvPr>
        </p:nvSpPr>
        <p:spPr>
          <a:xfrm>
            <a:off x="415600" y="859400"/>
            <a:ext cx="11360800" cy="8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sz="4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630404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GRAPHIC">
  <p:cSld name="TITLE + GRAPHIC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ctrTitle"/>
          </p:nvPr>
        </p:nvSpPr>
        <p:spPr>
          <a:xfrm>
            <a:off x="7763341" y="3359417"/>
            <a:ext cx="2768000" cy="26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467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467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467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467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467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467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467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467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467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ctrTitle" idx="2"/>
          </p:nvPr>
        </p:nvSpPr>
        <p:spPr>
          <a:xfrm>
            <a:off x="7763341" y="5257884"/>
            <a:ext cx="2768000" cy="26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467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467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467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467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467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467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467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467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467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ctrTitle" idx="3"/>
          </p:nvPr>
        </p:nvSpPr>
        <p:spPr>
          <a:xfrm>
            <a:off x="7763341" y="4308651"/>
            <a:ext cx="2768000" cy="26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467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467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467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467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467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467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467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467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467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title" idx="4" hasCustomPrompt="1"/>
          </p:nvPr>
        </p:nvSpPr>
        <p:spPr>
          <a:xfrm>
            <a:off x="7763341" y="2629100"/>
            <a:ext cx="1569200" cy="8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79" name="Google Shape;79;p12"/>
          <p:cNvSpPr txBox="1">
            <a:spLocks noGrp="1"/>
          </p:cNvSpPr>
          <p:nvPr>
            <p:ph type="title" idx="5" hasCustomPrompt="1"/>
          </p:nvPr>
        </p:nvSpPr>
        <p:spPr>
          <a:xfrm>
            <a:off x="7763341" y="3616500"/>
            <a:ext cx="1569200" cy="8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12"/>
          <p:cNvSpPr txBox="1">
            <a:spLocks noGrp="1"/>
          </p:cNvSpPr>
          <p:nvPr>
            <p:ph type="title" idx="6" hasCustomPrompt="1"/>
          </p:nvPr>
        </p:nvSpPr>
        <p:spPr>
          <a:xfrm>
            <a:off x="7763341" y="4589600"/>
            <a:ext cx="1569200" cy="8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32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2"/>
          <p:cNvSpPr txBox="1">
            <a:spLocks noGrp="1"/>
          </p:cNvSpPr>
          <p:nvPr>
            <p:ph type="ctrTitle" idx="7"/>
          </p:nvPr>
        </p:nvSpPr>
        <p:spPr>
          <a:xfrm>
            <a:off x="415600" y="859400"/>
            <a:ext cx="11360800" cy="8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sz="4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820342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IMAGE 2">
  <p:cSld name="TITLE + IMAGE 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>
            <a:spLocks noGrp="1"/>
          </p:cNvSpPr>
          <p:nvPr>
            <p:ph type="ctrTitle"/>
          </p:nvPr>
        </p:nvSpPr>
        <p:spPr>
          <a:xfrm>
            <a:off x="415600" y="859400"/>
            <a:ext cx="11360800" cy="8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sz="4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76529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/>
          <p:nvPr/>
        </p:nvSpPr>
        <p:spPr>
          <a:xfrm>
            <a:off x="4908433" y="724600"/>
            <a:ext cx="7738000" cy="540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1EFFC1"/>
              </a:solidFill>
            </a:endParaRPr>
          </a:p>
        </p:txBody>
      </p:sp>
      <p:sp>
        <p:nvSpPr>
          <p:cNvPr id="86" name="Google Shape;86;p14"/>
          <p:cNvSpPr txBox="1">
            <a:spLocks noGrp="1"/>
          </p:cNvSpPr>
          <p:nvPr>
            <p:ph type="ctrTitle"/>
          </p:nvPr>
        </p:nvSpPr>
        <p:spPr>
          <a:xfrm>
            <a:off x="5315433" y="1905633"/>
            <a:ext cx="4770800" cy="8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3000"/>
              <a:buFont typeface="Roboto Black"/>
              <a:buNone/>
              <a:defRPr sz="4000" b="0">
                <a:solidFill>
                  <a:srgbClr val="0E2A47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6933">
                <a:solidFill>
                  <a:srgbClr val="0E2A4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6933">
                <a:solidFill>
                  <a:srgbClr val="0E2A4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6933">
                <a:solidFill>
                  <a:srgbClr val="0E2A4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6933">
                <a:solidFill>
                  <a:srgbClr val="0E2A4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6933">
                <a:solidFill>
                  <a:srgbClr val="0E2A4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6933">
                <a:solidFill>
                  <a:srgbClr val="0E2A4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6933">
                <a:solidFill>
                  <a:srgbClr val="0E2A4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6933">
                <a:solidFill>
                  <a:srgbClr val="0E2A47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subTitle" idx="1"/>
          </p:nvPr>
        </p:nvSpPr>
        <p:spPr>
          <a:xfrm>
            <a:off x="5315433" y="3228933"/>
            <a:ext cx="5961200" cy="25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None/>
              <a:defRPr sz="1333">
                <a:solidFill>
                  <a:srgbClr val="0E2A47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12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12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12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12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12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12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12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12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262667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DITS">
  <p:cSld name="CREDITS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/>
          <p:nvPr/>
        </p:nvSpPr>
        <p:spPr>
          <a:xfrm>
            <a:off x="-465833" y="2161600"/>
            <a:ext cx="9109600" cy="391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" name="Google Shape;90;p15"/>
          <p:cNvSpPr txBox="1">
            <a:spLocks noGrp="1"/>
          </p:cNvSpPr>
          <p:nvPr>
            <p:ph type="body" idx="1"/>
          </p:nvPr>
        </p:nvSpPr>
        <p:spPr>
          <a:xfrm>
            <a:off x="1080000" y="2892000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1000"/>
              <a:buChar char="●"/>
              <a:defRPr sz="1333">
                <a:solidFill>
                  <a:srgbClr val="161234"/>
                </a:solidFill>
              </a:defRPr>
            </a:lvl1pPr>
            <a:lvl2pPr marL="1219170" lvl="1" indent="-389457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161234"/>
              </a:buClr>
              <a:buSzPts val="1000"/>
              <a:buChar char="○"/>
              <a:defRPr sz="1333">
                <a:solidFill>
                  <a:srgbClr val="161234"/>
                </a:solidFill>
              </a:defRPr>
            </a:lvl2pPr>
            <a:lvl3pPr marL="1828754" lvl="2" indent="-389457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161234"/>
              </a:buClr>
              <a:buSzPts val="1000"/>
              <a:buChar char="■"/>
              <a:defRPr sz="1333">
                <a:solidFill>
                  <a:srgbClr val="161234"/>
                </a:solidFill>
              </a:defRPr>
            </a:lvl3pPr>
            <a:lvl4pPr marL="2438339" lvl="3" indent="-389457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161234"/>
              </a:buClr>
              <a:buSzPts val="1000"/>
              <a:buChar char="●"/>
              <a:defRPr sz="1333">
                <a:solidFill>
                  <a:srgbClr val="161234"/>
                </a:solidFill>
              </a:defRPr>
            </a:lvl4pPr>
            <a:lvl5pPr marL="3047924" lvl="4" indent="-389457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161234"/>
              </a:buClr>
              <a:buSzPts val="1000"/>
              <a:buChar char="○"/>
              <a:defRPr sz="1333">
                <a:solidFill>
                  <a:srgbClr val="161234"/>
                </a:solidFill>
              </a:defRPr>
            </a:lvl5pPr>
            <a:lvl6pPr marL="3657509" lvl="5" indent="-389457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161234"/>
              </a:buClr>
              <a:buSzPts val="1000"/>
              <a:buChar char="■"/>
              <a:defRPr sz="1333">
                <a:solidFill>
                  <a:srgbClr val="161234"/>
                </a:solidFill>
              </a:defRPr>
            </a:lvl6pPr>
            <a:lvl7pPr marL="4267093" lvl="6" indent="-389457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161234"/>
              </a:buClr>
              <a:buSzPts val="1000"/>
              <a:buChar char="●"/>
              <a:defRPr sz="1333">
                <a:solidFill>
                  <a:srgbClr val="161234"/>
                </a:solidFill>
              </a:defRPr>
            </a:lvl7pPr>
            <a:lvl8pPr marL="4876678" lvl="7" indent="-389457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161234"/>
              </a:buClr>
              <a:buSzPts val="1000"/>
              <a:buChar char="○"/>
              <a:defRPr sz="1333">
                <a:solidFill>
                  <a:srgbClr val="161234"/>
                </a:solidFill>
              </a:defRPr>
            </a:lvl8pPr>
            <a:lvl9pPr marL="5486263" lvl="8" indent="-389457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rgbClr val="161234"/>
              </a:buClr>
              <a:buSzPts val="1000"/>
              <a:buChar char="■"/>
              <a:defRPr sz="1333">
                <a:solidFill>
                  <a:srgbClr val="161234"/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91" name="Google Shape;91;p15"/>
          <p:cNvSpPr txBox="1">
            <a:spLocks noGrp="1"/>
          </p:cNvSpPr>
          <p:nvPr>
            <p:ph type="ctrTitle"/>
          </p:nvPr>
        </p:nvSpPr>
        <p:spPr>
          <a:xfrm>
            <a:off x="1189767" y="859400"/>
            <a:ext cx="10586800" cy="8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sz="4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2888930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OURCES">
  <p:cSld name="RESOURCES">
    <p:bg>
      <p:bgPr>
        <a:solidFill>
          <a:schemeClr val="accen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/>
          <p:nvPr/>
        </p:nvSpPr>
        <p:spPr>
          <a:xfrm>
            <a:off x="-465833" y="1716667"/>
            <a:ext cx="9109600" cy="4809600"/>
          </a:xfrm>
          <a:prstGeom prst="rect">
            <a:avLst/>
          </a:prstGeom>
          <a:gradFill>
            <a:gsLst>
              <a:gs pos="0">
                <a:srgbClr val="052643"/>
              </a:gs>
              <a:gs pos="100000">
                <a:srgbClr val="04152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4" name="Google Shape;94;p16"/>
          <p:cNvSpPr txBox="1">
            <a:spLocks noGrp="1"/>
          </p:cNvSpPr>
          <p:nvPr>
            <p:ph type="body" idx="1"/>
          </p:nvPr>
        </p:nvSpPr>
        <p:spPr>
          <a:xfrm>
            <a:off x="1080000" y="1970867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7252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FFC1"/>
              </a:buClr>
              <a:buSzPts val="800"/>
              <a:buChar char="●"/>
              <a:defRPr sz="1067">
                <a:solidFill>
                  <a:srgbClr val="1EFFC1"/>
                </a:solidFill>
              </a:defRPr>
            </a:lvl1pPr>
            <a:lvl2pPr marL="1219170" lvl="1" indent="-372524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1EFFC1"/>
              </a:buClr>
              <a:buSzPts val="800"/>
              <a:buChar char="○"/>
              <a:defRPr sz="1067">
                <a:solidFill>
                  <a:srgbClr val="1EFFC1"/>
                </a:solidFill>
              </a:defRPr>
            </a:lvl2pPr>
            <a:lvl3pPr marL="1828754" lvl="2" indent="-372524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1EFFC1"/>
              </a:buClr>
              <a:buSzPts val="800"/>
              <a:buChar char="■"/>
              <a:defRPr sz="1067">
                <a:solidFill>
                  <a:srgbClr val="1EFFC1"/>
                </a:solidFill>
              </a:defRPr>
            </a:lvl3pPr>
            <a:lvl4pPr marL="2438339" lvl="3" indent="-372524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1EFFC1"/>
              </a:buClr>
              <a:buSzPts val="800"/>
              <a:buChar char="●"/>
              <a:defRPr sz="1067">
                <a:solidFill>
                  <a:srgbClr val="1EFFC1"/>
                </a:solidFill>
              </a:defRPr>
            </a:lvl4pPr>
            <a:lvl5pPr marL="3047924" lvl="4" indent="-372524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1EFFC1"/>
              </a:buClr>
              <a:buSzPts val="800"/>
              <a:buChar char="○"/>
              <a:defRPr sz="1067">
                <a:solidFill>
                  <a:srgbClr val="1EFFC1"/>
                </a:solidFill>
              </a:defRPr>
            </a:lvl5pPr>
            <a:lvl6pPr marL="3657509" lvl="5" indent="-372524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1EFFC1"/>
              </a:buClr>
              <a:buSzPts val="800"/>
              <a:buChar char="■"/>
              <a:defRPr sz="1067">
                <a:solidFill>
                  <a:srgbClr val="1EFFC1"/>
                </a:solidFill>
              </a:defRPr>
            </a:lvl6pPr>
            <a:lvl7pPr marL="4267093" lvl="6" indent="-372524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1EFFC1"/>
              </a:buClr>
              <a:buSzPts val="800"/>
              <a:buChar char="●"/>
              <a:defRPr sz="1067">
                <a:solidFill>
                  <a:srgbClr val="1EFFC1"/>
                </a:solidFill>
              </a:defRPr>
            </a:lvl7pPr>
            <a:lvl8pPr marL="4876678" lvl="7" indent="-372524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1EFFC1"/>
              </a:buClr>
              <a:buSzPts val="800"/>
              <a:buChar char="○"/>
              <a:defRPr sz="1067">
                <a:solidFill>
                  <a:srgbClr val="1EFFC1"/>
                </a:solidFill>
              </a:defRPr>
            </a:lvl8pPr>
            <a:lvl9pPr marL="5486263" lvl="8" indent="-372524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rgbClr val="1EFFC1"/>
              </a:buClr>
              <a:buSzPts val="800"/>
              <a:buChar char="■"/>
              <a:defRPr sz="1067">
                <a:solidFill>
                  <a:srgbClr val="1EFFC1"/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95" name="Google Shape;95;p16"/>
          <p:cNvSpPr txBox="1">
            <a:spLocks noGrp="1"/>
          </p:cNvSpPr>
          <p:nvPr>
            <p:ph type="ctrTitle"/>
          </p:nvPr>
        </p:nvSpPr>
        <p:spPr>
          <a:xfrm>
            <a:off x="1189767" y="859400"/>
            <a:ext cx="10586800" cy="8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  <a:defRPr sz="4000" b="0">
                <a:solidFill>
                  <a:srgbClr val="161234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6933">
                <a:solidFill>
                  <a:srgbClr val="16123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6933">
                <a:solidFill>
                  <a:srgbClr val="16123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6933">
                <a:solidFill>
                  <a:srgbClr val="16123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6933">
                <a:solidFill>
                  <a:srgbClr val="16123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6933">
                <a:solidFill>
                  <a:srgbClr val="16123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6933">
                <a:solidFill>
                  <a:srgbClr val="16123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6933">
                <a:solidFill>
                  <a:srgbClr val="16123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6933">
                <a:solidFill>
                  <a:srgbClr val="161234"/>
                </a:solidFill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212466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745822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A0FFD-B8F4-4939-BF04-A2887998725F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6961F84-2839-46FE-AFB2-CBB7C518F8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24830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A0FFD-B8F4-4939-BF04-A2887998725F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6961F84-2839-46FE-AFB2-CBB7C518F8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22814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"/>
          <p:cNvSpPr txBox="1">
            <a:spLocks noGrp="1"/>
          </p:cNvSpPr>
          <p:nvPr>
            <p:ph type="subTitle" idx="1"/>
          </p:nvPr>
        </p:nvSpPr>
        <p:spPr>
          <a:xfrm>
            <a:off x="7502233" y="2588568"/>
            <a:ext cx="3188800" cy="621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2"/>
          </p:nvPr>
        </p:nvSpPr>
        <p:spPr>
          <a:xfrm>
            <a:off x="1505733" y="4201468"/>
            <a:ext cx="3188800" cy="62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1500133" y="3725367"/>
            <a:ext cx="3194400" cy="351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83" name="Google Shape;283;p20"/>
          <p:cNvSpPr txBox="1">
            <a:spLocks noGrp="1"/>
          </p:cNvSpPr>
          <p:nvPr>
            <p:ph type="title" idx="3"/>
          </p:nvPr>
        </p:nvSpPr>
        <p:spPr>
          <a:xfrm>
            <a:off x="7502233" y="2110067"/>
            <a:ext cx="3194400" cy="35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4825037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33618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68982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1300" y="651269"/>
            <a:ext cx="7849200" cy="226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000" b="1">
                <a:latin typeface="Amatic SC"/>
                <a:ea typeface="Amatic SC"/>
                <a:cs typeface="Amatic SC"/>
                <a:sym typeface="Amatic SC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171300" y="2885441"/>
            <a:ext cx="7849200" cy="5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33">
                <a:latin typeface="Roboto Mono"/>
                <a:ea typeface="Roboto Mono"/>
                <a:cs typeface="Roboto Mono"/>
                <a:sym typeface="Roboto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579850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867351" y="2736597"/>
            <a:ext cx="44572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8666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867451" y="3990200"/>
            <a:ext cx="4457200" cy="10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5511900" y="1535400"/>
            <a:ext cx="1168400" cy="8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10666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10666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10666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10666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10666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10666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10666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10666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4284544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960000" y="4917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960000" y="1519600"/>
            <a:ext cx="10272000" cy="46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533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AutoNum type="alphaLcPeriod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AutoNum type="romanLcPeriod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AutoNum type="arabicPeriod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AutoNum type="alphaLcPeriod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AutoNum type="romanLcPeriod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AutoNum type="arabicPeriod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AutoNum type="alphaLcPeriod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AutoNum type="romanLcPeriod"/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96297896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60000" y="4917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1"/>
          </p:nvPr>
        </p:nvSpPr>
        <p:spPr>
          <a:xfrm>
            <a:off x="1485900" y="3683000"/>
            <a:ext cx="4010400" cy="5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2"/>
          </p:nvPr>
        </p:nvSpPr>
        <p:spPr>
          <a:xfrm>
            <a:off x="6695536" y="3683000"/>
            <a:ext cx="4010400" cy="5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3"/>
          </p:nvPr>
        </p:nvSpPr>
        <p:spPr>
          <a:xfrm>
            <a:off x="6695568" y="4048667"/>
            <a:ext cx="4010400" cy="16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4"/>
          </p:nvPr>
        </p:nvSpPr>
        <p:spPr>
          <a:xfrm>
            <a:off x="1485933" y="4048667"/>
            <a:ext cx="4010400" cy="16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8618594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960000" y="4917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1700005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2456200" y="491767"/>
            <a:ext cx="727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ubTitle" idx="1"/>
          </p:nvPr>
        </p:nvSpPr>
        <p:spPr>
          <a:xfrm>
            <a:off x="2919200" y="1756433"/>
            <a:ext cx="6353600" cy="38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800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6662169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850800" y="2184400"/>
            <a:ext cx="8490400" cy="22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10666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0319579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1859299" y="2023833"/>
            <a:ext cx="4298000" cy="10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8666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1859299" y="3317000"/>
            <a:ext cx="42980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5271522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960000" y="4326400"/>
            <a:ext cx="4031200" cy="18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5744055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960000" y="1956533"/>
            <a:ext cx="102720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2927400" y="4390667"/>
            <a:ext cx="6337200" cy="5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104628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543371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960000" y="4917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ubTitle" idx="1"/>
          </p:nvPr>
        </p:nvSpPr>
        <p:spPr>
          <a:xfrm>
            <a:off x="2638700" y="2247900"/>
            <a:ext cx="3544800" cy="5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ubTitle" idx="2"/>
          </p:nvPr>
        </p:nvSpPr>
        <p:spPr>
          <a:xfrm>
            <a:off x="7382533" y="2247900"/>
            <a:ext cx="3544800" cy="5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ubTitle" idx="3"/>
          </p:nvPr>
        </p:nvSpPr>
        <p:spPr>
          <a:xfrm>
            <a:off x="7382533" y="2550067"/>
            <a:ext cx="3544800" cy="10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ubTitle" idx="4"/>
          </p:nvPr>
        </p:nvSpPr>
        <p:spPr>
          <a:xfrm>
            <a:off x="2638700" y="2550067"/>
            <a:ext cx="3544800" cy="10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ubTitle" idx="5"/>
          </p:nvPr>
        </p:nvSpPr>
        <p:spPr>
          <a:xfrm>
            <a:off x="2638700" y="4131467"/>
            <a:ext cx="3544800" cy="5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subTitle" idx="6"/>
          </p:nvPr>
        </p:nvSpPr>
        <p:spPr>
          <a:xfrm>
            <a:off x="7382533" y="4131467"/>
            <a:ext cx="3544800" cy="5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ubTitle" idx="7"/>
          </p:nvPr>
        </p:nvSpPr>
        <p:spPr>
          <a:xfrm>
            <a:off x="7382533" y="4433567"/>
            <a:ext cx="3544800" cy="10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ubTitle" idx="8"/>
          </p:nvPr>
        </p:nvSpPr>
        <p:spPr>
          <a:xfrm>
            <a:off x="2638700" y="4433567"/>
            <a:ext cx="3544800" cy="10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title" idx="9" hasCustomPrompt="1"/>
          </p:nvPr>
        </p:nvSpPr>
        <p:spPr>
          <a:xfrm>
            <a:off x="1429935" y="2553533"/>
            <a:ext cx="1090000" cy="7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4667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>
            <a:spLocks noGrp="1"/>
          </p:cNvSpPr>
          <p:nvPr>
            <p:ph type="title" idx="13" hasCustomPrompt="1"/>
          </p:nvPr>
        </p:nvSpPr>
        <p:spPr>
          <a:xfrm>
            <a:off x="6238019" y="2553600"/>
            <a:ext cx="1090000" cy="7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4667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9pPr>
          </a:lstStyle>
          <a:p>
            <a:r>
              <a:t>xx%</a:t>
            </a:r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14" hasCustomPrompt="1"/>
          </p:nvPr>
        </p:nvSpPr>
        <p:spPr>
          <a:xfrm>
            <a:off x="1429935" y="4407733"/>
            <a:ext cx="1090000" cy="7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4667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15" hasCustomPrompt="1"/>
          </p:nvPr>
        </p:nvSpPr>
        <p:spPr>
          <a:xfrm>
            <a:off x="6238019" y="4407733"/>
            <a:ext cx="1090000" cy="7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4667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87440094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3457800" y="4268367"/>
            <a:ext cx="527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457800" y="1724467"/>
            <a:ext cx="5276400" cy="25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933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1292676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subTitle" idx="1"/>
          </p:nvPr>
        </p:nvSpPr>
        <p:spPr>
          <a:xfrm>
            <a:off x="960000" y="2829567"/>
            <a:ext cx="2208000" cy="1114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 sz="1867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ubTitle" idx="2"/>
          </p:nvPr>
        </p:nvSpPr>
        <p:spPr>
          <a:xfrm>
            <a:off x="9018733" y="2829567"/>
            <a:ext cx="2208000" cy="1114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 sz="1867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ubTitle" idx="3"/>
          </p:nvPr>
        </p:nvSpPr>
        <p:spPr>
          <a:xfrm>
            <a:off x="960000" y="4830067"/>
            <a:ext cx="2208000" cy="1114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 sz="1867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ubTitle" idx="4"/>
          </p:nvPr>
        </p:nvSpPr>
        <p:spPr>
          <a:xfrm>
            <a:off x="9018733" y="4830067"/>
            <a:ext cx="2208000" cy="1114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 sz="1867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960000" y="4917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5"/>
          </p:nvPr>
        </p:nvSpPr>
        <p:spPr>
          <a:xfrm>
            <a:off x="3565533" y="1540500"/>
            <a:ext cx="5045200" cy="5516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2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375533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Title and six columns 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>
            <a:spLocks noGrp="1"/>
          </p:cNvSpPr>
          <p:nvPr>
            <p:ph type="subTitle" idx="1"/>
          </p:nvPr>
        </p:nvSpPr>
        <p:spPr>
          <a:xfrm>
            <a:off x="960000" y="2829567"/>
            <a:ext cx="2208000" cy="1114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 sz="1867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ubTitle" idx="2"/>
          </p:nvPr>
        </p:nvSpPr>
        <p:spPr>
          <a:xfrm>
            <a:off x="9018733" y="2829567"/>
            <a:ext cx="2208000" cy="1114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 sz="1867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ubTitle" idx="3"/>
          </p:nvPr>
        </p:nvSpPr>
        <p:spPr>
          <a:xfrm>
            <a:off x="960000" y="4830067"/>
            <a:ext cx="2208000" cy="1114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 sz="1867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ubTitle" idx="4"/>
          </p:nvPr>
        </p:nvSpPr>
        <p:spPr>
          <a:xfrm>
            <a:off x="9018733" y="4830067"/>
            <a:ext cx="2208000" cy="1114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 sz="1867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960000" y="4917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subTitle" idx="5"/>
          </p:nvPr>
        </p:nvSpPr>
        <p:spPr>
          <a:xfrm>
            <a:off x="3743667" y="1510897"/>
            <a:ext cx="4688800" cy="285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2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ubTitle" idx="6"/>
          </p:nvPr>
        </p:nvSpPr>
        <p:spPr>
          <a:xfrm>
            <a:off x="4989367" y="2829567"/>
            <a:ext cx="2208000" cy="1114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 sz="1867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ubTitle" idx="7"/>
          </p:nvPr>
        </p:nvSpPr>
        <p:spPr>
          <a:xfrm>
            <a:off x="4989367" y="4830067"/>
            <a:ext cx="2208000" cy="1114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 sz="1867"/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 sz="1867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9975849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2">
  <p:cSld name="Title and six columns 2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960000" y="4917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subTitle" idx="1"/>
          </p:nvPr>
        </p:nvSpPr>
        <p:spPr>
          <a:xfrm>
            <a:off x="959967" y="1841600"/>
            <a:ext cx="3586400" cy="5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subTitle" idx="2"/>
          </p:nvPr>
        </p:nvSpPr>
        <p:spPr>
          <a:xfrm>
            <a:off x="960000" y="2207267"/>
            <a:ext cx="3586400" cy="8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ubTitle" idx="3"/>
          </p:nvPr>
        </p:nvSpPr>
        <p:spPr>
          <a:xfrm>
            <a:off x="959967" y="3314867"/>
            <a:ext cx="3586400" cy="5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ubTitle" idx="4"/>
          </p:nvPr>
        </p:nvSpPr>
        <p:spPr>
          <a:xfrm>
            <a:off x="960000" y="3680533"/>
            <a:ext cx="3586400" cy="8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5"/>
          </p:nvPr>
        </p:nvSpPr>
        <p:spPr>
          <a:xfrm>
            <a:off x="959967" y="4718500"/>
            <a:ext cx="3586400" cy="5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ubTitle" idx="6"/>
          </p:nvPr>
        </p:nvSpPr>
        <p:spPr>
          <a:xfrm>
            <a:off x="960000" y="5084167"/>
            <a:ext cx="3586400" cy="8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7"/>
          </p:nvPr>
        </p:nvSpPr>
        <p:spPr>
          <a:xfrm>
            <a:off x="7645567" y="1841600"/>
            <a:ext cx="3586400" cy="5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subTitle" idx="8"/>
          </p:nvPr>
        </p:nvSpPr>
        <p:spPr>
          <a:xfrm>
            <a:off x="7645600" y="2207267"/>
            <a:ext cx="3586400" cy="8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9"/>
          </p:nvPr>
        </p:nvSpPr>
        <p:spPr>
          <a:xfrm>
            <a:off x="7645567" y="3314867"/>
            <a:ext cx="3586400" cy="5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ubTitle" idx="13"/>
          </p:nvPr>
        </p:nvSpPr>
        <p:spPr>
          <a:xfrm>
            <a:off x="7645600" y="3680533"/>
            <a:ext cx="3586400" cy="8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ubTitle" idx="14"/>
          </p:nvPr>
        </p:nvSpPr>
        <p:spPr>
          <a:xfrm>
            <a:off x="7645567" y="4718500"/>
            <a:ext cx="3586400" cy="5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subTitle" idx="15"/>
          </p:nvPr>
        </p:nvSpPr>
        <p:spPr>
          <a:xfrm>
            <a:off x="7645600" y="5084167"/>
            <a:ext cx="3586400" cy="8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051487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960000" y="4917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ubTitle" idx="1"/>
          </p:nvPr>
        </p:nvSpPr>
        <p:spPr>
          <a:xfrm>
            <a:off x="959967" y="3352800"/>
            <a:ext cx="2984400" cy="5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ubTitle" idx="2"/>
          </p:nvPr>
        </p:nvSpPr>
        <p:spPr>
          <a:xfrm>
            <a:off x="4603784" y="3352800"/>
            <a:ext cx="2984400" cy="5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subTitle" idx="3"/>
          </p:nvPr>
        </p:nvSpPr>
        <p:spPr>
          <a:xfrm>
            <a:off x="4603811" y="3718467"/>
            <a:ext cx="2984400" cy="13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subTitle" idx="4"/>
          </p:nvPr>
        </p:nvSpPr>
        <p:spPr>
          <a:xfrm>
            <a:off x="960000" y="3718467"/>
            <a:ext cx="2984400" cy="13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subTitle" idx="5"/>
          </p:nvPr>
        </p:nvSpPr>
        <p:spPr>
          <a:xfrm>
            <a:off x="8247584" y="3352800"/>
            <a:ext cx="2984400" cy="5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subTitle" idx="6"/>
          </p:nvPr>
        </p:nvSpPr>
        <p:spPr>
          <a:xfrm>
            <a:off x="8247604" y="3718467"/>
            <a:ext cx="2984400" cy="13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237837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960000" y="4917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grpSp>
        <p:nvGrpSpPr>
          <p:cNvPr id="97" name="Google Shape;97;p19"/>
          <p:cNvGrpSpPr/>
          <p:nvPr/>
        </p:nvGrpSpPr>
        <p:grpSpPr>
          <a:xfrm>
            <a:off x="857201" y="2286001"/>
            <a:ext cx="10477001" cy="3860767"/>
            <a:chOff x="642900" y="1714500"/>
            <a:chExt cx="7857751" cy="2895575"/>
          </a:xfrm>
        </p:grpSpPr>
        <p:sp>
          <p:nvSpPr>
            <p:cNvPr id="98" name="Google Shape;98;p19"/>
            <p:cNvSpPr/>
            <p:nvPr/>
          </p:nvSpPr>
          <p:spPr>
            <a:xfrm>
              <a:off x="642900" y="1714500"/>
              <a:ext cx="7857600" cy="28893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 </a:t>
              </a:r>
              <a:endParaRPr sz="2400"/>
            </a:p>
          </p:txBody>
        </p:sp>
        <p:cxnSp>
          <p:nvCxnSpPr>
            <p:cNvPr id="99" name="Google Shape;99;p19"/>
            <p:cNvCxnSpPr/>
            <p:nvPr/>
          </p:nvCxnSpPr>
          <p:spPr>
            <a:xfrm>
              <a:off x="6350492" y="1719275"/>
              <a:ext cx="0" cy="2890800"/>
            </a:xfrm>
            <a:prstGeom prst="straightConnector1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" name="Google Shape;100;p19"/>
            <p:cNvCxnSpPr/>
            <p:nvPr/>
          </p:nvCxnSpPr>
          <p:spPr>
            <a:xfrm>
              <a:off x="7424133" y="1719275"/>
              <a:ext cx="0" cy="2890800"/>
            </a:xfrm>
            <a:prstGeom prst="straightConnector1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" name="Google Shape;101;p19"/>
            <p:cNvCxnSpPr/>
            <p:nvPr/>
          </p:nvCxnSpPr>
          <p:spPr>
            <a:xfrm>
              <a:off x="8497775" y="1719275"/>
              <a:ext cx="0" cy="2890800"/>
            </a:xfrm>
            <a:prstGeom prst="straightConnector1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" name="Google Shape;102;p19"/>
            <p:cNvCxnSpPr/>
            <p:nvPr/>
          </p:nvCxnSpPr>
          <p:spPr>
            <a:xfrm rot="10800000">
              <a:off x="6886351" y="2024867"/>
              <a:ext cx="0" cy="3228600"/>
            </a:xfrm>
            <a:prstGeom prst="straightConnector1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9"/>
            <p:cNvCxnSpPr/>
            <p:nvPr/>
          </p:nvCxnSpPr>
          <p:spPr>
            <a:xfrm rot="10800000">
              <a:off x="6886351" y="1060546"/>
              <a:ext cx="0" cy="3228600"/>
            </a:xfrm>
            <a:prstGeom prst="straightConnector1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9"/>
            <p:cNvCxnSpPr/>
            <p:nvPr/>
          </p:nvCxnSpPr>
          <p:spPr>
            <a:xfrm>
              <a:off x="5276867" y="1719275"/>
              <a:ext cx="0" cy="2890800"/>
            </a:xfrm>
            <a:prstGeom prst="straightConnector1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" name="Google Shape;105;p19"/>
            <p:cNvCxnSpPr/>
            <p:nvPr/>
          </p:nvCxnSpPr>
          <p:spPr>
            <a:xfrm>
              <a:off x="1721342" y="1719275"/>
              <a:ext cx="0" cy="2890800"/>
            </a:xfrm>
            <a:prstGeom prst="straightConnector1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" name="Google Shape;106;p19"/>
            <p:cNvCxnSpPr/>
            <p:nvPr/>
          </p:nvCxnSpPr>
          <p:spPr>
            <a:xfrm>
              <a:off x="2794983" y="1719275"/>
              <a:ext cx="0" cy="2890800"/>
            </a:xfrm>
            <a:prstGeom prst="straightConnector1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" name="Google Shape;107;p19"/>
            <p:cNvCxnSpPr/>
            <p:nvPr/>
          </p:nvCxnSpPr>
          <p:spPr>
            <a:xfrm>
              <a:off x="3868625" y="1719275"/>
              <a:ext cx="0" cy="2890800"/>
            </a:xfrm>
            <a:prstGeom prst="straightConnector1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" name="Google Shape;108;p19"/>
            <p:cNvCxnSpPr/>
            <p:nvPr/>
          </p:nvCxnSpPr>
          <p:spPr>
            <a:xfrm rot="10800000">
              <a:off x="2257201" y="2024867"/>
              <a:ext cx="0" cy="3228600"/>
            </a:xfrm>
            <a:prstGeom prst="straightConnector1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9"/>
            <p:cNvCxnSpPr/>
            <p:nvPr/>
          </p:nvCxnSpPr>
          <p:spPr>
            <a:xfrm rot="10800000">
              <a:off x="2257201" y="1060546"/>
              <a:ext cx="0" cy="3228600"/>
            </a:xfrm>
            <a:prstGeom prst="straightConnector1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0" name="Google Shape;110;p19"/>
          <p:cNvGrpSpPr/>
          <p:nvPr/>
        </p:nvGrpSpPr>
        <p:grpSpPr>
          <a:xfrm>
            <a:off x="5601964" y="3488112"/>
            <a:ext cx="988072" cy="1436237"/>
            <a:chOff x="2446425" y="1033300"/>
            <a:chExt cx="1176650" cy="1710350"/>
          </a:xfrm>
        </p:grpSpPr>
        <p:sp>
          <p:nvSpPr>
            <p:cNvPr id="111" name="Google Shape;111;p19"/>
            <p:cNvSpPr/>
            <p:nvPr/>
          </p:nvSpPr>
          <p:spPr>
            <a:xfrm>
              <a:off x="2556250" y="1262475"/>
              <a:ext cx="892400" cy="1443975"/>
            </a:xfrm>
            <a:custGeom>
              <a:avLst/>
              <a:gdLst/>
              <a:ahLst/>
              <a:cxnLst/>
              <a:rect l="l" t="t" r="r" b="b"/>
              <a:pathLst>
                <a:path w="35696" h="57759" extrusionOk="0">
                  <a:moveTo>
                    <a:pt x="17848" y="1"/>
                  </a:moveTo>
                  <a:cubicBezTo>
                    <a:pt x="2870" y="1"/>
                    <a:pt x="1" y="8300"/>
                    <a:pt x="1" y="18539"/>
                  </a:cubicBezTo>
                  <a:lnTo>
                    <a:pt x="1" y="18682"/>
                  </a:lnTo>
                  <a:lnTo>
                    <a:pt x="1" y="18765"/>
                  </a:lnTo>
                  <a:lnTo>
                    <a:pt x="1" y="50162"/>
                  </a:lnTo>
                  <a:cubicBezTo>
                    <a:pt x="1" y="54341"/>
                    <a:pt x="3299" y="57758"/>
                    <a:pt x="7323" y="57758"/>
                  </a:cubicBezTo>
                  <a:cubicBezTo>
                    <a:pt x="11336" y="57758"/>
                    <a:pt x="15205" y="54329"/>
                    <a:pt x="15205" y="50162"/>
                  </a:cubicBezTo>
                  <a:lnTo>
                    <a:pt x="15205" y="45102"/>
                  </a:lnTo>
                  <a:cubicBezTo>
                    <a:pt x="16253" y="45304"/>
                    <a:pt x="16753" y="45399"/>
                    <a:pt x="17848" y="45399"/>
                  </a:cubicBezTo>
                  <a:cubicBezTo>
                    <a:pt x="18932" y="45399"/>
                    <a:pt x="20015" y="45304"/>
                    <a:pt x="21075" y="45102"/>
                  </a:cubicBezTo>
                  <a:lnTo>
                    <a:pt x="21075" y="47674"/>
                  </a:lnTo>
                  <a:cubicBezTo>
                    <a:pt x="21075" y="51853"/>
                    <a:pt x="24361" y="55270"/>
                    <a:pt x="28385" y="55270"/>
                  </a:cubicBezTo>
                  <a:cubicBezTo>
                    <a:pt x="32410" y="55270"/>
                    <a:pt x="35696" y="51841"/>
                    <a:pt x="35696" y="47674"/>
                  </a:cubicBezTo>
                  <a:lnTo>
                    <a:pt x="35696" y="16741"/>
                  </a:lnTo>
                  <a:cubicBezTo>
                    <a:pt x="35696" y="15693"/>
                    <a:pt x="35493" y="14658"/>
                    <a:pt x="35077" y="13693"/>
                  </a:cubicBezTo>
                  <a:cubicBezTo>
                    <a:pt x="33029" y="5811"/>
                    <a:pt x="26099" y="1"/>
                    <a:pt x="1784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112;p19"/>
            <p:cNvSpPr/>
            <p:nvPr/>
          </p:nvSpPr>
          <p:spPr>
            <a:xfrm>
              <a:off x="2519050" y="1225275"/>
              <a:ext cx="966825" cy="1518375"/>
            </a:xfrm>
            <a:custGeom>
              <a:avLst/>
              <a:gdLst/>
              <a:ahLst/>
              <a:cxnLst/>
              <a:rect l="l" t="t" r="r" b="b"/>
              <a:pathLst>
                <a:path w="38673" h="60735" extrusionOk="0">
                  <a:moveTo>
                    <a:pt x="19336" y="2977"/>
                  </a:moveTo>
                  <a:cubicBezTo>
                    <a:pt x="26706" y="2977"/>
                    <a:pt x="33207" y="8156"/>
                    <a:pt x="35124" y="15562"/>
                  </a:cubicBezTo>
                  <a:lnTo>
                    <a:pt x="35160" y="15669"/>
                  </a:lnTo>
                  <a:lnTo>
                    <a:pt x="35195" y="15765"/>
                  </a:lnTo>
                  <a:cubicBezTo>
                    <a:pt x="35529" y="16538"/>
                    <a:pt x="35696" y="17384"/>
                    <a:pt x="35696" y="18229"/>
                  </a:cubicBezTo>
                  <a:lnTo>
                    <a:pt x="35696" y="49162"/>
                  </a:lnTo>
                  <a:cubicBezTo>
                    <a:pt x="35696" y="52531"/>
                    <a:pt x="33088" y="55269"/>
                    <a:pt x="29873" y="55269"/>
                  </a:cubicBezTo>
                  <a:cubicBezTo>
                    <a:pt x="26659" y="55269"/>
                    <a:pt x="24051" y="52531"/>
                    <a:pt x="24051" y="49162"/>
                  </a:cubicBezTo>
                  <a:lnTo>
                    <a:pt x="24051" y="44804"/>
                  </a:lnTo>
                  <a:lnTo>
                    <a:pt x="22277" y="45137"/>
                  </a:lnTo>
                  <a:cubicBezTo>
                    <a:pt x="21313" y="45316"/>
                    <a:pt x="20325" y="45399"/>
                    <a:pt x="19336" y="45399"/>
                  </a:cubicBezTo>
                  <a:cubicBezTo>
                    <a:pt x="18431" y="45399"/>
                    <a:pt x="18039" y="45328"/>
                    <a:pt x="17098" y="45149"/>
                  </a:cubicBezTo>
                  <a:lnTo>
                    <a:pt x="15205" y="44792"/>
                  </a:lnTo>
                  <a:lnTo>
                    <a:pt x="15205" y="51662"/>
                  </a:lnTo>
                  <a:cubicBezTo>
                    <a:pt x="15205" y="54853"/>
                    <a:pt x="12157" y="57758"/>
                    <a:pt x="8811" y="57758"/>
                  </a:cubicBezTo>
                  <a:cubicBezTo>
                    <a:pt x="5597" y="57758"/>
                    <a:pt x="2977" y="55019"/>
                    <a:pt x="2977" y="51662"/>
                  </a:cubicBezTo>
                  <a:lnTo>
                    <a:pt x="2977" y="20265"/>
                  </a:lnTo>
                  <a:lnTo>
                    <a:pt x="2977" y="20194"/>
                  </a:lnTo>
                  <a:lnTo>
                    <a:pt x="2977" y="20027"/>
                  </a:lnTo>
                  <a:cubicBezTo>
                    <a:pt x="2977" y="14348"/>
                    <a:pt x="3930" y="10478"/>
                    <a:pt x="5978" y="7823"/>
                  </a:cubicBezTo>
                  <a:cubicBezTo>
                    <a:pt x="8502" y="4573"/>
                    <a:pt x="12871" y="2977"/>
                    <a:pt x="19336" y="2977"/>
                  </a:cubicBezTo>
                  <a:close/>
                  <a:moveTo>
                    <a:pt x="19336" y="1"/>
                  </a:moveTo>
                  <a:cubicBezTo>
                    <a:pt x="2203" y="1"/>
                    <a:pt x="1" y="10693"/>
                    <a:pt x="1" y="20015"/>
                  </a:cubicBezTo>
                  <a:lnTo>
                    <a:pt x="1" y="20170"/>
                  </a:lnTo>
                  <a:lnTo>
                    <a:pt x="1" y="20253"/>
                  </a:lnTo>
                  <a:lnTo>
                    <a:pt x="1" y="51662"/>
                  </a:lnTo>
                  <a:cubicBezTo>
                    <a:pt x="1" y="56662"/>
                    <a:pt x="3953" y="60734"/>
                    <a:pt x="8811" y="60734"/>
                  </a:cubicBezTo>
                  <a:cubicBezTo>
                    <a:pt x="13800" y="60734"/>
                    <a:pt x="18181" y="56496"/>
                    <a:pt x="18181" y="51650"/>
                  </a:cubicBezTo>
                  <a:lnTo>
                    <a:pt x="18181" y="48328"/>
                  </a:lnTo>
                  <a:cubicBezTo>
                    <a:pt x="18515" y="48364"/>
                    <a:pt x="18896" y="48376"/>
                    <a:pt x="19336" y="48376"/>
                  </a:cubicBezTo>
                  <a:cubicBezTo>
                    <a:pt x="19920" y="48376"/>
                    <a:pt x="20491" y="48352"/>
                    <a:pt x="21075" y="48304"/>
                  </a:cubicBezTo>
                  <a:lnTo>
                    <a:pt x="21075" y="49162"/>
                  </a:lnTo>
                  <a:cubicBezTo>
                    <a:pt x="21075" y="54174"/>
                    <a:pt x="25016" y="58246"/>
                    <a:pt x="29873" y="58246"/>
                  </a:cubicBezTo>
                  <a:cubicBezTo>
                    <a:pt x="34731" y="58246"/>
                    <a:pt x="38672" y="54174"/>
                    <a:pt x="38672" y="49162"/>
                  </a:cubicBezTo>
                  <a:lnTo>
                    <a:pt x="38672" y="18217"/>
                  </a:lnTo>
                  <a:cubicBezTo>
                    <a:pt x="38672" y="17015"/>
                    <a:pt x="38446" y="15812"/>
                    <a:pt x="37982" y="14705"/>
                  </a:cubicBezTo>
                  <a:cubicBezTo>
                    <a:pt x="35684" y="6037"/>
                    <a:pt x="28028" y="1"/>
                    <a:pt x="19336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113;p19"/>
            <p:cNvSpPr/>
            <p:nvPr/>
          </p:nvSpPr>
          <p:spPr>
            <a:xfrm>
              <a:off x="2483625" y="1070500"/>
              <a:ext cx="1108150" cy="1067600"/>
            </a:xfrm>
            <a:custGeom>
              <a:avLst/>
              <a:gdLst/>
              <a:ahLst/>
              <a:cxnLst/>
              <a:rect l="l" t="t" r="r" b="b"/>
              <a:pathLst>
                <a:path w="44326" h="42704" extrusionOk="0">
                  <a:moveTo>
                    <a:pt x="21313" y="0"/>
                  </a:moveTo>
                  <a:cubicBezTo>
                    <a:pt x="9538" y="0"/>
                    <a:pt x="1" y="9549"/>
                    <a:pt x="1" y="21325"/>
                  </a:cubicBezTo>
                  <a:cubicBezTo>
                    <a:pt x="1" y="33100"/>
                    <a:pt x="10038" y="41994"/>
                    <a:pt x="21313" y="42649"/>
                  </a:cubicBezTo>
                  <a:cubicBezTo>
                    <a:pt x="21956" y="42685"/>
                    <a:pt x="22584" y="42703"/>
                    <a:pt x="23197" y="42703"/>
                  </a:cubicBezTo>
                  <a:cubicBezTo>
                    <a:pt x="38250" y="42703"/>
                    <a:pt x="44325" y="31820"/>
                    <a:pt x="43685" y="20277"/>
                  </a:cubicBezTo>
                  <a:cubicBezTo>
                    <a:pt x="43018" y="8525"/>
                    <a:pt x="33088" y="0"/>
                    <a:pt x="2131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114;p19"/>
            <p:cNvSpPr/>
            <p:nvPr/>
          </p:nvSpPr>
          <p:spPr>
            <a:xfrm>
              <a:off x="2446425" y="1033300"/>
              <a:ext cx="1176650" cy="1141825"/>
            </a:xfrm>
            <a:custGeom>
              <a:avLst/>
              <a:gdLst/>
              <a:ahLst/>
              <a:cxnLst/>
              <a:rect l="l" t="t" r="r" b="b"/>
              <a:pathLst>
                <a:path w="47066" h="45673" extrusionOk="0">
                  <a:moveTo>
                    <a:pt x="22801" y="2977"/>
                  </a:moveTo>
                  <a:cubicBezTo>
                    <a:pt x="34100" y="2977"/>
                    <a:pt x="43089" y="11097"/>
                    <a:pt x="43685" y="21848"/>
                  </a:cubicBezTo>
                  <a:cubicBezTo>
                    <a:pt x="44042" y="28349"/>
                    <a:pt x="42196" y="33981"/>
                    <a:pt x="38470" y="37695"/>
                  </a:cubicBezTo>
                  <a:cubicBezTo>
                    <a:pt x="35144" y="41021"/>
                    <a:pt x="30526" y="42702"/>
                    <a:pt x="24722" y="42702"/>
                  </a:cubicBezTo>
                  <a:cubicBezTo>
                    <a:pt x="24126" y="42702"/>
                    <a:pt x="23517" y="42684"/>
                    <a:pt x="22896" y="42648"/>
                  </a:cubicBezTo>
                  <a:cubicBezTo>
                    <a:pt x="11728" y="42005"/>
                    <a:pt x="2977" y="33290"/>
                    <a:pt x="2977" y="22813"/>
                  </a:cubicBezTo>
                  <a:cubicBezTo>
                    <a:pt x="2977" y="11883"/>
                    <a:pt x="11871" y="2977"/>
                    <a:pt x="22801" y="2977"/>
                  </a:cubicBezTo>
                  <a:close/>
                  <a:moveTo>
                    <a:pt x="22801" y="0"/>
                  </a:moveTo>
                  <a:cubicBezTo>
                    <a:pt x="10228" y="0"/>
                    <a:pt x="0" y="10228"/>
                    <a:pt x="0" y="22801"/>
                  </a:cubicBezTo>
                  <a:cubicBezTo>
                    <a:pt x="0" y="28789"/>
                    <a:pt x="2441" y="34433"/>
                    <a:pt x="6882" y="38707"/>
                  </a:cubicBezTo>
                  <a:cubicBezTo>
                    <a:pt x="11169" y="42827"/>
                    <a:pt x="16788" y="45280"/>
                    <a:pt x="22718" y="45613"/>
                  </a:cubicBezTo>
                  <a:cubicBezTo>
                    <a:pt x="23372" y="45649"/>
                    <a:pt x="24015" y="45672"/>
                    <a:pt x="24658" y="45672"/>
                  </a:cubicBezTo>
                  <a:cubicBezTo>
                    <a:pt x="31231" y="45672"/>
                    <a:pt x="36707" y="43660"/>
                    <a:pt x="40577" y="39803"/>
                  </a:cubicBezTo>
                  <a:cubicBezTo>
                    <a:pt x="44911" y="35481"/>
                    <a:pt x="47066" y="29039"/>
                    <a:pt x="46661" y="21681"/>
                  </a:cubicBezTo>
                  <a:cubicBezTo>
                    <a:pt x="46340" y="15693"/>
                    <a:pt x="43637" y="10085"/>
                    <a:pt x="39148" y="6096"/>
                  </a:cubicBezTo>
                  <a:cubicBezTo>
                    <a:pt x="34731" y="2167"/>
                    <a:pt x="28921" y="0"/>
                    <a:pt x="22801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115;p19"/>
            <p:cNvSpPr/>
            <p:nvPr/>
          </p:nvSpPr>
          <p:spPr>
            <a:xfrm>
              <a:off x="2752425" y="1328875"/>
              <a:ext cx="702175" cy="389350"/>
            </a:xfrm>
            <a:custGeom>
              <a:avLst/>
              <a:gdLst/>
              <a:ahLst/>
              <a:cxnLst/>
              <a:rect l="l" t="t" r="r" b="b"/>
              <a:pathLst>
                <a:path w="28087" h="15574" extrusionOk="0">
                  <a:moveTo>
                    <a:pt x="7787" y="0"/>
                  </a:moveTo>
                  <a:cubicBezTo>
                    <a:pt x="1191" y="0"/>
                    <a:pt x="0" y="3501"/>
                    <a:pt x="0" y="7787"/>
                  </a:cubicBezTo>
                  <a:cubicBezTo>
                    <a:pt x="12" y="12073"/>
                    <a:pt x="3489" y="15550"/>
                    <a:pt x="7787" y="15573"/>
                  </a:cubicBezTo>
                  <a:lnTo>
                    <a:pt x="20300" y="15573"/>
                  </a:lnTo>
                  <a:cubicBezTo>
                    <a:pt x="24598" y="15550"/>
                    <a:pt x="28075" y="12073"/>
                    <a:pt x="28087" y="7787"/>
                  </a:cubicBezTo>
                  <a:cubicBezTo>
                    <a:pt x="28075" y="3489"/>
                    <a:pt x="24598" y="12"/>
                    <a:pt x="2030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116;p19"/>
            <p:cNvSpPr/>
            <p:nvPr/>
          </p:nvSpPr>
          <p:spPr>
            <a:xfrm>
              <a:off x="2715200" y="1291650"/>
              <a:ext cx="779600" cy="463800"/>
            </a:xfrm>
            <a:custGeom>
              <a:avLst/>
              <a:gdLst/>
              <a:ahLst/>
              <a:cxnLst/>
              <a:rect l="l" t="t" r="r" b="b"/>
              <a:pathLst>
                <a:path w="31184" h="18552" extrusionOk="0">
                  <a:moveTo>
                    <a:pt x="21876" y="2977"/>
                  </a:moveTo>
                  <a:cubicBezTo>
                    <a:pt x="25349" y="2977"/>
                    <a:pt x="28183" y="5793"/>
                    <a:pt x="28183" y="9276"/>
                  </a:cubicBezTo>
                  <a:cubicBezTo>
                    <a:pt x="28183" y="12759"/>
                    <a:pt x="25349" y="15575"/>
                    <a:pt x="21876" y="15575"/>
                  </a:cubicBezTo>
                  <a:cubicBezTo>
                    <a:pt x="21847" y="15575"/>
                    <a:pt x="21818" y="15575"/>
                    <a:pt x="21789" y="15574"/>
                  </a:cubicBezTo>
                  <a:lnTo>
                    <a:pt x="9264" y="15574"/>
                  </a:lnTo>
                  <a:cubicBezTo>
                    <a:pt x="5787" y="15562"/>
                    <a:pt x="2977" y="12752"/>
                    <a:pt x="2977" y="9276"/>
                  </a:cubicBezTo>
                  <a:cubicBezTo>
                    <a:pt x="2977" y="7097"/>
                    <a:pt x="3323" y="5644"/>
                    <a:pt x="4061" y="4704"/>
                  </a:cubicBezTo>
                  <a:cubicBezTo>
                    <a:pt x="4990" y="3549"/>
                    <a:pt x="6692" y="2977"/>
                    <a:pt x="9276" y="2977"/>
                  </a:cubicBezTo>
                  <a:lnTo>
                    <a:pt x="21789" y="2977"/>
                  </a:lnTo>
                  <a:cubicBezTo>
                    <a:pt x="21818" y="2977"/>
                    <a:pt x="21847" y="2977"/>
                    <a:pt x="21876" y="2977"/>
                  </a:cubicBezTo>
                  <a:close/>
                  <a:moveTo>
                    <a:pt x="21899" y="0"/>
                  </a:moveTo>
                  <a:cubicBezTo>
                    <a:pt x="21862" y="0"/>
                    <a:pt x="21826" y="0"/>
                    <a:pt x="21789" y="1"/>
                  </a:cubicBezTo>
                  <a:lnTo>
                    <a:pt x="9276" y="1"/>
                  </a:lnTo>
                  <a:cubicBezTo>
                    <a:pt x="965" y="1"/>
                    <a:pt x="1" y="5299"/>
                    <a:pt x="1" y="9276"/>
                  </a:cubicBezTo>
                  <a:cubicBezTo>
                    <a:pt x="13" y="14395"/>
                    <a:pt x="4156" y="18539"/>
                    <a:pt x="9276" y="18551"/>
                  </a:cubicBezTo>
                  <a:lnTo>
                    <a:pt x="21789" y="18551"/>
                  </a:lnTo>
                  <a:cubicBezTo>
                    <a:pt x="21826" y="18551"/>
                    <a:pt x="21862" y="18551"/>
                    <a:pt x="21899" y="18551"/>
                  </a:cubicBezTo>
                  <a:cubicBezTo>
                    <a:pt x="27016" y="18551"/>
                    <a:pt x="31183" y="14407"/>
                    <a:pt x="31183" y="9276"/>
                  </a:cubicBezTo>
                  <a:cubicBezTo>
                    <a:pt x="31183" y="4145"/>
                    <a:pt x="27016" y="0"/>
                    <a:pt x="21899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77368144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3">
  <p:cSld name="Title and six columns 3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960000" y="4917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subTitle" idx="1"/>
          </p:nvPr>
        </p:nvSpPr>
        <p:spPr>
          <a:xfrm>
            <a:off x="959967" y="2108200"/>
            <a:ext cx="2984400" cy="5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ubTitle" idx="2"/>
          </p:nvPr>
        </p:nvSpPr>
        <p:spPr>
          <a:xfrm>
            <a:off x="4603784" y="2108200"/>
            <a:ext cx="2984400" cy="5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subTitle" idx="3"/>
          </p:nvPr>
        </p:nvSpPr>
        <p:spPr>
          <a:xfrm>
            <a:off x="4603809" y="2473867"/>
            <a:ext cx="2984400" cy="11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22" name="Google Shape;122;p20"/>
          <p:cNvSpPr txBox="1">
            <a:spLocks noGrp="1"/>
          </p:cNvSpPr>
          <p:nvPr>
            <p:ph type="subTitle" idx="4"/>
          </p:nvPr>
        </p:nvSpPr>
        <p:spPr>
          <a:xfrm>
            <a:off x="960000" y="2473867"/>
            <a:ext cx="2984400" cy="11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23" name="Google Shape;123;p20"/>
          <p:cNvSpPr txBox="1">
            <a:spLocks noGrp="1"/>
          </p:cNvSpPr>
          <p:nvPr>
            <p:ph type="subTitle" idx="5"/>
          </p:nvPr>
        </p:nvSpPr>
        <p:spPr>
          <a:xfrm>
            <a:off x="8247584" y="2108200"/>
            <a:ext cx="2984400" cy="5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24" name="Google Shape;124;p20"/>
          <p:cNvSpPr txBox="1">
            <a:spLocks noGrp="1"/>
          </p:cNvSpPr>
          <p:nvPr>
            <p:ph type="subTitle" idx="6"/>
          </p:nvPr>
        </p:nvSpPr>
        <p:spPr>
          <a:xfrm>
            <a:off x="8247601" y="2473867"/>
            <a:ext cx="2984400" cy="11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25" name="Google Shape;125;p20"/>
          <p:cNvSpPr txBox="1">
            <a:spLocks noGrp="1"/>
          </p:cNvSpPr>
          <p:nvPr>
            <p:ph type="subTitle" idx="7"/>
          </p:nvPr>
        </p:nvSpPr>
        <p:spPr>
          <a:xfrm>
            <a:off x="959967" y="4203700"/>
            <a:ext cx="2984400" cy="5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26" name="Google Shape;126;p20"/>
          <p:cNvSpPr txBox="1">
            <a:spLocks noGrp="1"/>
          </p:cNvSpPr>
          <p:nvPr>
            <p:ph type="subTitle" idx="8"/>
          </p:nvPr>
        </p:nvSpPr>
        <p:spPr>
          <a:xfrm>
            <a:off x="4603784" y="4203700"/>
            <a:ext cx="2984400" cy="5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subTitle" idx="9"/>
          </p:nvPr>
        </p:nvSpPr>
        <p:spPr>
          <a:xfrm>
            <a:off x="4603809" y="4569367"/>
            <a:ext cx="2984400" cy="11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ubTitle" idx="13"/>
          </p:nvPr>
        </p:nvSpPr>
        <p:spPr>
          <a:xfrm>
            <a:off x="960000" y="4569367"/>
            <a:ext cx="2984400" cy="11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subTitle" idx="14"/>
          </p:nvPr>
        </p:nvSpPr>
        <p:spPr>
          <a:xfrm>
            <a:off x="8247584" y="4203700"/>
            <a:ext cx="2984400" cy="5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1"/>
              </a:buClr>
              <a:buSzPts val="1600"/>
              <a:buNone/>
              <a:defRPr sz="2133" b="1">
                <a:solidFill>
                  <a:schemeClr val="accent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subTitle" idx="15"/>
          </p:nvPr>
        </p:nvSpPr>
        <p:spPr>
          <a:xfrm>
            <a:off x="8247601" y="4569367"/>
            <a:ext cx="2984400" cy="11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852048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5995133" y="1958033"/>
            <a:ext cx="5060000" cy="17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subTitle" idx="1"/>
          </p:nvPr>
        </p:nvSpPr>
        <p:spPr>
          <a:xfrm>
            <a:off x="5994933" y="3820367"/>
            <a:ext cx="5060000" cy="10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800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6017036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>
            <a:spLocks noGrp="1"/>
          </p:cNvSpPr>
          <p:nvPr>
            <p:ph type="title" hasCustomPrompt="1"/>
          </p:nvPr>
        </p:nvSpPr>
        <p:spPr>
          <a:xfrm>
            <a:off x="3503400" y="953833"/>
            <a:ext cx="5185200" cy="88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9pPr>
          </a:lstStyle>
          <a:p>
            <a:r>
              <a:t>xx%</a:t>
            </a:r>
          </a:p>
        </p:txBody>
      </p:sp>
      <p:sp>
        <p:nvSpPr>
          <p:cNvPr id="136" name="Google Shape;136;p22"/>
          <p:cNvSpPr txBox="1">
            <a:spLocks noGrp="1"/>
          </p:cNvSpPr>
          <p:nvPr>
            <p:ph type="subTitle" idx="1"/>
          </p:nvPr>
        </p:nvSpPr>
        <p:spPr>
          <a:xfrm>
            <a:off x="3503400" y="1830400"/>
            <a:ext cx="5185200" cy="5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37" name="Google Shape;137;p22"/>
          <p:cNvSpPr txBox="1">
            <a:spLocks noGrp="1"/>
          </p:cNvSpPr>
          <p:nvPr>
            <p:ph type="title" idx="2" hasCustomPrompt="1"/>
          </p:nvPr>
        </p:nvSpPr>
        <p:spPr>
          <a:xfrm>
            <a:off x="3503400" y="2731833"/>
            <a:ext cx="5185200" cy="88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9pPr>
          </a:lstStyle>
          <a:p>
            <a:r>
              <a:t>xx%</a:t>
            </a:r>
          </a:p>
        </p:txBody>
      </p:sp>
      <p:sp>
        <p:nvSpPr>
          <p:cNvPr id="138" name="Google Shape;138;p22"/>
          <p:cNvSpPr txBox="1">
            <a:spLocks noGrp="1"/>
          </p:cNvSpPr>
          <p:nvPr>
            <p:ph type="subTitle" idx="3"/>
          </p:nvPr>
        </p:nvSpPr>
        <p:spPr>
          <a:xfrm>
            <a:off x="3503400" y="3608467"/>
            <a:ext cx="5185200" cy="5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39" name="Google Shape;139;p22"/>
          <p:cNvSpPr txBox="1">
            <a:spLocks noGrp="1"/>
          </p:cNvSpPr>
          <p:nvPr>
            <p:ph type="title" idx="4" hasCustomPrompt="1"/>
          </p:nvPr>
        </p:nvSpPr>
        <p:spPr>
          <a:xfrm>
            <a:off x="3503400" y="4514700"/>
            <a:ext cx="5185200" cy="88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9pPr>
          </a:lstStyle>
          <a:p>
            <a:r>
              <a:t>xx%</a:t>
            </a:r>
          </a:p>
        </p:txBody>
      </p:sp>
      <p:sp>
        <p:nvSpPr>
          <p:cNvPr id="140" name="Google Shape;140;p22"/>
          <p:cNvSpPr txBox="1">
            <a:spLocks noGrp="1"/>
          </p:cNvSpPr>
          <p:nvPr>
            <p:ph type="subTitle" idx="5"/>
          </p:nvPr>
        </p:nvSpPr>
        <p:spPr>
          <a:xfrm>
            <a:off x="3503400" y="5386567"/>
            <a:ext cx="5185200" cy="5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0497331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>
            <a:spLocks noGrp="1"/>
          </p:cNvSpPr>
          <p:nvPr>
            <p:ph type="title"/>
          </p:nvPr>
        </p:nvSpPr>
        <p:spPr>
          <a:xfrm>
            <a:off x="960000" y="1922267"/>
            <a:ext cx="403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subTitle" idx="1"/>
          </p:nvPr>
        </p:nvSpPr>
        <p:spPr>
          <a:xfrm>
            <a:off x="960000" y="3186933"/>
            <a:ext cx="4031200" cy="17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800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7093364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>
            <a:spLocks noGrp="1"/>
          </p:cNvSpPr>
          <p:nvPr>
            <p:ph type="title"/>
          </p:nvPr>
        </p:nvSpPr>
        <p:spPr>
          <a:xfrm>
            <a:off x="7200800" y="1922267"/>
            <a:ext cx="403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46" name="Google Shape;146;p24"/>
          <p:cNvSpPr txBox="1">
            <a:spLocks noGrp="1"/>
          </p:cNvSpPr>
          <p:nvPr>
            <p:ph type="subTitle" idx="1"/>
          </p:nvPr>
        </p:nvSpPr>
        <p:spPr>
          <a:xfrm>
            <a:off x="7200800" y="3186933"/>
            <a:ext cx="4031200" cy="17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800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9312526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>
            <a:spLocks noGrp="1"/>
          </p:cNvSpPr>
          <p:nvPr>
            <p:ph type="title"/>
          </p:nvPr>
        </p:nvSpPr>
        <p:spPr>
          <a:xfrm>
            <a:off x="3759200" y="432200"/>
            <a:ext cx="4673600" cy="17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1000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10000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1000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1000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10000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10000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10000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10000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49" name="Google Shape;149;p25"/>
          <p:cNvSpPr txBox="1">
            <a:spLocks noGrp="1"/>
          </p:cNvSpPr>
          <p:nvPr>
            <p:ph type="subTitle" idx="1"/>
          </p:nvPr>
        </p:nvSpPr>
        <p:spPr>
          <a:xfrm>
            <a:off x="3759200" y="2090600"/>
            <a:ext cx="4673600" cy="156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50" name="Google Shape;150;p25"/>
          <p:cNvSpPr txBox="1">
            <a:spLocks noGrp="1"/>
          </p:cNvSpPr>
          <p:nvPr>
            <p:ph type="subTitle" idx="2"/>
          </p:nvPr>
        </p:nvSpPr>
        <p:spPr>
          <a:xfrm>
            <a:off x="3517500" y="5686933"/>
            <a:ext cx="5156800" cy="48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3374700" y="4726577"/>
            <a:ext cx="5442800" cy="8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CREDITS: This presentation template was created by </a:t>
            </a:r>
            <a:r>
              <a:rPr lang="en" sz="1600" b="1">
                <a:solidFill>
                  <a:schemeClr val="lt1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, including icons by </a:t>
            </a:r>
            <a:r>
              <a:rPr lang="en" sz="1600" b="1">
                <a:solidFill>
                  <a:schemeClr val="lt1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, infographics &amp; images by </a:t>
            </a:r>
            <a:r>
              <a:rPr lang="en" sz="1600" b="1">
                <a:solidFill>
                  <a:schemeClr val="lt1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endParaRPr sz="1600"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32248815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>
            <a:spLocks noGrp="1"/>
          </p:cNvSpPr>
          <p:nvPr>
            <p:ph type="title"/>
          </p:nvPr>
        </p:nvSpPr>
        <p:spPr>
          <a:xfrm>
            <a:off x="960000" y="4917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54" name="Google Shape;154;p26"/>
          <p:cNvSpPr txBox="1">
            <a:spLocks noGrp="1"/>
          </p:cNvSpPr>
          <p:nvPr>
            <p:ph type="subTitle" idx="1"/>
          </p:nvPr>
        </p:nvSpPr>
        <p:spPr>
          <a:xfrm>
            <a:off x="1289200" y="1993900"/>
            <a:ext cx="4482800" cy="40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800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55" name="Google Shape;155;p26"/>
          <p:cNvSpPr txBox="1">
            <a:spLocks noGrp="1"/>
          </p:cNvSpPr>
          <p:nvPr>
            <p:ph type="subTitle" idx="2"/>
          </p:nvPr>
        </p:nvSpPr>
        <p:spPr>
          <a:xfrm>
            <a:off x="6420000" y="1993900"/>
            <a:ext cx="4482800" cy="40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800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9735147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978431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A0FFD-B8F4-4939-BF04-A2887998725F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6961F84-2839-46FE-AFB2-CBB7C518F8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982592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A0FFD-B8F4-4939-BF04-A2887998725F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6961F84-2839-46FE-AFB2-CBB7C518F8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766030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"/>
          <p:cNvSpPr txBox="1">
            <a:spLocks noGrp="1"/>
          </p:cNvSpPr>
          <p:nvPr>
            <p:ph type="subTitle" idx="1"/>
          </p:nvPr>
        </p:nvSpPr>
        <p:spPr>
          <a:xfrm>
            <a:off x="7502233" y="2588568"/>
            <a:ext cx="3188800" cy="621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2"/>
          </p:nvPr>
        </p:nvSpPr>
        <p:spPr>
          <a:xfrm>
            <a:off x="1505733" y="4201468"/>
            <a:ext cx="3188800" cy="62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1500133" y="3725367"/>
            <a:ext cx="3194400" cy="351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83" name="Google Shape;283;p20"/>
          <p:cNvSpPr txBox="1">
            <a:spLocks noGrp="1"/>
          </p:cNvSpPr>
          <p:nvPr>
            <p:ph type="title" idx="3"/>
          </p:nvPr>
        </p:nvSpPr>
        <p:spPr>
          <a:xfrm>
            <a:off x="7502233" y="2110067"/>
            <a:ext cx="3194400" cy="35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8454998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144866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835368" y="-2028199"/>
            <a:ext cx="10356937" cy="4510700"/>
            <a:chOff x="24125" y="294775"/>
            <a:chExt cx="7767703" cy="3383025"/>
          </a:xfrm>
        </p:grpSpPr>
        <p:sp>
          <p:nvSpPr>
            <p:cNvPr id="10" name="Google Shape;10;p2"/>
            <p:cNvSpPr/>
            <p:nvPr/>
          </p:nvSpPr>
          <p:spPr>
            <a:xfrm>
              <a:off x="1686375" y="607200"/>
              <a:ext cx="142125" cy="129550"/>
            </a:xfrm>
            <a:custGeom>
              <a:avLst/>
              <a:gdLst/>
              <a:ahLst/>
              <a:cxnLst/>
              <a:rect l="l" t="t" r="r" b="b"/>
              <a:pathLst>
                <a:path w="5685" h="5182" extrusionOk="0">
                  <a:moveTo>
                    <a:pt x="2834" y="1"/>
                  </a:moveTo>
                  <a:cubicBezTo>
                    <a:pt x="2169" y="1"/>
                    <a:pt x="1507" y="252"/>
                    <a:pt x="1005" y="754"/>
                  </a:cubicBezTo>
                  <a:cubicBezTo>
                    <a:pt x="1" y="1781"/>
                    <a:pt x="1" y="3402"/>
                    <a:pt x="1005" y="4429"/>
                  </a:cubicBezTo>
                  <a:cubicBezTo>
                    <a:pt x="1507" y="4931"/>
                    <a:pt x="2169" y="5182"/>
                    <a:pt x="2834" y="5182"/>
                  </a:cubicBezTo>
                  <a:cubicBezTo>
                    <a:pt x="3499" y="5182"/>
                    <a:pt x="4166" y="4931"/>
                    <a:pt x="4680" y="4429"/>
                  </a:cubicBezTo>
                  <a:cubicBezTo>
                    <a:pt x="5684" y="3402"/>
                    <a:pt x="5684" y="1781"/>
                    <a:pt x="4680" y="754"/>
                  </a:cubicBezTo>
                  <a:cubicBezTo>
                    <a:pt x="4166" y="252"/>
                    <a:pt x="3499" y="1"/>
                    <a:pt x="28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6609800" y="3191600"/>
              <a:ext cx="148950" cy="93025"/>
            </a:xfrm>
            <a:custGeom>
              <a:avLst/>
              <a:gdLst/>
              <a:ahLst/>
              <a:cxnLst/>
              <a:rect l="l" t="t" r="r" b="b"/>
              <a:pathLst>
                <a:path w="5958" h="3721" extrusionOk="0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6721650" y="3191600"/>
              <a:ext cx="149525" cy="93025"/>
            </a:xfrm>
            <a:custGeom>
              <a:avLst/>
              <a:gdLst/>
              <a:ahLst/>
              <a:cxnLst/>
              <a:rect l="l" t="t" r="r" b="b"/>
              <a:pathLst>
                <a:path w="5981" h="3721" extrusionOk="0">
                  <a:moveTo>
                    <a:pt x="0" y="0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834050" y="3191600"/>
              <a:ext cx="148975" cy="93025"/>
            </a:xfrm>
            <a:custGeom>
              <a:avLst/>
              <a:gdLst/>
              <a:ahLst/>
              <a:cxnLst/>
              <a:rect l="l" t="t" r="r" b="b"/>
              <a:pathLst>
                <a:path w="5959" h="3721" extrusionOk="0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945900" y="3191600"/>
              <a:ext cx="148950" cy="93025"/>
            </a:xfrm>
            <a:custGeom>
              <a:avLst/>
              <a:gdLst/>
              <a:ahLst/>
              <a:cxnLst/>
              <a:rect l="l" t="t" r="r" b="b"/>
              <a:pathLst>
                <a:path w="5958" h="3721" extrusionOk="0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057750" y="3191600"/>
              <a:ext cx="149525" cy="93025"/>
            </a:xfrm>
            <a:custGeom>
              <a:avLst/>
              <a:gdLst/>
              <a:ahLst/>
              <a:cxnLst/>
              <a:rect l="l" t="t" r="r" b="b"/>
              <a:pathLst>
                <a:path w="5981" h="3721" extrusionOk="0">
                  <a:moveTo>
                    <a:pt x="0" y="0"/>
                  </a:moveTo>
                  <a:lnTo>
                    <a:pt x="3607" y="3721"/>
                  </a:lnTo>
                  <a:lnTo>
                    <a:pt x="5980" y="3721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170150" y="3191600"/>
              <a:ext cx="148975" cy="93025"/>
            </a:xfrm>
            <a:custGeom>
              <a:avLst/>
              <a:gdLst/>
              <a:ahLst/>
              <a:cxnLst/>
              <a:rect l="l" t="t" r="r" b="b"/>
              <a:pathLst>
                <a:path w="5959" h="3721" extrusionOk="0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282000" y="3191600"/>
              <a:ext cx="149525" cy="93025"/>
            </a:xfrm>
            <a:custGeom>
              <a:avLst/>
              <a:gdLst/>
              <a:ahLst/>
              <a:cxnLst/>
              <a:rect l="l" t="t" r="r" b="b"/>
              <a:pathLst>
                <a:path w="5981" h="3721" extrusionOk="0">
                  <a:moveTo>
                    <a:pt x="1" y="0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406525" y="1218350"/>
              <a:ext cx="5385303" cy="1110475"/>
            </a:xfrm>
            <a:custGeom>
              <a:avLst/>
              <a:gdLst/>
              <a:ahLst/>
              <a:cxnLst/>
              <a:rect l="l" t="t" r="r" b="b"/>
              <a:pathLst>
                <a:path w="206136" h="44419" extrusionOk="0">
                  <a:moveTo>
                    <a:pt x="183" y="0"/>
                  </a:moveTo>
                  <a:cubicBezTo>
                    <a:pt x="91" y="0"/>
                    <a:pt x="0" y="92"/>
                    <a:pt x="0" y="206"/>
                  </a:cubicBezTo>
                  <a:cubicBezTo>
                    <a:pt x="0" y="297"/>
                    <a:pt x="91" y="388"/>
                    <a:pt x="183" y="388"/>
                  </a:cubicBezTo>
                  <a:lnTo>
                    <a:pt x="31887" y="388"/>
                  </a:lnTo>
                  <a:lnTo>
                    <a:pt x="54507" y="23031"/>
                  </a:lnTo>
                  <a:lnTo>
                    <a:pt x="101870" y="23031"/>
                  </a:lnTo>
                  <a:lnTo>
                    <a:pt x="123257" y="44418"/>
                  </a:lnTo>
                  <a:lnTo>
                    <a:pt x="205930" y="44418"/>
                  </a:lnTo>
                  <a:cubicBezTo>
                    <a:pt x="206044" y="44418"/>
                    <a:pt x="206136" y="44327"/>
                    <a:pt x="206136" y="44213"/>
                  </a:cubicBezTo>
                  <a:cubicBezTo>
                    <a:pt x="206136" y="44122"/>
                    <a:pt x="206044" y="44030"/>
                    <a:pt x="205930" y="44030"/>
                  </a:cubicBezTo>
                  <a:lnTo>
                    <a:pt x="123417" y="44030"/>
                  </a:lnTo>
                  <a:lnTo>
                    <a:pt x="102029" y="22643"/>
                  </a:lnTo>
                  <a:lnTo>
                    <a:pt x="54667" y="22643"/>
                  </a:lnTo>
                  <a:lnTo>
                    <a:pt x="320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987925" y="355975"/>
              <a:ext cx="6210225" cy="1468400"/>
            </a:xfrm>
            <a:custGeom>
              <a:avLst/>
              <a:gdLst/>
              <a:ahLst/>
              <a:cxnLst/>
              <a:rect l="l" t="t" r="r" b="b"/>
              <a:pathLst>
                <a:path w="248409" h="58736" extrusionOk="0">
                  <a:moveTo>
                    <a:pt x="248203" y="1"/>
                  </a:moveTo>
                  <a:cubicBezTo>
                    <a:pt x="248151" y="1"/>
                    <a:pt x="248100" y="18"/>
                    <a:pt x="248066" y="52"/>
                  </a:cubicBezTo>
                  <a:lnTo>
                    <a:pt x="196663" y="51455"/>
                  </a:lnTo>
                  <a:lnTo>
                    <a:pt x="175778" y="51455"/>
                  </a:lnTo>
                  <a:lnTo>
                    <a:pt x="155760" y="31460"/>
                  </a:lnTo>
                  <a:lnTo>
                    <a:pt x="121112" y="31460"/>
                  </a:lnTo>
                  <a:lnTo>
                    <a:pt x="94200" y="58371"/>
                  </a:lnTo>
                  <a:lnTo>
                    <a:pt x="183" y="58371"/>
                  </a:lnTo>
                  <a:cubicBezTo>
                    <a:pt x="92" y="58371"/>
                    <a:pt x="0" y="58439"/>
                    <a:pt x="0" y="58553"/>
                  </a:cubicBezTo>
                  <a:cubicBezTo>
                    <a:pt x="0" y="58645"/>
                    <a:pt x="92" y="58736"/>
                    <a:pt x="183" y="58736"/>
                  </a:cubicBezTo>
                  <a:lnTo>
                    <a:pt x="94360" y="58736"/>
                  </a:lnTo>
                  <a:lnTo>
                    <a:pt x="121248" y="31848"/>
                  </a:lnTo>
                  <a:lnTo>
                    <a:pt x="155623" y="31848"/>
                  </a:lnTo>
                  <a:lnTo>
                    <a:pt x="175618" y="51843"/>
                  </a:lnTo>
                  <a:lnTo>
                    <a:pt x="196823" y="51843"/>
                  </a:lnTo>
                  <a:lnTo>
                    <a:pt x="248340" y="326"/>
                  </a:lnTo>
                  <a:cubicBezTo>
                    <a:pt x="248408" y="235"/>
                    <a:pt x="248408" y="121"/>
                    <a:pt x="248340" y="52"/>
                  </a:cubicBezTo>
                  <a:cubicBezTo>
                    <a:pt x="248306" y="18"/>
                    <a:pt x="248254" y="1"/>
                    <a:pt x="2482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265250" y="1389550"/>
              <a:ext cx="6299250" cy="1955000"/>
            </a:xfrm>
            <a:custGeom>
              <a:avLst/>
              <a:gdLst/>
              <a:ahLst/>
              <a:cxnLst/>
              <a:rect l="l" t="t" r="r" b="b"/>
              <a:pathLst>
                <a:path w="251970" h="78200" extrusionOk="0">
                  <a:moveTo>
                    <a:pt x="389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3"/>
                    <a:pt x="160" y="776"/>
                    <a:pt x="389" y="776"/>
                  </a:cubicBezTo>
                  <a:lnTo>
                    <a:pt x="66217" y="776"/>
                  </a:lnTo>
                  <a:lnTo>
                    <a:pt x="89179" y="23738"/>
                  </a:lnTo>
                  <a:lnTo>
                    <a:pt x="125197" y="23738"/>
                  </a:lnTo>
                  <a:lnTo>
                    <a:pt x="179659" y="78199"/>
                  </a:lnTo>
                  <a:lnTo>
                    <a:pt x="251581" y="78199"/>
                  </a:lnTo>
                  <a:cubicBezTo>
                    <a:pt x="251787" y="78199"/>
                    <a:pt x="251969" y="78040"/>
                    <a:pt x="251969" y="77834"/>
                  </a:cubicBezTo>
                  <a:cubicBezTo>
                    <a:pt x="251969" y="77606"/>
                    <a:pt x="251787" y="77446"/>
                    <a:pt x="251581" y="77446"/>
                  </a:cubicBezTo>
                  <a:lnTo>
                    <a:pt x="179978" y="77446"/>
                  </a:lnTo>
                  <a:lnTo>
                    <a:pt x="125517" y="22962"/>
                  </a:lnTo>
                  <a:lnTo>
                    <a:pt x="89499" y="22962"/>
                  </a:lnTo>
                  <a:lnTo>
                    <a:pt x="665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631600" y="1974425"/>
              <a:ext cx="6160000" cy="1095650"/>
            </a:xfrm>
            <a:custGeom>
              <a:avLst/>
              <a:gdLst/>
              <a:ahLst/>
              <a:cxnLst/>
              <a:rect l="l" t="t" r="r" b="b"/>
              <a:pathLst>
                <a:path w="246400" h="43826" extrusionOk="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8"/>
                    <a:pt x="69" y="389"/>
                    <a:pt x="183" y="389"/>
                  </a:cubicBezTo>
                  <a:lnTo>
                    <a:pt x="61286" y="389"/>
                  </a:lnTo>
                  <a:lnTo>
                    <a:pt x="104723" y="43825"/>
                  </a:lnTo>
                  <a:lnTo>
                    <a:pt x="165210" y="43825"/>
                  </a:lnTo>
                  <a:lnTo>
                    <a:pt x="207414" y="1599"/>
                  </a:lnTo>
                  <a:lnTo>
                    <a:pt x="246217" y="1599"/>
                  </a:lnTo>
                  <a:cubicBezTo>
                    <a:pt x="246308" y="1599"/>
                    <a:pt x="246400" y="1507"/>
                    <a:pt x="246400" y="1416"/>
                  </a:cubicBezTo>
                  <a:cubicBezTo>
                    <a:pt x="246400" y="1302"/>
                    <a:pt x="246308" y="1233"/>
                    <a:pt x="246217" y="1233"/>
                  </a:cubicBezTo>
                  <a:lnTo>
                    <a:pt x="207254" y="1233"/>
                  </a:lnTo>
                  <a:lnTo>
                    <a:pt x="165050" y="43437"/>
                  </a:lnTo>
                  <a:lnTo>
                    <a:pt x="104883" y="43437"/>
                  </a:lnTo>
                  <a:lnTo>
                    <a:pt x="6144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978550" y="331575"/>
              <a:ext cx="4691750" cy="1289675"/>
            </a:xfrm>
            <a:custGeom>
              <a:avLst/>
              <a:gdLst/>
              <a:ahLst/>
              <a:cxnLst/>
              <a:rect l="l" t="t" r="r" b="b"/>
              <a:pathLst>
                <a:path w="187670" h="51587" extrusionOk="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937150" y="2104550"/>
              <a:ext cx="6622775" cy="1510475"/>
            </a:xfrm>
            <a:custGeom>
              <a:avLst/>
              <a:gdLst/>
              <a:ahLst/>
              <a:cxnLst/>
              <a:rect l="l" t="t" r="r" b="b"/>
              <a:pathLst>
                <a:path w="264911" h="60419" extrusionOk="0">
                  <a:moveTo>
                    <a:pt x="183" y="0"/>
                  </a:moveTo>
                  <a:cubicBezTo>
                    <a:pt x="91" y="0"/>
                    <a:pt x="0" y="69"/>
                    <a:pt x="0" y="183"/>
                  </a:cubicBezTo>
                  <a:cubicBezTo>
                    <a:pt x="0" y="297"/>
                    <a:pt x="91" y="365"/>
                    <a:pt x="183" y="365"/>
                  </a:cubicBezTo>
                  <a:lnTo>
                    <a:pt x="57177" y="365"/>
                  </a:lnTo>
                  <a:lnTo>
                    <a:pt x="70941" y="14129"/>
                  </a:lnTo>
                  <a:lnTo>
                    <a:pt x="129214" y="14129"/>
                  </a:lnTo>
                  <a:lnTo>
                    <a:pt x="175504" y="60419"/>
                  </a:lnTo>
                  <a:lnTo>
                    <a:pt x="203419" y="60419"/>
                  </a:lnTo>
                  <a:lnTo>
                    <a:pt x="232316" y="31499"/>
                  </a:lnTo>
                  <a:lnTo>
                    <a:pt x="264705" y="31499"/>
                  </a:lnTo>
                  <a:cubicBezTo>
                    <a:pt x="264819" y="31499"/>
                    <a:pt x="264911" y="31430"/>
                    <a:pt x="264911" y="31316"/>
                  </a:cubicBezTo>
                  <a:cubicBezTo>
                    <a:pt x="264911" y="31225"/>
                    <a:pt x="264819" y="31134"/>
                    <a:pt x="264705" y="31134"/>
                  </a:cubicBezTo>
                  <a:lnTo>
                    <a:pt x="232156" y="31134"/>
                  </a:lnTo>
                  <a:lnTo>
                    <a:pt x="203259" y="60031"/>
                  </a:lnTo>
                  <a:lnTo>
                    <a:pt x="175664" y="60031"/>
                  </a:lnTo>
                  <a:lnTo>
                    <a:pt x="129374" y="13764"/>
                  </a:lnTo>
                  <a:lnTo>
                    <a:pt x="71101" y="13764"/>
                  </a:lnTo>
                  <a:lnTo>
                    <a:pt x="573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664700" y="294775"/>
              <a:ext cx="3135650" cy="766675"/>
            </a:xfrm>
            <a:custGeom>
              <a:avLst/>
              <a:gdLst/>
              <a:ahLst/>
              <a:cxnLst/>
              <a:rect l="l" t="t" r="r" b="b"/>
              <a:pathLst>
                <a:path w="125426" h="30667" extrusionOk="0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00600" y="2193550"/>
              <a:ext cx="3410675" cy="530725"/>
            </a:xfrm>
            <a:custGeom>
              <a:avLst/>
              <a:gdLst/>
              <a:ahLst/>
              <a:cxnLst/>
              <a:rect l="l" t="t" r="r" b="b"/>
              <a:pathLst>
                <a:path w="136427" h="21229" extrusionOk="0">
                  <a:moveTo>
                    <a:pt x="20748" y="1"/>
                  </a:moveTo>
                  <a:lnTo>
                    <a:pt x="160" y="20589"/>
                  </a:lnTo>
                  <a:cubicBezTo>
                    <a:pt x="0" y="20726"/>
                    <a:pt x="0" y="20977"/>
                    <a:pt x="160" y="21114"/>
                  </a:cubicBezTo>
                  <a:cubicBezTo>
                    <a:pt x="228" y="21205"/>
                    <a:pt x="342" y="21228"/>
                    <a:pt x="434" y="21228"/>
                  </a:cubicBezTo>
                  <a:cubicBezTo>
                    <a:pt x="525" y="21228"/>
                    <a:pt x="616" y="21205"/>
                    <a:pt x="708" y="21114"/>
                  </a:cubicBezTo>
                  <a:lnTo>
                    <a:pt x="21045" y="777"/>
                  </a:lnTo>
                  <a:lnTo>
                    <a:pt x="85390" y="777"/>
                  </a:lnTo>
                  <a:lnTo>
                    <a:pt x="103307" y="18672"/>
                  </a:lnTo>
                  <a:lnTo>
                    <a:pt x="136039" y="18672"/>
                  </a:lnTo>
                  <a:cubicBezTo>
                    <a:pt x="136267" y="18672"/>
                    <a:pt x="136427" y="18512"/>
                    <a:pt x="136427" y="18307"/>
                  </a:cubicBezTo>
                  <a:cubicBezTo>
                    <a:pt x="136427" y="18078"/>
                    <a:pt x="136267" y="17919"/>
                    <a:pt x="136039" y="17919"/>
                  </a:cubicBezTo>
                  <a:lnTo>
                    <a:pt x="103627" y="17919"/>
                  </a:lnTo>
                  <a:lnTo>
                    <a:pt x="857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06300" y="832600"/>
              <a:ext cx="2024625" cy="395475"/>
            </a:xfrm>
            <a:custGeom>
              <a:avLst/>
              <a:gdLst/>
              <a:ahLst/>
              <a:cxnLst/>
              <a:rect l="l" t="t" r="r" b="b"/>
              <a:pathLst>
                <a:path w="80985" h="15819" extrusionOk="0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24125" y="1108225"/>
              <a:ext cx="1654850" cy="513025"/>
            </a:xfrm>
            <a:custGeom>
              <a:avLst/>
              <a:gdLst/>
              <a:ahLst/>
              <a:cxnLst/>
              <a:rect l="l" t="t" r="r" b="b"/>
              <a:pathLst>
                <a:path w="66194" h="20521" extrusionOk="0">
                  <a:moveTo>
                    <a:pt x="183" y="0"/>
                  </a:moveTo>
                  <a:cubicBezTo>
                    <a:pt x="92" y="0"/>
                    <a:pt x="1" y="91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5245" y="388"/>
                  </a:lnTo>
                  <a:lnTo>
                    <a:pt x="45377" y="20520"/>
                  </a:lnTo>
                  <a:lnTo>
                    <a:pt x="66011" y="20520"/>
                  </a:lnTo>
                  <a:cubicBezTo>
                    <a:pt x="66103" y="20520"/>
                    <a:pt x="66194" y="20429"/>
                    <a:pt x="66194" y="20337"/>
                  </a:cubicBezTo>
                  <a:cubicBezTo>
                    <a:pt x="66194" y="20223"/>
                    <a:pt x="66103" y="20132"/>
                    <a:pt x="66011" y="20132"/>
                  </a:cubicBezTo>
                  <a:lnTo>
                    <a:pt x="45537" y="20132"/>
                  </a:lnTo>
                  <a:lnTo>
                    <a:pt x="25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4125" y="1371850"/>
              <a:ext cx="979225" cy="451975"/>
            </a:xfrm>
            <a:custGeom>
              <a:avLst/>
              <a:gdLst/>
              <a:ahLst/>
              <a:cxnLst/>
              <a:rect l="l" t="t" r="r" b="b"/>
              <a:pathLst>
                <a:path w="39169" h="18079" extrusionOk="0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585500" y="1408375"/>
              <a:ext cx="1529900" cy="580350"/>
            </a:xfrm>
            <a:custGeom>
              <a:avLst/>
              <a:gdLst/>
              <a:ahLst/>
              <a:cxnLst/>
              <a:rect l="l" t="t" r="r" b="b"/>
              <a:pathLst>
                <a:path w="61196" h="23214" extrusionOk="0">
                  <a:moveTo>
                    <a:pt x="49121" y="0"/>
                  </a:moveTo>
                  <a:lnTo>
                    <a:pt x="26661" y="22460"/>
                  </a:lnTo>
                  <a:lnTo>
                    <a:pt x="389" y="22460"/>
                  </a:lnTo>
                  <a:cubicBezTo>
                    <a:pt x="161" y="22460"/>
                    <a:pt x="1" y="22620"/>
                    <a:pt x="1" y="22848"/>
                  </a:cubicBezTo>
                  <a:cubicBezTo>
                    <a:pt x="1" y="23054"/>
                    <a:pt x="161" y="23214"/>
                    <a:pt x="389" y="23214"/>
                  </a:cubicBezTo>
                  <a:lnTo>
                    <a:pt x="26980" y="23214"/>
                  </a:lnTo>
                  <a:lnTo>
                    <a:pt x="49441" y="776"/>
                  </a:lnTo>
                  <a:lnTo>
                    <a:pt x="60808" y="776"/>
                  </a:lnTo>
                  <a:cubicBezTo>
                    <a:pt x="61013" y="776"/>
                    <a:pt x="61196" y="594"/>
                    <a:pt x="61196" y="388"/>
                  </a:cubicBezTo>
                  <a:cubicBezTo>
                    <a:pt x="61196" y="183"/>
                    <a:pt x="61013" y="0"/>
                    <a:pt x="60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953000" y="3543100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66"/>
                  </a:moveTo>
                  <a:cubicBezTo>
                    <a:pt x="3972" y="366"/>
                    <a:pt x="5022" y="1416"/>
                    <a:pt x="5022" y="2694"/>
                  </a:cubicBezTo>
                  <a:cubicBezTo>
                    <a:pt x="5022" y="3949"/>
                    <a:pt x="3972" y="4999"/>
                    <a:pt x="2694" y="4999"/>
                  </a:cubicBezTo>
                  <a:cubicBezTo>
                    <a:pt x="1416" y="4999"/>
                    <a:pt x="388" y="3949"/>
                    <a:pt x="388" y="2694"/>
                  </a:cubicBezTo>
                  <a:cubicBezTo>
                    <a:pt x="388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187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187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76400" y="3566500"/>
              <a:ext cx="87900" cy="87325"/>
            </a:xfrm>
            <a:custGeom>
              <a:avLst/>
              <a:gdLst/>
              <a:ahLst/>
              <a:cxnLst/>
              <a:rect l="l" t="t" r="r" b="b"/>
              <a:pathLst>
                <a:path w="3516" h="3493" extrusionOk="0">
                  <a:moveTo>
                    <a:pt x="1758" y="0"/>
                  </a:moveTo>
                  <a:cubicBezTo>
                    <a:pt x="799" y="0"/>
                    <a:pt x="0" y="776"/>
                    <a:pt x="0" y="1758"/>
                  </a:cubicBezTo>
                  <a:cubicBezTo>
                    <a:pt x="0" y="2717"/>
                    <a:pt x="799" y="3493"/>
                    <a:pt x="1758" y="3493"/>
                  </a:cubicBezTo>
                  <a:cubicBezTo>
                    <a:pt x="2739" y="3493"/>
                    <a:pt x="3515" y="2717"/>
                    <a:pt x="3515" y="1758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421175" y="2256325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2"/>
                    <a:pt x="3972" y="5022"/>
                    <a:pt x="2694" y="5022"/>
                  </a:cubicBezTo>
                  <a:cubicBezTo>
                    <a:pt x="1415" y="5022"/>
                    <a:pt x="365" y="3972"/>
                    <a:pt x="365" y="2694"/>
                  </a:cubicBezTo>
                  <a:cubicBezTo>
                    <a:pt x="365" y="1416"/>
                    <a:pt x="1415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444575" y="2279725"/>
              <a:ext cx="87900" cy="87900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0"/>
                  </a:moveTo>
                  <a:cubicBezTo>
                    <a:pt x="776" y="0"/>
                    <a:pt x="0" y="799"/>
                    <a:pt x="0" y="1758"/>
                  </a:cubicBezTo>
                  <a:cubicBezTo>
                    <a:pt x="0" y="2739"/>
                    <a:pt x="776" y="3516"/>
                    <a:pt x="1758" y="3516"/>
                  </a:cubicBezTo>
                  <a:cubicBezTo>
                    <a:pt x="2716" y="3516"/>
                    <a:pt x="3515" y="2739"/>
                    <a:pt x="3515" y="1758"/>
                  </a:cubicBezTo>
                  <a:cubicBezTo>
                    <a:pt x="3515" y="799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459400" y="1912225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482800" y="1935625"/>
              <a:ext cx="87900" cy="87900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1"/>
                  </a:moveTo>
                  <a:cubicBezTo>
                    <a:pt x="799" y="1"/>
                    <a:pt x="0" y="777"/>
                    <a:pt x="0" y="1758"/>
                  </a:cubicBezTo>
                  <a:cubicBezTo>
                    <a:pt x="0" y="2717"/>
                    <a:pt x="799" y="3516"/>
                    <a:pt x="1758" y="3516"/>
                  </a:cubicBezTo>
                  <a:cubicBezTo>
                    <a:pt x="2739" y="3516"/>
                    <a:pt x="3515" y="2717"/>
                    <a:pt x="3515" y="1758"/>
                  </a:cubicBezTo>
                  <a:cubicBezTo>
                    <a:pt x="3515" y="777"/>
                    <a:pt x="2739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4736975" y="1935625"/>
              <a:ext cx="87900" cy="87900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1"/>
                  </a:moveTo>
                  <a:cubicBezTo>
                    <a:pt x="777" y="1"/>
                    <a:pt x="1" y="777"/>
                    <a:pt x="1" y="1758"/>
                  </a:cubicBezTo>
                  <a:cubicBezTo>
                    <a:pt x="1" y="2717"/>
                    <a:pt x="777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044625" y="2632950"/>
              <a:ext cx="87900" cy="87325"/>
            </a:xfrm>
            <a:custGeom>
              <a:avLst/>
              <a:gdLst/>
              <a:ahLst/>
              <a:cxnLst/>
              <a:rect l="l" t="t" r="r" b="b"/>
              <a:pathLst>
                <a:path w="3516" h="3493" extrusionOk="0">
                  <a:moveTo>
                    <a:pt x="1758" y="0"/>
                  </a:moveTo>
                  <a:cubicBezTo>
                    <a:pt x="799" y="0"/>
                    <a:pt x="0" y="776"/>
                    <a:pt x="0" y="1735"/>
                  </a:cubicBezTo>
                  <a:cubicBezTo>
                    <a:pt x="0" y="2716"/>
                    <a:pt x="799" y="3493"/>
                    <a:pt x="1758" y="3493"/>
                  </a:cubicBezTo>
                  <a:cubicBezTo>
                    <a:pt x="2739" y="3493"/>
                    <a:pt x="3515" y="2716"/>
                    <a:pt x="3515" y="1735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222850" y="1085400"/>
              <a:ext cx="134675" cy="134675"/>
            </a:xfrm>
            <a:custGeom>
              <a:avLst/>
              <a:gdLst/>
              <a:ahLst/>
              <a:cxnLst/>
              <a:rect l="l" t="t" r="r" b="b"/>
              <a:pathLst>
                <a:path w="5387" h="5387" extrusionOk="0">
                  <a:moveTo>
                    <a:pt x="2694" y="388"/>
                  </a:moveTo>
                  <a:cubicBezTo>
                    <a:pt x="3972" y="388"/>
                    <a:pt x="5022" y="1415"/>
                    <a:pt x="5022" y="2694"/>
                  </a:cubicBezTo>
                  <a:cubicBezTo>
                    <a:pt x="5022" y="3972"/>
                    <a:pt x="3972" y="4999"/>
                    <a:pt x="2694" y="4999"/>
                  </a:cubicBezTo>
                  <a:cubicBezTo>
                    <a:pt x="1415" y="4999"/>
                    <a:pt x="388" y="3972"/>
                    <a:pt x="388" y="2694"/>
                  </a:cubicBezTo>
                  <a:cubicBezTo>
                    <a:pt x="388" y="1415"/>
                    <a:pt x="1415" y="388"/>
                    <a:pt x="2694" y="388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7"/>
                    <a:pt x="1210" y="5387"/>
                    <a:pt x="2694" y="5387"/>
                  </a:cubicBezTo>
                  <a:cubicBezTo>
                    <a:pt x="4177" y="5387"/>
                    <a:pt x="5387" y="4177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246800" y="1108775"/>
              <a:ext cx="87350" cy="87925"/>
            </a:xfrm>
            <a:custGeom>
              <a:avLst/>
              <a:gdLst/>
              <a:ahLst/>
              <a:cxnLst/>
              <a:rect l="l" t="t" r="r" b="b"/>
              <a:pathLst>
                <a:path w="3494" h="3517" extrusionOk="0">
                  <a:moveTo>
                    <a:pt x="1736" y="1"/>
                  </a:moveTo>
                  <a:cubicBezTo>
                    <a:pt x="777" y="1"/>
                    <a:pt x="1" y="800"/>
                    <a:pt x="1" y="1759"/>
                  </a:cubicBezTo>
                  <a:cubicBezTo>
                    <a:pt x="1" y="2717"/>
                    <a:pt x="777" y="3516"/>
                    <a:pt x="1736" y="3516"/>
                  </a:cubicBezTo>
                  <a:cubicBezTo>
                    <a:pt x="2717" y="3516"/>
                    <a:pt x="3493" y="2717"/>
                    <a:pt x="3493" y="1759"/>
                  </a:cubicBezTo>
                  <a:cubicBezTo>
                    <a:pt x="3493" y="800"/>
                    <a:pt x="2717" y="1"/>
                    <a:pt x="17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502700" y="2585000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3526100" y="2608400"/>
              <a:ext cx="87900" cy="87900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1"/>
                  </a:moveTo>
                  <a:cubicBezTo>
                    <a:pt x="776" y="1"/>
                    <a:pt x="0" y="777"/>
                    <a:pt x="0" y="1758"/>
                  </a:cubicBezTo>
                  <a:cubicBezTo>
                    <a:pt x="0" y="2717"/>
                    <a:pt x="776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281550" y="1156150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2"/>
                    <a:pt x="3972" y="4999"/>
                    <a:pt x="2694" y="4999"/>
                  </a:cubicBezTo>
                  <a:cubicBezTo>
                    <a:pt x="1416" y="4999"/>
                    <a:pt x="366" y="3972"/>
                    <a:pt x="366" y="2694"/>
                  </a:cubicBezTo>
                  <a:cubicBezTo>
                    <a:pt x="366" y="1416"/>
                    <a:pt x="1416" y="366"/>
                    <a:pt x="2694" y="366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304950" y="1179550"/>
              <a:ext cx="87325" cy="87900"/>
            </a:xfrm>
            <a:custGeom>
              <a:avLst/>
              <a:gdLst/>
              <a:ahLst/>
              <a:cxnLst/>
              <a:rect l="l" t="t" r="r" b="b"/>
              <a:pathLst>
                <a:path w="3493" h="3516" extrusionOk="0">
                  <a:moveTo>
                    <a:pt x="1758" y="0"/>
                  </a:moveTo>
                  <a:cubicBezTo>
                    <a:pt x="776" y="0"/>
                    <a:pt x="0" y="776"/>
                    <a:pt x="0" y="1758"/>
                  </a:cubicBezTo>
                  <a:cubicBezTo>
                    <a:pt x="0" y="2717"/>
                    <a:pt x="776" y="3515"/>
                    <a:pt x="1758" y="3515"/>
                  </a:cubicBezTo>
                  <a:cubicBezTo>
                    <a:pt x="2716" y="3515"/>
                    <a:pt x="3493" y="2717"/>
                    <a:pt x="3493" y="1758"/>
                  </a:cubicBezTo>
                  <a:cubicBezTo>
                    <a:pt x="3493" y="776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1577950" y="1004925"/>
              <a:ext cx="94750" cy="94750"/>
            </a:xfrm>
            <a:custGeom>
              <a:avLst/>
              <a:gdLst/>
              <a:ahLst/>
              <a:cxnLst/>
              <a:rect l="l" t="t" r="r" b="b"/>
              <a:pathLst>
                <a:path w="3790" h="3790" extrusionOk="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1595075" y="1022050"/>
              <a:ext cx="59950" cy="59950"/>
            </a:xfrm>
            <a:custGeom>
              <a:avLst/>
              <a:gdLst/>
              <a:ahLst/>
              <a:cxnLst/>
              <a:rect l="l" t="t" r="r" b="b"/>
              <a:pathLst>
                <a:path w="2398" h="2398" extrusionOk="0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892125" y="1170425"/>
              <a:ext cx="106150" cy="106150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310" y="4246"/>
                    <a:pt x="4246" y="3287"/>
                    <a:pt x="4246" y="2123"/>
                  </a:cubicBezTo>
                  <a:cubicBezTo>
                    <a:pt x="4246" y="936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7004675" y="1366150"/>
              <a:ext cx="106150" cy="106150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36" y="0"/>
                    <a:pt x="0" y="959"/>
                    <a:pt x="0" y="2123"/>
                  </a:cubicBezTo>
                  <a:cubicBezTo>
                    <a:pt x="0" y="3310"/>
                    <a:pt x="936" y="4246"/>
                    <a:pt x="2123" y="4246"/>
                  </a:cubicBezTo>
                  <a:cubicBezTo>
                    <a:pt x="3287" y="4246"/>
                    <a:pt x="4246" y="3310"/>
                    <a:pt x="4246" y="2123"/>
                  </a:cubicBezTo>
                  <a:cubicBezTo>
                    <a:pt x="4246" y="959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446600" y="2270600"/>
              <a:ext cx="106150" cy="106150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59" y="0"/>
                    <a:pt x="0" y="959"/>
                    <a:pt x="0" y="2123"/>
                  </a:cubicBezTo>
                  <a:cubicBezTo>
                    <a:pt x="0" y="3310"/>
                    <a:pt x="959" y="4246"/>
                    <a:pt x="2123" y="4246"/>
                  </a:cubicBezTo>
                  <a:cubicBezTo>
                    <a:pt x="3310" y="4246"/>
                    <a:pt x="4246" y="3310"/>
                    <a:pt x="4246" y="2123"/>
                  </a:cubicBezTo>
                  <a:cubicBezTo>
                    <a:pt x="4246" y="959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258275" y="3300575"/>
              <a:ext cx="69650" cy="69650"/>
            </a:xfrm>
            <a:custGeom>
              <a:avLst/>
              <a:gdLst/>
              <a:ahLst/>
              <a:cxnLst/>
              <a:rect l="l" t="t" r="r" b="b"/>
              <a:pathLst>
                <a:path w="2786" h="2786" extrusionOk="0">
                  <a:moveTo>
                    <a:pt x="1393" y="1"/>
                  </a:moveTo>
                  <a:cubicBezTo>
                    <a:pt x="617" y="1"/>
                    <a:pt x="1" y="617"/>
                    <a:pt x="1" y="1393"/>
                  </a:cubicBezTo>
                  <a:cubicBezTo>
                    <a:pt x="1" y="2146"/>
                    <a:pt x="617" y="2786"/>
                    <a:pt x="1393" y="2786"/>
                  </a:cubicBezTo>
                  <a:cubicBezTo>
                    <a:pt x="2169" y="2786"/>
                    <a:pt x="2786" y="2146"/>
                    <a:pt x="2786" y="1393"/>
                  </a:cubicBezTo>
                  <a:cubicBezTo>
                    <a:pt x="2786" y="617"/>
                    <a:pt x="2169" y="1"/>
                    <a:pt x="1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4746100" y="3030675"/>
              <a:ext cx="69650" cy="69075"/>
            </a:xfrm>
            <a:custGeom>
              <a:avLst/>
              <a:gdLst/>
              <a:ahLst/>
              <a:cxnLst/>
              <a:rect l="l" t="t" r="r" b="b"/>
              <a:pathLst>
                <a:path w="2786" h="2763" extrusionOk="0">
                  <a:moveTo>
                    <a:pt x="1393" y="0"/>
                  </a:moveTo>
                  <a:cubicBezTo>
                    <a:pt x="617" y="0"/>
                    <a:pt x="1" y="617"/>
                    <a:pt x="1" y="1393"/>
                  </a:cubicBezTo>
                  <a:cubicBezTo>
                    <a:pt x="1" y="2146"/>
                    <a:pt x="617" y="2762"/>
                    <a:pt x="1393" y="2762"/>
                  </a:cubicBezTo>
                  <a:cubicBezTo>
                    <a:pt x="2169" y="2762"/>
                    <a:pt x="2786" y="2146"/>
                    <a:pt x="2786" y="1393"/>
                  </a:cubicBezTo>
                  <a:cubicBezTo>
                    <a:pt x="2786" y="617"/>
                    <a:pt x="2169" y="0"/>
                    <a:pt x="1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5111875" y="1378700"/>
              <a:ext cx="106175" cy="106150"/>
            </a:xfrm>
            <a:custGeom>
              <a:avLst/>
              <a:gdLst/>
              <a:ahLst/>
              <a:cxnLst/>
              <a:rect l="l" t="t" r="r" b="b"/>
              <a:pathLst>
                <a:path w="4247" h="4246" extrusionOk="0">
                  <a:moveTo>
                    <a:pt x="2124" y="0"/>
                  </a:moveTo>
                  <a:cubicBezTo>
                    <a:pt x="960" y="0"/>
                    <a:pt x="1" y="959"/>
                    <a:pt x="1" y="2123"/>
                  </a:cubicBezTo>
                  <a:cubicBezTo>
                    <a:pt x="1" y="3310"/>
                    <a:pt x="960" y="4246"/>
                    <a:pt x="2124" y="4246"/>
                  </a:cubicBezTo>
                  <a:cubicBezTo>
                    <a:pt x="3288" y="4246"/>
                    <a:pt x="4246" y="3310"/>
                    <a:pt x="4246" y="2123"/>
                  </a:cubicBezTo>
                  <a:cubicBezTo>
                    <a:pt x="4246" y="959"/>
                    <a:pt x="3288" y="0"/>
                    <a:pt x="21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5692225" y="1404950"/>
              <a:ext cx="75350" cy="74775"/>
            </a:xfrm>
            <a:custGeom>
              <a:avLst/>
              <a:gdLst/>
              <a:ahLst/>
              <a:cxnLst/>
              <a:rect l="l" t="t" r="r" b="b"/>
              <a:pathLst>
                <a:path w="3014" h="2991" extrusionOk="0">
                  <a:moveTo>
                    <a:pt x="1507" y="0"/>
                  </a:moveTo>
                  <a:cubicBezTo>
                    <a:pt x="685" y="0"/>
                    <a:pt x="0" y="662"/>
                    <a:pt x="0" y="1507"/>
                  </a:cubicBezTo>
                  <a:cubicBezTo>
                    <a:pt x="0" y="2328"/>
                    <a:pt x="685" y="2990"/>
                    <a:pt x="1507" y="2990"/>
                  </a:cubicBezTo>
                  <a:cubicBezTo>
                    <a:pt x="2328" y="2990"/>
                    <a:pt x="3013" y="2328"/>
                    <a:pt x="3013" y="1507"/>
                  </a:cubicBezTo>
                  <a:cubicBezTo>
                    <a:pt x="3013" y="662"/>
                    <a:pt x="2328" y="0"/>
                    <a:pt x="1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5821750" y="1469425"/>
              <a:ext cx="79350" cy="79350"/>
            </a:xfrm>
            <a:custGeom>
              <a:avLst/>
              <a:gdLst/>
              <a:ahLst/>
              <a:cxnLst/>
              <a:rect l="l" t="t" r="r" b="b"/>
              <a:pathLst>
                <a:path w="3174" h="3174" extrusionOk="0">
                  <a:moveTo>
                    <a:pt x="1598" y="1"/>
                  </a:moveTo>
                  <a:cubicBezTo>
                    <a:pt x="708" y="1"/>
                    <a:pt x="1" y="708"/>
                    <a:pt x="1" y="1575"/>
                  </a:cubicBezTo>
                  <a:cubicBezTo>
                    <a:pt x="1" y="2466"/>
                    <a:pt x="708" y="3173"/>
                    <a:pt x="1598" y="3173"/>
                  </a:cubicBezTo>
                  <a:cubicBezTo>
                    <a:pt x="2466" y="3173"/>
                    <a:pt x="3173" y="2466"/>
                    <a:pt x="3173" y="1575"/>
                  </a:cubicBezTo>
                  <a:cubicBezTo>
                    <a:pt x="3173" y="708"/>
                    <a:pt x="2466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572900" y="2384150"/>
              <a:ext cx="139825" cy="139250"/>
            </a:xfrm>
            <a:custGeom>
              <a:avLst/>
              <a:gdLst/>
              <a:ahLst/>
              <a:cxnLst/>
              <a:rect l="l" t="t" r="r" b="b"/>
              <a:pathLst>
                <a:path w="5593" h="5570" extrusionOk="0">
                  <a:moveTo>
                    <a:pt x="2808" y="0"/>
                  </a:moveTo>
                  <a:cubicBezTo>
                    <a:pt x="1255" y="0"/>
                    <a:pt x="0" y="1233"/>
                    <a:pt x="0" y="2785"/>
                  </a:cubicBezTo>
                  <a:cubicBezTo>
                    <a:pt x="0" y="4314"/>
                    <a:pt x="1255" y="5570"/>
                    <a:pt x="2808" y="5570"/>
                  </a:cubicBezTo>
                  <a:cubicBezTo>
                    <a:pt x="4337" y="5570"/>
                    <a:pt x="5592" y="4314"/>
                    <a:pt x="5592" y="2785"/>
                  </a:cubicBezTo>
                  <a:cubicBezTo>
                    <a:pt x="5592" y="1233"/>
                    <a:pt x="4337" y="0"/>
                    <a:pt x="28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5419450" y="2995300"/>
              <a:ext cx="139825" cy="139825"/>
            </a:xfrm>
            <a:custGeom>
              <a:avLst/>
              <a:gdLst/>
              <a:ahLst/>
              <a:cxnLst/>
              <a:rect l="l" t="t" r="r" b="b"/>
              <a:pathLst>
                <a:path w="5593" h="5593" extrusionOk="0">
                  <a:moveTo>
                    <a:pt x="2785" y="0"/>
                  </a:moveTo>
                  <a:cubicBezTo>
                    <a:pt x="1256" y="0"/>
                    <a:pt x="1" y="1256"/>
                    <a:pt x="1" y="2808"/>
                  </a:cubicBezTo>
                  <a:cubicBezTo>
                    <a:pt x="1" y="4337"/>
                    <a:pt x="1256" y="5592"/>
                    <a:pt x="2785" y="5592"/>
                  </a:cubicBezTo>
                  <a:cubicBezTo>
                    <a:pt x="4338" y="5592"/>
                    <a:pt x="5593" y="4337"/>
                    <a:pt x="5593" y="2808"/>
                  </a:cubicBezTo>
                  <a:cubicBezTo>
                    <a:pt x="5593" y="1256"/>
                    <a:pt x="4338" y="0"/>
                    <a:pt x="27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3311550" y="1787275"/>
              <a:ext cx="65075" cy="65075"/>
            </a:xfrm>
            <a:custGeom>
              <a:avLst/>
              <a:gdLst/>
              <a:ahLst/>
              <a:cxnLst/>
              <a:rect l="l" t="t" r="r" b="b"/>
              <a:pathLst>
                <a:path w="2603" h="2603" extrusionOk="0">
                  <a:moveTo>
                    <a:pt x="1301" y="0"/>
                  </a:moveTo>
                  <a:cubicBezTo>
                    <a:pt x="594" y="0"/>
                    <a:pt x="0" y="571"/>
                    <a:pt x="0" y="1301"/>
                  </a:cubicBezTo>
                  <a:cubicBezTo>
                    <a:pt x="0" y="2009"/>
                    <a:pt x="594" y="2602"/>
                    <a:pt x="1301" y="2602"/>
                  </a:cubicBezTo>
                  <a:cubicBezTo>
                    <a:pt x="2009" y="2602"/>
                    <a:pt x="2602" y="2009"/>
                    <a:pt x="2602" y="1301"/>
                  </a:cubicBezTo>
                  <a:cubicBezTo>
                    <a:pt x="2602" y="571"/>
                    <a:pt x="2009" y="0"/>
                    <a:pt x="1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501550" y="1519075"/>
              <a:ext cx="143825" cy="144400"/>
            </a:xfrm>
            <a:custGeom>
              <a:avLst/>
              <a:gdLst/>
              <a:ahLst/>
              <a:cxnLst/>
              <a:rect l="l" t="t" r="r" b="b"/>
              <a:pathLst>
                <a:path w="5753" h="5776" extrusionOk="0">
                  <a:moveTo>
                    <a:pt x="2877" y="388"/>
                  </a:moveTo>
                  <a:cubicBezTo>
                    <a:pt x="4246" y="388"/>
                    <a:pt x="5388" y="1507"/>
                    <a:pt x="5388" y="2899"/>
                  </a:cubicBezTo>
                  <a:cubicBezTo>
                    <a:pt x="5388" y="4269"/>
                    <a:pt x="4246" y="5410"/>
                    <a:pt x="2877" y="5410"/>
                  </a:cubicBezTo>
                  <a:cubicBezTo>
                    <a:pt x="1485" y="5410"/>
                    <a:pt x="366" y="4269"/>
                    <a:pt x="366" y="2899"/>
                  </a:cubicBezTo>
                  <a:cubicBezTo>
                    <a:pt x="366" y="1507"/>
                    <a:pt x="1485" y="388"/>
                    <a:pt x="2877" y="388"/>
                  </a:cubicBezTo>
                  <a:close/>
                  <a:moveTo>
                    <a:pt x="2877" y="0"/>
                  </a:moveTo>
                  <a:cubicBezTo>
                    <a:pt x="1279" y="0"/>
                    <a:pt x="1" y="1301"/>
                    <a:pt x="1" y="2899"/>
                  </a:cubicBezTo>
                  <a:cubicBezTo>
                    <a:pt x="1" y="4497"/>
                    <a:pt x="1279" y="5775"/>
                    <a:pt x="2877" y="5775"/>
                  </a:cubicBezTo>
                  <a:cubicBezTo>
                    <a:pt x="4475" y="5775"/>
                    <a:pt x="5753" y="4497"/>
                    <a:pt x="5753" y="2899"/>
                  </a:cubicBezTo>
                  <a:cubicBezTo>
                    <a:pt x="5753" y="1301"/>
                    <a:pt x="4475" y="0"/>
                    <a:pt x="2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526675" y="1544750"/>
              <a:ext cx="93600" cy="93050"/>
            </a:xfrm>
            <a:custGeom>
              <a:avLst/>
              <a:gdLst/>
              <a:ahLst/>
              <a:cxnLst/>
              <a:rect l="l" t="t" r="r" b="b"/>
              <a:pathLst>
                <a:path w="3744" h="3722" extrusionOk="0">
                  <a:moveTo>
                    <a:pt x="1872" y="0"/>
                  </a:moveTo>
                  <a:cubicBezTo>
                    <a:pt x="845" y="0"/>
                    <a:pt x="0" y="845"/>
                    <a:pt x="0" y="1872"/>
                  </a:cubicBezTo>
                  <a:cubicBezTo>
                    <a:pt x="0" y="2899"/>
                    <a:pt x="845" y="3721"/>
                    <a:pt x="1872" y="3721"/>
                  </a:cubicBezTo>
                  <a:cubicBezTo>
                    <a:pt x="2899" y="3721"/>
                    <a:pt x="3744" y="2899"/>
                    <a:pt x="3744" y="1872"/>
                  </a:cubicBezTo>
                  <a:cubicBezTo>
                    <a:pt x="3744" y="845"/>
                    <a:pt x="2899" y="0"/>
                    <a:pt x="1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1930050" y="1563575"/>
              <a:ext cx="106150" cy="106175"/>
            </a:xfrm>
            <a:custGeom>
              <a:avLst/>
              <a:gdLst/>
              <a:ahLst/>
              <a:cxnLst/>
              <a:rect l="l" t="t" r="r" b="b"/>
              <a:pathLst>
                <a:path w="4246" h="4247" extrusionOk="0">
                  <a:moveTo>
                    <a:pt x="2123" y="1"/>
                  </a:moveTo>
                  <a:cubicBezTo>
                    <a:pt x="959" y="1"/>
                    <a:pt x="0" y="937"/>
                    <a:pt x="0" y="2123"/>
                  </a:cubicBezTo>
                  <a:cubicBezTo>
                    <a:pt x="0" y="3288"/>
                    <a:pt x="959" y="4246"/>
                    <a:pt x="2123" y="4246"/>
                  </a:cubicBezTo>
                  <a:cubicBezTo>
                    <a:pt x="3310" y="4246"/>
                    <a:pt x="4246" y="3288"/>
                    <a:pt x="4246" y="2123"/>
                  </a:cubicBezTo>
                  <a:cubicBezTo>
                    <a:pt x="4246" y="937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1621325" y="1563575"/>
              <a:ext cx="106175" cy="106175"/>
            </a:xfrm>
            <a:custGeom>
              <a:avLst/>
              <a:gdLst/>
              <a:ahLst/>
              <a:cxnLst/>
              <a:rect l="l" t="t" r="r" b="b"/>
              <a:pathLst>
                <a:path w="4247" h="4247" extrusionOk="0">
                  <a:moveTo>
                    <a:pt x="2123" y="1"/>
                  </a:moveTo>
                  <a:cubicBezTo>
                    <a:pt x="936" y="1"/>
                    <a:pt x="1" y="937"/>
                    <a:pt x="1" y="2123"/>
                  </a:cubicBezTo>
                  <a:cubicBezTo>
                    <a:pt x="1" y="3288"/>
                    <a:pt x="936" y="4246"/>
                    <a:pt x="2123" y="4246"/>
                  </a:cubicBezTo>
                  <a:cubicBezTo>
                    <a:pt x="3287" y="4246"/>
                    <a:pt x="4246" y="3288"/>
                    <a:pt x="4246" y="2123"/>
                  </a:cubicBezTo>
                  <a:cubicBezTo>
                    <a:pt x="4246" y="937"/>
                    <a:pt x="3287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944550" y="1765575"/>
              <a:ext cx="106175" cy="106175"/>
            </a:xfrm>
            <a:custGeom>
              <a:avLst/>
              <a:gdLst/>
              <a:ahLst/>
              <a:cxnLst/>
              <a:rect l="l" t="t" r="r" b="b"/>
              <a:pathLst>
                <a:path w="4247" h="4247" extrusionOk="0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6050" y="1323925"/>
              <a:ext cx="106150" cy="106150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3168300" y="1186975"/>
              <a:ext cx="72500" cy="73050"/>
            </a:xfrm>
            <a:custGeom>
              <a:avLst/>
              <a:gdLst/>
              <a:ahLst/>
              <a:cxnLst/>
              <a:rect l="l" t="t" r="r" b="b"/>
              <a:pathLst>
                <a:path w="2900" h="2922" extrusionOk="0">
                  <a:moveTo>
                    <a:pt x="1462" y="0"/>
                  </a:moveTo>
                  <a:cubicBezTo>
                    <a:pt x="640" y="0"/>
                    <a:pt x="1" y="639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1" y="2922"/>
                    <a:pt x="2900" y="2260"/>
                    <a:pt x="2900" y="1461"/>
                  </a:cubicBezTo>
                  <a:cubicBezTo>
                    <a:pt x="2900" y="639"/>
                    <a:pt x="2261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238425" y="1362725"/>
              <a:ext cx="73075" cy="73050"/>
            </a:xfrm>
            <a:custGeom>
              <a:avLst/>
              <a:gdLst/>
              <a:ahLst/>
              <a:cxnLst/>
              <a:rect l="l" t="t" r="r" b="b"/>
              <a:pathLst>
                <a:path w="2923" h="2922" extrusionOk="0">
                  <a:moveTo>
                    <a:pt x="1462" y="0"/>
                  </a:moveTo>
                  <a:cubicBezTo>
                    <a:pt x="640" y="0"/>
                    <a:pt x="1" y="662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0" y="2922"/>
                    <a:pt x="2922" y="2260"/>
                    <a:pt x="2922" y="1461"/>
                  </a:cubicBezTo>
                  <a:cubicBezTo>
                    <a:pt x="2922" y="662"/>
                    <a:pt x="2260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2281550" y="832600"/>
              <a:ext cx="2995850" cy="9725"/>
            </a:xfrm>
            <a:custGeom>
              <a:avLst/>
              <a:gdLst/>
              <a:ahLst/>
              <a:cxnLst/>
              <a:rect l="l" t="t" r="r" b="b"/>
              <a:pathLst>
                <a:path w="119834" h="389" extrusionOk="0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2222775" y="800650"/>
              <a:ext cx="73075" cy="73050"/>
            </a:xfrm>
            <a:custGeom>
              <a:avLst/>
              <a:gdLst/>
              <a:ahLst/>
              <a:cxnLst/>
              <a:rect l="l" t="t" r="r" b="b"/>
              <a:pathLst>
                <a:path w="2923" h="2922" extrusionOk="0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5235725" y="800650"/>
              <a:ext cx="73050" cy="73050"/>
            </a:xfrm>
            <a:custGeom>
              <a:avLst/>
              <a:gdLst/>
              <a:ahLst/>
              <a:cxnLst/>
              <a:rect l="l" t="t" r="r" b="b"/>
              <a:pathLst>
                <a:path w="2922" h="2922" extrusionOk="0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5732175" y="319450"/>
              <a:ext cx="1118450" cy="1117475"/>
            </a:xfrm>
            <a:custGeom>
              <a:avLst/>
              <a:gdLst/>
              <a:ahLst/>
              <a:cxnLst/>
              <a:rect l="l" t="t" r="r" b="b"/>
              <a:pathLst>
                <a:path w="44738" h="44699" extrusionOk="0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5870250" y="381100"/>
              <a:ext cx="1118475" cy="1117450"/>
            </a:xfrm>
            <a:custGeom>
              <a:avLst/>
              <a:gdLst/>
              <a:ahLst/>
              <a:cxnLst/>
              <a:rect l="l" t="t" r="r" b="b"/>
              <a:pathLst>
                <a:path w="44739" h="44698" extrusionOk="0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4775775" y="1974875"/>
              <a:ext cx="2300825" cy="706600"/>
            </a:xfrm>
            <a:custGeom>
              <a:avLst/>
              <a:gdLst/>
              <a:ahLst/>
              <a:cxnLst/>
              <a:rect l="l" t="t" r="r" b="b"/>
              <a:pathLst>
                <a:path w="92033" h="28264" extrusionOk="0">
                  <a:moveTo>
                    <a:pt x="206" y="0"/>
                  </a:moveTo>
                  <a:cubicBezTo>
                    <a:pt x="155" y="0"/>
                    <a:pt x="104" y="17"/>
                    <a:pt x="69" y="51"/>
                  </a:cubicBezTo>
                  <a:cubicBezTo>
                    <a:pt x="1" y="120"/>
                    <a:pt x="1" y="234"/>
                    <a:pt x="69" y="325"/>
                  </a:cubicBezTo>
                  <a:lnTo>
                    <a:pt x="28007" y="28263"/>
                  </a:lnTo>
                  <a:lnTo>
                    <a:pt x="91850" y="28263"/>
                  </a:lnTo>
                  <a:cubicBezTo>
                    <a:pt x="91941" y="28263"/>
                    <a:pt x="92032" y="28172"/>
                    <a:pt x="92032" y="28058"/>
                  </a:cubicBezTo>
                  <a:cubicBezTo>
                    <a:pt x="92032" y="27967"/>
                    <a:pt x="91941" y="27875"/>
                    <a:pt x="91850" y="27875"/>
                  </a:cubicBezTo>
                  <a:lnTo>
                    <a:pt x="28167" y="27875"/>
                  </a:lnTo>
                  <a:lnTo>
                    <a:pt x="343" y="51"/>
                  </a:lnTo>
                  <a:cubicBezTo>
                    <a:pt x="309" y="17"/>
                    <a:pt x="258" y="0"/>
                    <a:pt x="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518100" y="2023500"/>
              <a:ext cx="149550" cy="93050"/>
            </a:xfrm>
            <a:custGeom>
              <a:avLst/>
              <a:gdLst/>
              <a:ahLst/>
              <a:cxnLst/>
              <a:rect l="l" t="t" r="r" b="b"/>
              <a:pathLst>
                <a:path w="5982" h="3722" extrusionOk="0">
                  <a:moveTo>
                    <a:pt x="1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3630525" y="2023500"/>
              <a:ext cx="148950" cy="93050"/>
            </a:xfrm>
            <a:custGeom>
              <a:avLst/>
              <a:gdLst/>
              <a:ahLst/>
              <a:cxnLst/>
              <a:rect l="l" t="t" r="r" b="b"/>
              <a:pathLst>
                <a:path w="5958" h="3722" extrusionOk="0">
                  <a:moveTo>
                    <a:pt x="0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742375" y="2023500"/>
              <a:ext cx="149525" cy="93050"/>
            </a:xfrm>
            <a:custGeom>
              <a:avLst/>
              <a:gdLst/>
              <a:ahLst/>
              <a:cxnLst/>
              <a:rect l="l" t="t" r="r" b="b"/>
              <a:pathLst>
                <a:path w="5981" h="3722" extrusionOk="0">
                  <a:moveTo>
                    <a:pt x="0" y="1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3854775" y="2023500"/>
              <a:ext cx="148975" cy="93050"/>
            </a:xfrm>
            <a:custGeom>
              <a:avLst/>
              <a:gdLst/>
              <a:ahLst/>
              <a:cxnLst/>
              <a:rect l="l" t="t" r="r" b="b"/>
              <a:pathLst>
                <a:path w="5959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3966625" y="2023500"/>
              <a:ext cx="148950" cy="93050"/>
            </a:xfrm>
            <a:custGeom>
              <a:avLst/>
              <a:gdLst/>
              <a:ahLst/>
              <a:cxnLst/>
              <a:rect l="l" t="t" r="r" b="b"/>
              <a:pathLst>
                <a:path w="5958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4078475" y="2023500"/>
              <a:ext cx="149525" cy="93050"/>
            </a:xfrm>
            <a:custGeom>
              <a:avLst/>
              <a:gdLst/>
              <a:ahLst/>
              <a:cxnLst/>
              <a:rect l="l" t="t" r="r" b="b"/>
              <a:pathLst>
                <a:path w="5981" h="3722" extrusionOk="0">
                  <a:moveTo>
                    <a:pt x="0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4190875" y="2023500"/>
              <a:ext cx="148975" cy="93050"/>
            </a:xfrm>
            <a:custGeom>
              <a:avLst/>
              <a:gdLst/>
              <a:ahLst/>
              <a:cxnLst/>
              <a:rect l="l" t="t" r="r" b="b"/>
              <a:pathLst>
                <a:path w="5959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4302725" y="2023500"/>
              <a:ext cx="149525" cy="93050"/>
            </a:xfrm>
            <a:custGeom>
              <a:avLst/>
              <a:gdLst/>
              <a:ahLst/>
              <a:cxnLst/>
              <a:rect l="l" t="t" r="r" b="b"/>
              <a:pathLst>
                <a:path w="5981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2718075" y="2800150"/>
              <a:ext cx="276800" cy="172925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2925800" y="28001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0" y="0"/>
                  </a:moveTo>
                  <a:lnTo>
                    <a:pt x="6665" y="6916"/>
                  </a:lnTo>
                  <a:lnTo>
                    <a:pt x="11070" y="6916"/>
                  </a:lnTo>
                  <a:lnTo>
                    <a:pt x="4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3133500" y="28001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3341775" y="2800150"/>
              <a:ext cx="276800" cy="172925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1" y="0"/>
                  </a:moveTo>
                  <a:lnTo>
                    <a:pt x="6643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549500" y="28001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0" y="0"/>
                  </a:moveTo>
                  <a:lnTo>
                    <a:pt x="6665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757200" y="28001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6113925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5906200" y="435450"/>
              <a:ext cx="276800" cy="172925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698500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490225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5282500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074800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4867075" y="435450"/>
              <a:ext cx="276800" cy="172925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4658800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4853400" y="927325"/>
              <a:ext cx="143250" cy="155250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4940700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5028000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5115300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52026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52899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53772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5465100" y="927325"/>
              <a:ext cx="143250" cy="155250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5552425" y="927325"/>
              <a:ext cx="143250" cy="155250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56397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57270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490883" y="2545513"/>
            <a:ext cx="469707" cy="471817"/>
            <a:chOff x="1448125" y="1450525"/>
            <a:chExt cx="133500" cy="134100"/>
          </a:xfrm>
        </p:grpSpPr>
        <p:sp>
          <p:nvSpPr>
            <p:cNvPr id="105" name="Google Shape;105;p2"/>
            <p:cNvSpPr/>
            <p:nvPr/>
          </p:nvSpPr>
          <p:spPr>
            <a:xfrm>
              <a:off x="1448125" y="1450525"/>
              <a:ext cx="133500" cy="134100"/>
            </a:xfrm>
            <a:custGeom>
              <a:avLst/>
              <a:gdLst/>
              <a:ahLst/>
              <a:cxnLst/>
              <a:rect l="l" t="t" r="r" b="b"/>
              <a:pathLst>
                <a:path w="5340" h="5364" extrusionOk="0">
                  <a:moveTo>
                    <a:pt x="2457" y="1"/>
                  </a:moveTo>
                  <a:lnTo>
                    <a:pt x="2256" y="452"/>
                  </a:lnTo>
                  <a:cubicBezTo>
                    <a:pt x="2056" y="502"/>
                    <a:pt x="1855" y="577"/>
                    <a:pt x="1680" y="652"/>
                  </a:cubicBezTo>
                  <a:lnTo>
                    <a:pt x="1229" y="427"/>
                  </a:lnTo>
                  <a:cubicBezTo>
                    <a:pt x="1003" y="552"/>
                    <a:pt x="803" y="727"/>
                    <a:pt x="627" y="928"/>
                  </a:cubicBezTo>
                  <a:lnTo>
                    <a:pt x="828" y="1404"/>
                  </a:lnTo>
                  <a:cubicBezTo>
                    <a:pt x="703" y="1579"/>
                    <a:pt x="602" y="1755"/>
                    <a:pt x="527" y="1955"/>
                  </a:cubicBezTo>
                  <a:lnTo>
                    <a:pt x="51" y="2081"/>
                  </a:lnTo>
                  <a:cubicBezTo>
                    <a:pt x="26" y="2281"/>
                    <a:pt x="1" y="2482"/>
                    <a:pt x="1" y="2682"/>
                  </a:cubicBezTo>
                  <a:cubicBezTo>
                    <a:pt x="1" y="2757"/>
                    <a:pt x="1" y="2808"/>
                    <a:pt x="1" y="2883"/>
                  </a:cubicBezTo>
                  <a:lnTo>
                    <a:pt x="452" y="3083"/>
                  </a:lnTo>
                  <a:cubicBezTo>
                    <a:pt x="502" y="3284"/>
                    <a:pt x="552" y="3484"/>
                    <a:pt x="652" y="3685"/>
                  </a:cubicBezTo>
                  <a:lnTo>
                    <a:pt x="402" y="4111"/>
                  </a:lnTo>
                  <a:cubicBezTo>
                    <a:pt x="552" y="4336"/>
                    <a:pt x="728" y="4537"/>
                    <a:pt x="928" y="4712"/>
                  </a:cubicBezTo>
                  <a:lnTo>
                    <a:pt x="1379" y="4537"/>
                  </a:lnTo>
                  <a:cubicBezTo>
                    <a:pt x="1555" y="4637"/>
                    <a:pt x="1755" y="4737"/>
                    <a:pt x="1956" y="4813"/>
                  </a:cubicBezTo>
                  <a:lnTo>
                    <a:pt x="2081" y="5289"/>
                  </a:lnTo>
                  <a:cubicBezTo>
                    <a:pt x="2282" y="5339"/>
                    <a:pt x="2457" y="5364"/>
                    <a:pt x="2657" y="5364"/>
                  </a:cubicBezTo>
                  <a:cubicBezTo>
                    <a:pt x="2733" y="5364"/>
                    <a:pt x="2808" y="5364"/>
                    <a:pt x="2883" y="5339"/>
                  </a:cubicBezTo>
                  <a:lnTo>
                    <a:pt x="3084" y="4888"/>
                  </a:lnTo>
                  <a:cubicBezTo>
                    <a:pt x="3284" y="4863"/>
                    <a:pt x="3485" y="4787"/>
                    <a:pt x="3660" y="4687"/>
                  </a:cubicBezTo>
                  <a:lnTo>
                    <a:pt x="4111" y="4938"/>
                  </a:lnTo>
                  <a:cubicBezTo>
                    <a:pt x="4337" y="4787"/>
                    <a:pt x="4537" y="4612"/>
                    <a:pt x="4713" y="4412"/>
                  </a:cubicBezTo>
                  <a:lnTo>
                    <a:pt x="4512" y="3960"/>
                  </a:lnTo>
                  <a:cubicBezTo>
                    <a:pt x="4637" y="3785"/>
                    <a:pt x="4738" y="3610"/>
                    <a:pt x="4813" y="3409"/>
                  </a:cubicBezTo>
                  <a:lnTo>
                    <a:pt x="5289" y="3259"/>
                  </a:lnTo>
                  <a:cubicBezTo>
                    <a:pt x="5314" y="3083"/>
                    <a:pt x="5339" y="2883"/>
                    <a:pt x="5339" y="2682"/>
                  </a:cubicBezTo>
                  <a:cubicBezTo>
                    <a:pt x="5339" y="2607"/>
                    <a:pt x="5339" y="2532"/>
                    <a:pt x="5339" y="2482"/>
                  </a:cubicBezTo>
                  <a:lnTo>
                    <a:pt x="4888" y="2281"/>
                  </a:lnTo>
                  <a:cubicBezTo>
                    <a:pt x="4838" y="2056"/>
                    <a:pt x="4788" y="1855"/>
                    <a:pt x="4688" y="1680"/>
                  </a:cubicBezTo>
                  <a:lnTo>
                    <a:pt x="4938" y="1254"/>
                  </a:lnTo>
                  <a:cubicBezTo>
                    <a:pt x="4788" y="1028"/>
                    <a:pt x="4612" y="828"/>
                    <a:pt x="4412" y="652"/>
                  </a:cubicBezTo>
                  <a:lnTo>
                    <a:pt x="3961" y="828"/>
                  </a:lnTo>
                  <a:cubicBezTo>
                    <a:pt x="3785" y="702"/>
                    <a:pt x="3585" y="602"/>
                    <a:pt x="3384" y="552"/>
                  </a:cubicBezTo>
                  <a:lnTo>
                    <a:pt x="3259" y="76"/>
                  </a:lnTo>
                  <a:cubicBezTo>
                    <a:pt x="3058" y="26"/>
                    <a:pt x="2883" y="1"/>
                    <a:pt x="26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476325" y="1479350"/>
              <a:ext cx="77100" cy="76475"/>
            </a:xfrm>
            <a:custGeom>
              <a:avLst/>
              <a:gdLst/>
              <a:ahLst/>
              <a:cxnLst/>
              <a:rect l="l" t="t" r="r" b="b"/>
              <a:pathLst>
                <a:path w="3084" h="3059" extrusionOk="0">
                  <a:moveTo>
                    <a:pt x="1529" y="0"/>
                  </a:moveTo>
                  <a:cubicBezTo>
                    <a:pt x="702" y="0"/>
                    <a:pt x="1" y="677"/>
                    <a:pt x="1" y="1529"/>
                  </a:cubicBezTo>
                  <a:cubicBezTo>
                    <a:pt x="1" y="2381"/>
                    <a:pt x="702" y="3058"/>
                    <a:pt x="1529" y="3058"/>
                  </a:cubicBezTo>
                  <a:cubicBezTo>
                    <a:pt x="2382" y="3058"/>
                    <a:pt x="3083" y="2381"/>
                    <a:pt x="3083" y="1529"/>
                  </a:cubicBezTo>
                  <a:cubicBezTo>
                    <a:pt x="3083" y="677"/>
                    <a:pt x="2382" y="0"/>
                    <a:pt x="15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964900" y="2104569"/>
            <a:ext cx="736401" cy="736401"/>
            <a:chOff x="1582850" y="1325200"/>
            <a:chExt cx="209300" cy="209300"/>
          </a:xfrm>
        </p:grpSpPr>
        <p:sp>
          <p:nvSpPr>
            <p:cNvPr id="108" name="Google Shape;108;p2"/>
            <p:cNvSpPr/>
            <p:nvPr/>
          </p:nvSpPr>
          <p:spPr>
            <a:xfrm>
              <a:off x="1582850" y="1325200"/>
              <a:ext cx="209300" cy="209300"/>
            </a:xfrm>
            <a:custGeom>
              <a:avLst/>
              <a:gdLst/>
              <a:ahLst/>
              <a:cxnLst/>
              <a:rect l="l" t="t" r="r" b="b"/>
              <a:pathLst>
                <a:path w="8372" h="8372" extrusionOk="0">
                  <a:moveTo>
                    <a:pt x="4111" y="1"/>
                  </a:moveTo>
                  <a:cubicBezTo>
                    <a:pt x="3810" y="1"/>
                    <a:pt x="3509" y="26"/>
                    <a:pt x="3208" y="101"/>
                  </a:cubicBezTo>
                  <a:cubicBezTo>
                    <a:pt x="3083" y="126"/>
                    <a:pt x="2983" y="176"/>
                    <a:pt x="2883" y="201"/>
                  </a:cubicBezTo>
                  <a:lnTo>
                    <a:pt x="2757" y="953"/>
                  </a:lnTo>
                  <a:cubicBezTo>
                    <a:pt x="2456" y="1104"/>
                    <a:pt x="2181" y="1279"/>
                    <a:pt x="1930" y="1480"/>
                  </a:cubicBezTo>
                  <a:lnTo>
                    <a:pt x="1178" y="1279"/>
                  </a:lnTo>
                  <a:cubicBezTo>
                    <a:pt x="878" y="1580"/>
                    <a:pt x="652" y="1931"/>
                    <a:pt x="451" y="2282"/>
                  </a:cubicBezTo>
                  <a:lnTo>
                    <a:pt x="903" y="2933"/>
                  </a:lnTo>
                  <a:cubicBezTo>
                    <a:pt x="777" y="3234"/>
                    <a:pt x="702" y="3560"/>
                    <a:pt x="677" y="3886"/>
                  </a:cubicBezTo>
                  <a:lnTo>
                    <a:pt x="0" y="4262"/>
                  </a:lnTo>
                  <a:cubicBezTo>
                    <a:pt x="0" y="4562"/>
                    <a:pt x="50" y="4863"/>
                    <a:pt x="126" y="5189"/>
                  </a:cubicBezTo>
                  <a:cubicBezTo>
                    <a:pt x="151" y="5289"/>
                    <a:pt x="176" y="5389"/>
                    <a:pt x="201" y="5490"/>
                  </a:cubicBezTo>
                  <a:lnTo>
                    <a:pt x="978" y="5615"/>
                  </a:lnTo>
                  <a:cubicBezTo>
                    <a:pt x="1103" y="5941"/>
                    <a:pt x="1279" y="6217"/>
                    <a:pt x="1504" y="6442"/>
                  </a:cubicBezTo>
                  <a:lnTo>
                    <a:pt x="1279" y="7194"/>
                  </a:lnTo>
                  <a:cubicBezTo>
                    <a:pt x="1579" y="7495"/>
                    <a:pt x="1930" y="7745"/>
                    <a:pt x="2306" y="7921"/>
                  </a:cubicBezTo>
                  <a:lnTo>
                    <a:pt x="2933" y="7470"/>
                  </a:lnTo>
                  <a:cubicBezTo>
                    <a:pt x="3233" y="7595"/>
                    <a:pt x="3559" y="7670"/>
                    <a:pt x="3885" y="7695"/>
                  </a:cubicBezTo>
                  <a:lnTo>
                    <a:pt x="4261" y="8372"/>
                  </a:lnTo>
                  <a:cubicBezTo>
                    <a:pt x="4562" y="8372"/>
                    <a:pt x="4888" y="8322"/>
                    <a:pt x="5188" y="8247"/>
                  </a:cubicBezTo>
                  <a:cubicBezTo>
                    <a:pt x="5289" y="8222"/>
                    <a:pt x="5389" y="8196"/>
                    <a:pt x="5489" y="8171"/>
                  </a:cubicBezTo>
                  <a:lnTo>
                    <a:pt x="5639" y="7394"/>
                  </a:lnTo>
                  <a:cubicBezTo>
                    <a:pt x="5940" y="7269"/>
                    <a:pt x="6216" y="7094"/>
                    <a:pt x="6467" y="6893"/>
                  </a:cubicBezTo>
                  <a:lnTo>
                    <a:pt x="7218" y="7094"/>
                  </a:lnTo>
                  <a:cubicBezTo>
                    <a:pt x="7494" y="6793"/>
                    <a:pt x="7745" y="6442"/>
                    <a:pt x="7920" y="6066"/>
                  </a:cubicBezTo>
                  <a:lnTo>
                    <a:pt x="7494" y="5440"/>
                  </a:lnTo>
                  <a:cubicBezTo>
                    <a:pt x="7594" y="5139"/>
                    <a:pt x="7670" y="4813"/>
                    <a:pt x="7695" y="4487"/>
                  </a:cubicBezTo>
                  <a:lnTo>
                    <a:pt x="8371" y="4111"/>
                  </a:lnTo>
                  <a:cubicBezTo>
                    <a:pt x="8371" y="3810"/>
                    <a:pt x="8346" y="3485"/>
                    <a:pt x="8271" y="3184"/>
                  </a:cubicBezTo>
                  <a:cubicBezTo>
                    <a:pt x="8246" y="3084"/>
                    <a:pt x="8196" y="2983"/>
                    <a:pt x="8171" y="2883"/>
                  </a:cubicBezTo>
                  <a:lnTo>
                    <a:pt x="7419" y="2758"/>
                  </a:lnTo>
                  <a:cubicBezTo>
                    <a:pt x="7269" y="2432"/>
                    <a:pt x="7093" y="2156"/>
                    <a:pt x="6893" y="1906"/>
                  </a:cubicBezTo>
                  <a:lnTo>
                    <a:pt x="7093" y="1179"/>
                  </a:lnTo>
                  <a:cubicBezTo>
                    <a:pt x="6792" y="878"/>
                    <a:pt x="6467" y="628"/>
                    <a:pt x="6091" y="452"/>
                  </a:cubicBezTo>
                  <a:lnTo>
                    <a:pt x="5439" y="903"/>
                  </a:lnTo>
                  <a:cubicBezTo>
                    <a:pt x="5138" y="778"/>
                    <a:pt x="4812" y="703"/>
                    <a:pt x="4487" y="678"/>
                  </a:cubicBezTo>
                  <a:lnTo>
                    <a:pt x="4111" y="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621075" y="1369750"/>
              <a:ext cx="132850" cy="120200"/>
            </a:xfrm>
            <a:custGeom>
              <a:avLst/>
              <a:gdLst/>
              <a:ahLst/>
              <a:cxnLst/>
              <a:rect l="l" t="t" r="r" b="b"/>
              <a:pathLst>
                <a:path w="5314" h="4808" extrusionOk="0">
                  <a:moveTo>
                    <a:pt x="2667" y="1"/>
                  </a:moveTo>
                  <a:cubicBezTo>
                    <a:pt x="2474" y="1"/>
                    <a:pt x="2277" y="24"/>
                    <a:pt x="2080" y="74"/>
                  </a:cubicBezTo>
                  <a:cubicBezTo>
                    <a:pt x="802" y="374"/>
                    <a:pt x="0" y="1678"/>
                    <a:pt x="326" y="2981"/>
                  </a:cubicBezTo>
                  <a:cubicBezTo>
                    <a:pt x="603" y="4066"/>
                    <a:pt x="1584" y="4808"/>
                    <a:pt x="2656" y="4808"/>
                  </a:cubicBezTo>
                  <a:cubicBezTo>
                    <a:pt x="2847" y="4808"/>
                    <a:pt x="3040" y="4784"/>
                    <a:pt x="3233" y="4735"/>
                  </a:cubicBezTo>
                  <a:cubicBezTo>
                    <a:pt x="4511" y="4435"/>
                    <a:pt x="5313" y="3131"/>
                    <a:pt x="4988" y="1828"/>
                  </a:cubicBezTo>
                  <a:cubicBezTo>
                    <a:pt x="4732" y="743"/>
                    <a:pt x="3754" y="1"/>
                    <a:pt x="2667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643000" y="1389100"/>
              <a:ext cx="89625" cy="81300"/>
            </a:xfrm>
            <a:custGeom>
              <a:avLst/>
              <a:gdLst/>
              <a:ahLst/>
              <a:cxnLst/>
              <a:rect l="l" t="t" r="r" b="b"/>
              <a:pathLst>
                <a:path w="3585" h="3252" extrusionOk="0">
                  <a:moveTo>
                    <a:pt x="1801" y="1"/>
                  </a:moveTo>
                  <a:cubicBezTo>
                    <a:pt x="1670" y="1"/>
                    <a:pt x="1537" y="17"/>
                    <a:pt x="1404" y="51"/>
                  </a:cubicBezTo>
                  <a:cubicBezTo>
                    <a:pt x="527" y="252"/>
                    <a:pt x="0" y="1154"/>
                    <a:pt x="201" y="2006"/>
                  </a:cubicBezTo>
                  <a:cubicBezTo>
                    <a:pt x="394" y="2758"/>
                    <a:pt x="1066" y="3252"/>
                    <a:pt x="1806" y="3252"/>
                  </a:cubicBezTo>
                  <a:cubicBezTo>
                    <a:pt x="1930" y="3252"/>
                    <a:pt x="2055" y="3238"/>
                    <a:pt x="2181" y="3209"/>
                  </a:cubicBezTo>
                  <a:cubicBezTo>
                    <a:pt x="3033" y="2984"/>
                    <a:pt x="3584" y="2107"/>
                    <a:pt x="3359" y="1254"/>
                  </a:cubicBezTo>
                  <a:cubicBezTo>
                    <a:pt x="3189" y="510"/>
                    <a:pt x="2532" y="1"/>
                    <a:pt x="1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1664925" y="1409050"/>
              <a:ext cx="45775" cy="41425"/>
            </a:xfrm>
            <a:custGeom>
              <a:avLst/>
              <a:gdLst/>
              <a:ahLst/>
              <a:cxnLst/>
              <a:rect l="l" t="t" r="r" b="b"/>
              <a:pathLst>
                <a:path w="1831" h="1657" extrusionOk="0">
                  <a:moveTo>
                    <a:pt x="922" y="0"/>
                  </a:moveTo>
                  <a:cubicBezTo>
                    <a:pt x="850" y="0"/>
                    <a:pt x="776" y="10"/>
                    <a:pt x="702" y="30"/>
                  </a:cubicBezTo>
                  <a:cubicBezTo>
                    <a:pt x="276" y="131"/>
                    <a:pt x="1" y="582"/>
                    <a:pt x="101" y="1033"/>
                  </a:cubicBezTo>
                  <a:cubicBezTo>
                    <a:pt x="186" y="1418"/>
                    <a:pt x="527" y="1656"/>
                    <a:pt x="905" y="1656"/>
                  </a:cubicBezTo>
                  <a:cubicBezTo>
                    <a:pt x="970" y="1656"/>
                    <a:pt x="1037" y="1649"/>
                    <a:pt x="1103" y="1634"/>
                  </a:cubicBezTo>
                  <a:cubicBezTo>
                    <a:pt x="1554" y="1534"/>
                    <a:pt x="1830" y="1083"/>
                    <a:pt x="1705" y="632"/>
                  </a:cubicBezTo>
                  <a:cubicBezTo>
                    <a:pt x="1621" y="255"/>
                    <a:pt x="1292" y="0"/>
                    <a:pt x="9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2" name="Google Shape;112;p2"/>
          <p:cNvGrpSpPr/>
          <p:nvPr/>
        </p:nvGrpSpPr>
        <p:grpSpPr>
          <a:xfrm>
            <a:off x="-86387" y="4446606"/>
            <a:ext cx="3251716" cy="2476687"/>
            <a:chOff x="-64791" y="3334954"/>
            <a:chExt cx="2438787" cy="1857515"/>
          </a:xfrm>
        </p:grpSpPr>
        <p:sp>
          <p:nvSpPr>
            <p:cNvPr id="113" name="Google Shape;113;p2"/>
            <p:cNvSpPr/>
            <p:nvPr/>
          </p:nvSpPr>
          <p:spPr>
            <a:xfrm>
              <a:off x="153233" y="4953367"/>
              <a:ext cx="101" cy="10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735872" y="4953367"/>
              <a:ext cx="101" cy="10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73449" y="4953367"/>
              <a:ext cx="527044" cy="101"/>
            </a:xfrm>
            <a:custGeom>
              <a:avLst/>
              <a:gdLst/>
              <a:ahLst/>
              <a:cxnLst/>
              <a:rect l="l" t="t" r="r" b="b"/>
              <a:pathLst>
                <a:path w="5214" h="1" fill="none" extrusionOk="0">
                  <a:moveTo>
                    <a:pt x="5214" y="0"/>
                  </a:move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26784" y="4811455"/>
              <a:ext cx="106541" cy="101"/>
            </a:xfrm>
            <a:custGeom>
              <a:avLst/>
              <a:gdLst/>
              <a:ahLst/>
              <a:cxnLst/>
              <a:rect l="l" t="t" r="r" b="b"/>
              <a:pathLst>
                <a:path w="1054" h="1" fill="none" extrusionOk="0">
                  <a:moveTo>
                    <a:pt x="1054" y="1"/>
                  </a:moveTo>
                  <a:lnTo>
                    <a:pt x="1" y="1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1115" y="4735444"/>
              <a:ext cx="78642" cy="101"/>
            </a:xfrm>
            <a:custGeom>
              <a:avLst/>
              <a:gdLst/>
              <a:ahLst/>
              <a:cxnLst/>
              <a:rect l="l" t="t" r="r" b="b"/>
              <a:pathLst>
                <a:path w="778" h="1" fill="none" extrusionOk="0">
                  <a:moveTo>
                    <a:pt x="778" y="1"/>
                  </a:moveTo>
                  <a:lnTo>
                    <a:pt x="1" y="1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811974" y="4755761"/>
              <a:ext cx="53372" cy="101"/>
            </a:xfrm>
            <a:custGeom>
              <a:avLst/>
              <a:gdLst/>
              <a:ahLst/>
              <a:cxnLst/>
              <a:rect l="l" t="t" r="r" b="b"/>
              <a:pathLst>
                <a:path w="528" h="1" fill="none" extrusionOk="0">
                  <a:moveTo>
                    <a:pt x="1" y="0"/>
                  </a:moveTo>
                  <a:lnTo>
                    <a:pt x="527" y="0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459715" y="5029378"/>
              <a:ext cx="101" cy="114116"/>
            </a:xfrm>
            <a:custGeom>
              <a:avLst/>
              <a:gdLst/>
              <a:ahLst/>
              <a:cxnLst/>
              <a:rect l="l" t="t" r="r" b="b"/>
              <a:pathLst>
                <a:path w="1" h="1129" fill="none" extrusionOk="0">
                  <a:moveTo>
                    <a:pt x="1" y="0"/>
                  </a:moveTo>
                  <a:lnTo>
                    <a:pt x="1" y="1128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335585" y="5029378"/>
              <a:ext cx="101" cy="53268"/>
            </a:xfrm>
            <a:custGeom>
              <a:avLst/>
              <a:gdLst/>
              <a:ahLst/>
              <a:cxnLst/>
              <a:rect l="l" t="t" r="r" b="b"/>
              <a:pathLst>
                <a:path w="1" h="527" fill="none" extrusionOk="0">
                  <a:moveTo>
                    <a:pt x="1" y="0"/>
                  </a:moveTo>
                  <a:lnTo>
                    <a:pt x="1" y="527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244409" y="5029378"/>
              <a:ext cx="101" cy="83692"/>
            </a:xfrm>
            <a:custGeom>
              <a:avLst/>
              <a:gdLst/>
              <a:ahLst/>
              <a:cxnLst/>
              <a:rect l="l" t="t" r="r" b="b"/>
              <a:pathLst>
                <a:path w="1" h="828" fill="none" extrusionOk="0">
                  <a:moveTo>
                    <a:pt x="0" y="0"/>
                  </a:moveTo>
                  <a:lnTo>
                    <a:pt x="0" y="827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611743" y="5029378"/>
              <a:ext cx="101" cy="83692"/>
            </a:xfrm>
            <a:custGeom>
              <a:avLst/>
              <a:gdLst/>
              <a:ahLst/>
              <a:cxnLst/>
              <a:rect l="l" t="t" r="r" b="b"/>
              <a:pathLst>
                <a:path w="1" h="828" fill="none" extrusionOk="0">
                  <a:moveTo>
                    <a:pt x="0" y="0"/>
                  </a:moveTo>
                  <a:lnTo>
                    <a:pt x="0" y="827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535729" y="5029378"/>
              <a:ext cx="101" cy="63376"/>
            </a:xfrm>
            <a:custGeom>
              <a:avLst/>
              <a:gdLst/>
              <a:ahLst/>
              <a:cxnLst/>
              <a:rect l="l" t="t" r="r" b="b"/>
              <a:pathLst>
                <a:path w="1" h="627" fill="none" extrusionOk="0">
                  <a:moveTo>
                    <a:pt x="1" y="0"/>
                  </a:moveTo>
                  <a:lnTo>
                    <a:pt x="1" y="627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" name="Google Shape;124;p2"/>
            <p:cNvSpPr/>
            <p:nvPr/>
          </p:nvSpPr>
          <p:spPr>
            <a:xfrm rot="5400000" flipH="1">
              <a:off x="1339300" y="4319646"/>
              <a:ext cx="345501" cy="1400147"/>
            </a:xfrm>
            <a:custGeom>
              <a:avLst/>
              <a:gdLst/>
              <a:ahLst/>
              <a:cxnLst/>
              <a:rect l="l" t="t" r="r" b="b"/>
              <a:pathLst>
                <a:path w="1330" h="5390" fill="none" extrusionOk="0">
                  <a:moveTo>
                    <a:pt x="1329" y="5389"/>
                  </a:moveTo>
                  <a:lnTo>
                    <a:pt x="1329" y="2808"/>
                  </a:lnTo>
                  <a:lnTo>
                    <a:pt x="1" y="1504"/>
                  </a:ln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201348" y="4418870"/>
              <a:ext cx="486510" cy="486486"/>
            </a:xfrm>
            <a:custGeom>
              <a:avLst/>
              <a:gdLst/>
              <a:ahLst/>
              <a:cxnLst/>
              <a:rect l="l" t="t" r="r" b="b"/>
              <a:pathLst>
                <a:path w="4813" h="4813" fill="none" extrusionOk="0">
                  <a:moveTo>
                    <a:pt x="0" y="0"/>
                  </a:moveTo>
                  <a:lnTo>
                    <a:pt x="4812" y="0"/>
                  </a:lnTo>
                  <a:lnTo>
                    <a:pt x="4812" y="4812"/>
                  </a:lnTo>
                  <a:lnTo>
                    <a:pt x="0" y="4812"/>
                  </a:lnTo>
                  <a:close/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282416" y="4499934"/>
              <a:ext cx="324374" cy="324358"/>
            </a:xfrm>
            <a:custGeom>
              <a:avLst/>
              <a:gdLst/>
              <a:ahLst/>
              <a:cxnLst/>
              <a:rect l="l" t="t" r="r" b="b"/>
              <a:pathLst>
                <a:path w="3209" h="3209" extrusionOk="0">
                  <a:moveTo>
                    <a:pt x="0" y="0"/>
                  </a:moveTo>
                  <a:lnTo>
                    <a:pt x="0" y="3208"/>
                  </a:lnTo>
                  <a:lnTo>
                    <a:pt x="3208" y="3208"/>
                  </a:lnTo>
                  <a:lnTo>
                    <a:pt x="3208" y="0"/>
                  </a:ln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53233" y="4388445"/>
              <a:ext cx="101" cy="527018"/>
            </a:xfrm>
            <a:custGeom>
              <a:avLst/>
              <a:gdLst/>
              <a:ahLst/>
              <a:cxnLst/>
              <a:rect l="l" t="t" r="r" b="b"/>
              <a:pathLst>
                <a:path w="1" h="5214" fill="none" extrusionOk="0">
                  <a:moveTo>
                    <a:pt x="0" y="5213"/>
                  </a:moveTo>
                  <a:lnTo>
                    <a:pt x="0" y="0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153233" y="4370656"/>
              <a:ext cx="101" cy="10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191139" y="4370656"/>
              <a:ext cx="527145" cy="101"/>
            </a:xfrm>
            <a:custGeom>
              <a:avLst/>
              <a:gdLst/>
              <a:ahLst/>
              <a:cxnLst/>
              <a:rect l="l" t="t" r="r" b="b"/>
              <a:pathLst>
                <a:path w="5215" h="1" fill="none" extrusionOk="0">
                  <a:moveTo>
                    <a:pt x="1" y="1"/>
                  </a:moveTo>
                  <a:lnTo>
                    <a:pt x="5214" y="1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735872" y="4370656"/>
              <a:ext cx="101" cy="10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735872" y="4406134"/>
              <a:ext cx="101" cy="527018"/>
            </a:xfrm>
            <a:custGeom>
              <a:avLst/>
              <a:gdLst/>
              <a:ahLst/>
              <a:cxnLst/>
              <a:rect l="l" t="t" r="r" b="b"/>
              <a:pathLst>
                <a:path w="1" h="5214" fill="none" extrusionOk="0">
                  <a:moveTo>
                    <a:pt x="0" y="1"/>
                  </a:moveTo>
                  <a:lnTo>
                    <a:pt x="0" y="5214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79746" y="4297273"/>
              <a:ext cx="732242" cy="729678"/>
            </a:xfrm>
            <a:custGeom>
              <a:avLst/>
              <a:gdLst/>
              <a:ahLst/>
              <a:cxnLst/>
              <a:rect l="l" t="t" r="r" b="b"/>
              <a:pathLst>
                <a:path w="7244" h="7219" fill="none" extrusionOk="0">
                  <a:moveTo>
                    <a:pt x="0" y="0"/>
                  </a:moveTo>
                  <a:lnTo>
                    <a:pt x="7243" y="0"/>
                  </a:lnTo>
                  <a:lnTo>
                    <a:pt x="7243" y="7218"/>
                  </a:lnTo>
                  <a:lnTo>
                    <a:pt x="0" y="7218"/>
                  </a:lnTo>
                  <a:close/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331917" y="3334954"/>
              <a:ext cx="201068" cy="201068"/>
            </a:xfrm>
            <a:custGeom>
              <a:avLst/>
              <a:gdLst/>
              <a:ahLst/>
              <a:cxnLst/>
              <a:rect l="l" t="t" r="r" b="b"/>
              <a:pathLst>
                <a:path w="1204" h="1204" fill="none" extrusionOk="0">
                  <a:moveTo>
                    <a:pt x="602" y="0"/>
                  </a:moveTo>
                  <a:cubicBezTo>
                    <a:pt x="928" y="0"/>
                    <a:pt x="1204" y="276"/>
                    <a:pt x="1204" y="602"/>
                  </a:cubicBezTo>
                  <a:cubicBezTo>
                    <a:pt x="1204" y="928"/>
                    <a:pt x="928" y="1203"/>
                    <a:pt x="602" y="1203"/>
                  </a:cubicBezTo>
                  <a:cubicBezTo>
                    <a:pt x="276" y="1203"/>
                    <a:pt x="1" y="928"/>
                    <a:pt x="1" y="602"/>
                  </a:cubicBezTo>
                  <a:cubicBezTo>
                    <a:pt x="1" y="276"/>
                    <a:pt x="276" y="0"/>
                    <a:pt x="602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134" name="Google Shape;134;p2"/>
            <p:cNvCxnSpPr/>
            <p:nvPr/>
          </p:nvCxnSpPr>
          <p:spPr>
            <a:xfrm rot="10800000">
              <a:off x="432450" y="3536025"/>
              <a:ext cx="0" cy="7647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5" name="Google Shape;135;p2"/>
            <p:cNvSpPr/>
            <p:nvPr/>
          </p:nvSpPr>
          <p:spPr>
            <a:xfrm>
              <a:off x="553421" y="3371325"/>
              <a:ext cx="163326" cy="921005"/>
            </a:xfrm>
            <a:custGeom>
              <a:avLst/>
              <a:gdLst/>
              <a:ahLst/>
              <a:cxnLst/>
              <a:rect l="l" t="t" r="r" b="b"/>
              <a:pathLst>
                <a:path w="978" h="5515" fill="none" extrusionOk="0">
                  <a:moveTo>
                    <a:pt x="0" y="5514"/>
                  </a:moveTo>
                  <a:lnTo>
                    <a:pt x="0" y="3509"/>
                  </a:lnTo>
                  <a:lnTo>
                    <a:pt x="977" y="2532"/>
                  </a:lnTo>
                  <a:lnTo>
                    <a:pt x="977" y="0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133388" y="3392200"/>
              <a:ext cx="222110" cy="900130"/>
            </a:xfrm>
            <a:custGeom>
              <a:avLst/>
              <a:gdLst/>
              <a:ahLst/>
              <a:cxnLst/>
              <a:rect l="l" t="t" r="r" b="b"/>
              <a:pathLst>
                <a:path w="1330" h="5390" fill="none" extrusionOk="0">
                  <a:moveTo>
                    <a:pt x="1329" y="5389"/>
                  </a:moveTo>
                  <a:lnTo>
                    <a:pt x="1329" y="2808"/>
                  </a:lnTo>
                  <a:lnTo>
                    <a:pt x="1" y="1504"/>
                  </a:ln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279842" y="3919750"/>
              <a:ext cx="167" cy="372577"/>
            </a:xfrm>
            <a:custGeom>
              <a:avLst/>
              <a:gdLst/>
              <a:ahLst/>
              <a:cxnLst/>
              <a:rect l="l" t="t" r="r" b="b"/>
              <a:pathLst>
                <a:path w="1" h="2231" fill="none" extrusionOk="0">
                  <a:moveTo>
                    <a:pt x="1" y="2231"/>
                  </a:move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647217" y="3919750"/>
              <a:ext cx="167" cy="372577"/>
            </a:xfrm>
            <a:custGeom>
              <a:avLst/>
              <a:gdLst/>
              <a:ahLst/>
              <a:cxnLst/>
              <a:rect l="l" t="t" r="r" b="b"/>
              <a:pathLst>
                <a:path w="1" h="2231" fill="none" extrusionOk="0">
                  <a:moveTo>
                    <a:pt x="0" y="2231"/>
                  </a:moveTo>
                  <a:lnTo>
                    <a:pt x="0" y="0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-64791" y="4659535"/>
              <a:ext cx="144548" cy="101"/>
            </a:xfrm>
            <a:custGeom>
              <a:avLst/>
              <a:gdLst/>
              <a:ahLst/>
              <a:cxnLst/>
              <a:rect l="l" t="t" r="r" b="b"/>
              <a:pathLst>
                <a:path w="1430" h="1" fill="none" extrusionOk="0">
                  <a:moveTo>
                    <a:pt x="1430" y="0"/>
                  </a:move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1223" y="4537939"/>
              <a:ext cx="68534" cy="101"/>
            </a:xfrm>
            <a:custGeom>
              <a:avLst/>
              <a:gdLst/>
              <a:ahLst/>
              <a:cxnLst/>
              <a:rect l="l" t="t" r="r" b="b"/>
              <a:pathLst>
                <a:path w="678" h="1" fill="none" extrusionOk="0">
                  <a:moveTo>
                    <a:pt x="678" y="0"/>
                  </a:move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-26784" y="4444139"/>
              <a:ext cx="106541" cy="101"/>
            </a:xfrm>
            <a:custGeom>
              <a:avLst/>
              <a:gdLst/>
              <a:ahLst/>
              <a:cxnLst/>
              <a:rect l="l" t="t" r="r" b="b"/>
              <a:pathLst>
                <a:path w="1054" h="1" fill="none" extrusionOk="0">
                  <a:moveTo>
                    <a:pt x="1054" y="1"/>
                  </a:moveTo>
                  <a:lnTo>
                    <a:pt x="1" y="1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811974" y="4479617"/>
              <a:ext cx="83696" cy="101"/>
            </a:xfrm>
            <a:custGeom>
              <a:avLst/>
              <a:gdLst/>
              <a:ahLst/>
              <a:cxnLst/>
              <a:rect l="l" t="t" r="r" b="b"/>
              <a:pathLst>
                <a:path w="828" h="1" fill="none" extrusionOk="0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811974" y="4555627"/>
              <a:ext cx="63480" cy="101"/>
            </a:xfrm>
            <a:custGeom>
              <a:avLst/>
              <a:gdLst/>
              <a:ahLst/>
              <a:cxnLst/>
              <a:rect l="l" t="t" r="r" b="b"/>
              <a:pathLst>
                <a:path w="628" h="1" fill="none" extrusionOk="0">
                  <a:moveTo>
                    <a:pt x="1" y="1"/>
                  </a:moveTo>
                  <a:lnTo>
                    <a:pt x="627" y="1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" name="Google Shape;144;p2"/>
            <p:cNvSpPr/>
            <p:nvPr/>
          </p:nvSpPr>
          <p:spPr>
            <a:xfrm rot="5400000">
              <a:off x="2172928" y="4531170"/>
              <a:ext cx="201068" cy="201068"/>
            </a:xfrm>
            <a:custGeom>
              <a:avLst/>
              <a:gdLst/>
              <a:ahLst/>
              <a:cxnLst/>
              <a:rect l="l" t="t" r="r" b="b"/>
              <a:pathLst>
                <a:path w="1204" h="1204" fill="none" extrusionOk="0">
                  <a:moveTo>
                    <a:pt x="602" y="0"/>
                  </a:moveTo>
                  <a:cubicBezTo>
                    <a:pt x="928" y="0"/>
                    <a:pt x="1204" y="276"/>
                    <a:pt x="1204" y="602"/>
                  </a:cubicBezTo>
                  <a:cubicBezTo>
                    <a:pt x="1204" y="928"/>
                    <a:pt x="928" y="1203"/>
                    <a:pt x="602" y="1203"/>
                  </a:cubicBezTo>
                  <a:cubicBezTo>
                    <a:pt x="276" y="1203"/>
                    <a:pt x="1" y="928"/>
                    <a:pt x="1" y="602"/>
                  </a:cubicBezTo>
                  <a:cubicBezTo>
                    <a:pt x="1" y="276"/>
                    <a:pt x="276" y="0"/>
                    <a:pt x="602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145" name="Google Shape;145;p2"/>
            <p:cNvCxnSpPr/>
            <p:nvPr/>
          </p:nvCxnSpPr>
          <p:spPr>
            <a:xfrm>
              <a:off x="809451" y="4631704"/>
              <a:ext cx="13662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6" name="Google Shape;146;p2"/>
          <p:cNvGrpSpPr/>
          <p:nvPr/>
        </p:nvGrpSpPr>
        <p:grpSpPr>
          <a:xfrm>
            <a:off x="7021664" y="5640659"/>
            <a:ext cx="4210344" cy="395443"/>
            <a:chOff x="5266248" y="4230494"/>
            <a:chExt cx="3157758" cy="296582"/>
          </a:xfrm>
        </p:grpSpPr>
        <p:sp>
          <p:nvSpPr>
            <p:cNvPr id="147" name="Google Shape;147;p2"/>
            <p:cNvSpPr/>
            <p:nvPr/>
          </p:nvSpPr>
          <p:spPr>
            <a:xfrm>
              <a:off x="5266248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5459599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5649735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5839743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6029880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6220016" y="4230494"/>
              <a:ext cx="106446" cy="296582"/>
            </a:xfrm>
            <a:custGeom>
              <a:avLst/>
              <a:gdLst/>
              <a:ahLst/>
              <a:cxnLst/>
              <a:rect l="l" t="t" r="r" b="b"/>
              <a:pathLst>
                <a:path w="828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27" y="2306"/>
                  </a:lnTo>
                  <a:lnTo>
                    <a:pt x="8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6413238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6603375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6793511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6983648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7176870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7367006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7557143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7747151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7940501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8130638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8320774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4" name="Google Shape;164;p2"/>
          <p:cNvSpPr txBox="1">
            <a:spLocks noGrp="1"/>
          </p:cNvSpPr>
          <p:nvPr>
            <p:ph type="ctrTitle"/>
          </p:nvPr>
        </p:nvSpPr>
        <p:spPr>
          <a:xfrm>
            <a:off x="1345600" y="2321396"/>
            <a:ext cx="9500800" cy="152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133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65" name="Google Shape;165;p2"/>
          <p:cNvSpPr txBox="1">
            <a:spLocks noGrp="1"/>
          </p:cNvSpPr>
          <p:nvPr>
            <p:ph type="subTitle" idx="1"/>
          </p:nvPr>
        </p:nvSpPr>
        <p:spPr>
          <a:xfrm>
            <a:off x="1345600" y="3850995"/>
            <a:ext cx="9500800" cy="68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>
                <a:solidFill>
                  <a:srgbClr val="00F4AD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grpSp>
        <p:nvGrpSpPr>
          <p:cNvPr id="166" name="Google Shape;166;p2"/>
          <p:cNvGrpSpPr/>
          <p:nvPr/>
        </p:nvGrpSpPr>
        <p:grpSpPr>
          <a:xfrm>
            <a:off x="277053" y="1727661"/>
            <a:ext cx="736401" cy="736401"/>
            <a:chOff x="1387350" y="1218075"/>
            <a:chExt cx="209300" cy="209300"/>
          </a:xfrm>
        </p:grpSpPr>
        <p:sp>
          <p:nvSpPr>
            <p:cNvPr id="167" name="Google Shape;167;p2"/>
            <p:cNvSpPr/>
            <p:nvPr/>
          </p:nvSpPr>
          <p:spPr>
            <a:xfrm>
              <a:off x="1387350" y="1218075"/>
              <a:ext cx="209300" cy="209300"/>
            </a:xfrm>
            <a:custGeom>
              <a:avLst/>
              <a:gdLst/>
              <a:ahLst/>
              <a:cxnLst/>
              <a:rect l="l" t="t" r="r" b="b"/>
              <a:pathLst>
                <a:path w="8372" h="8372" extrusionOk="0">
                  <a:moveTo>
                    <a:pt x="3860" y="0"/>
                  </a:moveTo>
                  <a:lnTo>
                    <a:pt x="3560" y="727"/>
                  </a:lnTo>
                  <a:cubicBezTo>
                    <a:pt x="3234" y="777"/>
                    <a:pt x="2908" y="877"/>
                    <a:pt x="2632" y="1028"/>
                  </a:cubicBezTo>
                  <a:lnTo>
                    <a:pt x="1956" y="652"/>
                  </a:lnTo>
                  <a:cubicBezTo>
                    <a:pt x="1605" y="877"/>
                    <a:pt x="1279" y="1153"/>
                    <a:pt x="1003" y="1454"/>
                  </a:cubicBezTo>
                  <a:lnTo>
                    <a:pt x="1279" y="2181"/>
                  </a:lnTo>
                  <a:cubicBezTo>
                    <a:pt x="1103" y="2456"/>
                    <a:pt x="953" y="2757"/>
                    <a:pt x="853" y="3058"/>
                  </a:cubicBezTo>
                  <a:lnTo>
                    <a:pt x="101" y="3258"/>
                  </a:lnTo>
                  <a:cubicBezTo>
                    <a:pt x="26" y="3559"/>
                    <a:pt x="1" y="3860"/>
                    <a:pt x="1" y="4186"/>
                  </a:cubicBezTo>
                  <a:cubicBezTo>
                    <a:pt x="1" y="4286"/>
                    <a:pt x="1" y="4411"/>
                    <a:pt x="26" y="4512"/>
                  </a:cubicBezTo>
                  <a:lnTo>
                    <a:pt x="728" y="4812"/>
                  </a:lnTo>
                  <a:cubicBezTo>
                    <a:pt x="778" y="5163"/>
                    <a:pt x="878" y="5464"/>
                    <a:pt x="1028" y="5765"/>
                  </a:cubicBezTo>
                  <a:lnTo>
                    <a:pt x="652" y="6441"/>
                  </a:lnTo>
                  <a:cubicBezTo>
                    <a:pt x="878" y="6792"/>
                    <a:pt x="1154" y="7093"/>
                    <a:pt x="1454" y="7369"/>
                  </a:cubicBezTo>
                  <a:lnTo>
                    <a:pt x="2181" y="7093"/>
                  </a:lnTo>
                  <a:cubicBezTo>
                    <a:pt x="2457" y="7268"/>
                    <a:pt x="2758" y="7419"/>
                    <a:pt x="3058" y="7519"/>
                  </a:cubicBezTo>
                  <a:lnTo>
                    <a:pt x="3284" y="8271"/>
                  </a:lnTo>
                  <a:cubicBezTo>
                    <a:pt x="3560" y="8346"/>
                    <a:pt x="3885" y="8371"/>
                    <a:pt x="4186" y="8371"/>
                  </a:cubicBezTo>
                  <a:lnTo>
                    <a:pt x="4512" y="8371"/>
                  </a:lnTo>
                  <a:lnTo>
                    <a:pt x="4838" y="7644"/>
                  </a:lnTo>
                  <a:cubicBezTo>
                    <a:pt x="5164" y="7594"/>
                    <a:pt x="5464" y="7494"/>
                    <a:pt x="5765" y="7344"/>
                  </a:cubicBezTo>
                  <a:lnTo>
                    <a:pt x="6442" y="7720"/>
                  </a:lnTo>
                  <a:cubicBezTo>
                    <a:pt x="6793" y="7519"/>
                    <a:pt x="7093" y="7243"/>
                    <a:pt x="7369" y="6918"/>
                  </a:cubicBezTo>
                  <a:lnTo>
                    <a:pt x="7093" y="6191"/>
                  </a:lnTo>
                  <a:cubicBezTo>
                    <a:pt x="7269" y="5915"/>
                    <a:pt x="7419" y="5639"/>
                    <a:pt x="7545" y="5314"/>
                  </a:cubicBezTo>
                  <a:lnTo>
                    <a:pt x="8271" y="5113"/>
                  </a:lnTo>
                  <a:cubicBezTo>
                    <a:pt x="8347" y="4812"/>
                    <a:pt x="8372" y="4512"/>
                    <a:pt x="8372" y="4186"/>
                  </a:cubicBezTo>
                  <a:cubicBezTo>
                    <a:pt x="8372" y="4085"/>
                    <a:pt x="8372" y="3985"/>
                    <a:pt x="8372" y="3860"/>
                  </a:cubicBezTo>
                  <a:lnTo>
                    <a:pt x="7670" y="3559"/>
                  </a:lnTo>
                  <a:cubicBezTo>
                    <a:pt x="7595" y="3233"/>
                    <a:pt x="7494" y="2907"/>
                    <a:pt x="7344" y="2632"/>
                  </a:cubicBezTo>
                  <a:lnTo>
                    <a:pt x="7745" y="1955"/>
                  </a:lnTo>
                  <a:cubicBezTo>
                    <a:pt x="7520" y="1604"/>
                    <a:pt x="7244" y="1278"/>
                    <a:pt x="6918" y="1003"/>
                  </a:cubicBezTo>
                  <a:lnTo>
                    <a:pt x="6191" y="1278"/>
                  </a:lnTo>
                  <a:cubicBezTo>
                    <a:pt x="5941" y="1103"/>
                    <a:pt x="5640" y="953"/>
                    <a:pt x="5314" y="852"/>
                  </a:cubicBezTo>
                  <a:lnTo>
                    <a:pt x="5114" y="100"/>
                  </a:lnTo>
                  <a:cubicBezTo>
                    <a:pt x="4813" y="25"/>
                    <a:pt x="4512" y="0"/>
                    <a:pt x="4186" y="0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1387350" y="1218075"/>
              <a:ext cx="209300" cy="209300"/>
            </a:xfrm>
            <a:custGeom>
              <a:avLst/>
              <a:gdLst/>
              <a:ahLst/>
              <a:cxnLst/>
              <a:rect l="l" t="t" r="r" b="b"/>
              <a:pathLst>
                <a:path w="8372" h="8372" fill="none" extrusionOk="0">
                  <a:moveTo>
                    <a:pt x="8372" y="4186"/>
                  </a:moveTo>
                  <a:cubicBezTo>
                    <a:pt x="8372" y="4512"/>
                    <a:pt x="8347" y="4812"/>
                    <a:pt x="8271" y="5113"/>
                  </a:cubicBezTo>
                  <a:lnTo>
                    <a:pt x="7545" y="5314"/>
                  </a:lnTo>
                  <a:cubicBezTo>
                    <a:pt x="7419" y="5639"/>
                    <a:pt x="7269" y="5915"/>
                    <a:pt x="7093" y="6191"/>
                  </a:cubicBezTo>
                  <a:lnTo>
                    <a:pt x="7369" y="6918"/>
                  </a:lnTo>
                  <a:cubicBezTo>
                    <a:pt x="7093" y="7243"/>
                    <a:pt x="6793" y="7519"/>
                    <a:pt x="6442" y="7720"/>
                  </a:cubicBezTo>
                  <a:lnTo>
                    <a:pt x="5765" y="7344"/>
                  </a:lnTo>
                  <a:cubicBezTo>
                    <a:pt x="5464" y="7494"/>
                    <a:pt x="5164" y="7594"/>
                    <a:pt x="4838" y="7644"/>
                  </a:cubicBezTo>
                  <a:lnTo>
                    <a:pt x="4512" y="8371"/>
                  </a:lnTo>
                  <a:cubicBezTo>
                    <a:pt x="4412" y="8371"/>
                    <a:pt x="4312" y="8371"/>
                    <a:pt x="4186" y="8371"/>
                  </a:cubicBezTo>
                  <a:cubicBezTo>
                    <a:pt x="3885" y="8371"/>
                    <a:pt x="3560" y="8346"/>
                    <a:pt x="3284" y="8271"/>
                  </a:cubicBezTo>
                  <a:lnTo>
                    <a:pt x="3058" y="7519"/>
                  </a:lnTo>
                  <a:cubicBezTo>
                    <a:pt x="2758" y="7419"/>
                    <a:pt x="2457" y="7268"/>
                    <a:pt x="2181" y="7093"/>
                  </a:cubicBezTo>
                  <a:lnTo>
                    <a:pt x="1454" y="7369"/>
                  </a:lnTo>
                  <a:cubicBezTo>
                    <a:pt x="1154" y="7093"/>
                    <a:pt x="878" y="6792"/>
                    <a:pt x="652" y="6441"/>
                  </a:cubicBezTo>
                  <a:lnTo>
                    <a:pt x="1028" y="5765"/>
                  </a:lnTo>
                  <a:cubicBezTo>
                    <a:pt x="878" y="5464"/>
                    <a:pt x="778" y="5163"/>
                    <a:pt x="728" y="4812"/>
                  </a:cubicBezTo>
                  <a:lnTo>
                    <a:pt x="26" y="4512"/>
                  </a:lnTo>
                  <a:cubicBezTo>
                    <a:pt x="1" y="4411"/>
                    <a:pt x="1" y="4286"/>
                    <a:pt x="1" y="4186"/>
                  </a:cubicBezTo>
                  <a:cubicBezTo>
                    <a:pt x="1" y="3860"/>
                    <a:pt x="26" y="3559"/>
                    <a:pt x="101" y="3258"/>
                  </a:cubicBezTo>
                  <a:lnTo>
                    <a:pt x="853" y="3058"/>
                  </a:lnTo>
                  <a:cubicBezTo>
                    <a:pt x="953" y="2757"/>
                    <a:pt x="1103" y="2456"/>
                    <a:pt x="1279" y="2181"/>
                  </a:cubicBezTo>
                  <a:lnTo>
                    <a:pt x="1003" y="1454"/>
                  </a:lnTo>
                  <a:cubicBezTo>
                    <a:pt x="1279" y="1153"/>
                    <a:pt x="1605" y="877"/>
                    <a:pt x="1956" y="652"/>
                  </a:cubicBezTo>
                  <a:lnTo>
                    <a:pt x="2632" y="1028"/>
                  </a:lnTo>
                  <a:cubicBezTo>
                    <a:pt x="2908" y="877"/>
                    <a:pt x="3234" y="777"/>
                    <a:pt x="3560" y="727"/>
                  </a:cubicBezTo>
                  <a:lnTo>
                    <a:pt x="3860" y="0"/>
                  </a:lnTo>
                  <a:cubicBezTo>
                    <a:pt x="3986" y="0"/>
                    <a:pt x="4086" y="0"/>
                    <a:pt x="4186" y="0"/>
                  </a:cubicBezTo>
                  <a:cubicBezTo>
                    <a:pt x="4512" y="0"/>
                    <a:pt x="4813" y="25"/>
                    <a:pt x="5114" y="100"/>
                  </a:cubicBezTo>
                  <a:lnTo>
                    <a:pt x="5314" y="852"/>
                  </a:lnTo>
                  <a:cubicBezTo>
                    <a:pt x="5640" y="953"/>
                    <a:pt x="5941" y="1103"/>
                    <a:pt x="6191" y="1278"/>
                  </a:cubicBezTo>
                  <a:lnTo>
                    <a:pt x="6918" y="1003"/>
                  </a:lnTo>
                  <a:cubicBezTo>
                    <a:pt x="7244" y="1278"/>
                    <a:pt x="7520" y="1604"/>
                    <a:pt x="7745" y="1955"/>
                  </a:cubicBezTo>
                  <a:lnTo>
                    <a:pt x="7344" y="2632"/>
                  </a:lnTo>
                  <a:cubicBezTo>
                    <a:pt x="7494" y="2907"/>
                    <a:pt x="7595" y="3233"/>
                    <a:pt x="7670" y="3559"/>
                  </a:cubicBezTo>
                  <a:lnTo>
                    <a:pt x="8372" y="3860"/>
                  </a:lnTo>
                  <a:cubicBezTo>
                    <a:pt x="8372" y="3985"/>
                    <a:pt x="8372" y="4085"/>
                    <a:pt x="8372" y="4186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1431850" y="1262550"/>
              <a:ext cx="120325" cy="120325"/>
            </a:xfrm>
            <a:custGeom>
              <a:avLst/>
              <a:gdLst/>
              <a:ahLst/>
              <a:cxnLst/>
              <a:rect l="l" t="t" r="r" b="b"/>
              <a:pathLst>
                <a:path w="4813" h="4813" extrusionOk="0">
                  <a:moveTo>
                    <a:pt x="2406" y="1"/>
                  </a:moveTo>
                  <a:cubicBezTo>
                    <a:pt x="1078" y="1"/>
                    <a:pt x="0" y="1078"/>
                    <a:pt x="0" y="2407"/>
                  </a:cubicBezTo>
                  <a:cubicBezTo>
                    <a:pt x="0" y="3735"/>
                    <a:pt x="1078" y="4813"/>
                    <a:pt x="2406" y="4813"/>
                  </a:cubicBezTo>
                  <a:cubicBezTo>
                    <a:pt x="3735" y="4813"/>
                    <a:pt x="4812" y="3735"/>
                    <a:pt x="4812" y="2407"/>
                  </a:cubicBezTo>
                  <a:cubicBezTo>
                    <a:pt x="4812" y="1078"/>
                    <a:pt x="3735" y="1"/>
                    <a:pt x="24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1451275" y="1281975"/>
              <a:ext cx="81475" cy="81475"/>
            </a:xfrm>
            <a:custGeom>
              <a:avLst/>
              <a:gdLst/>
              <a:ahLst/>
              <a:cxnLst/>
              <a:rect l="l" t="t" r="r" b="b"/>
              <a:pathLst>
                <a:path w="3259" h="3259" fill="none" extrusionOk="0">
                  <a:moveTo>
                    <a:pt x="3258" y="1630"/>
                  </a:moveTo>
                  <a:cubicBezTo>
                    <a:pt x="3258" y="2532"/>
                    <a:pt x="2531" y="3259"/>
                    <a:pt x="1629" y="3259"/>
                  </a:cubicBezTo>
                  <a:cubicBezTo>
                    <a:pt x="727" y="3259"/>
                    <a:pt x="0" y="2532"/>
                    <a:pt x="0" y="1630"/>
                  </a:cubicBezTo>
                  <a:cubicBezTo>
                    <a:pt x="0" y="727"/>
                    <a:pt x="727" y="1"/>
                    <a:pt x="1629" y="1"/>
                  </a:cubicBezTo>
                  <a:cubicBezTo>
                    <a:pt x="2531" y="1"/>
                    <a:pt x="3258" y="727"/>
                    <a:pt x="3258" y="1630"/>
                  </a:cubicBezTo>
                  <a:close/>
                </a:path>
              </a:pathLst>
            </a:custGeom>
            <a:solidFill>
              <a:srgbClr val="0F3570"/>
            </a:solidFill>
            <a:ln w="9525" cap="flat" cmpd="sng">
              <a:solidFill>
                <a:schemeClr val="dk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00370151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3"/>
          <p:cNvGrpSpPr/>
          <p:nvPr/>
        </p:nvGrpSpPr>
        <p:grpSpPr>
          <a:xfrm>
            <a:off x="-4122123" y="-2690216"/>
            <a:ext cx="10544692" cy="4127363"/>
            <a:chOff x="-3091593" y="-1484262"/>
            <a:chExt cx="7908519" cy="3095522"/>
          </a:xfrm>
        </p:grpSpPr>
        <p:grpSp>
          <p:nvGrpSpPr>
            <p:cNvPr id="173" name="Google Shape;173;p3"/>
            <p:cNvGrpSpPr/>
            <p:nvPr/>
          </p:nvGrpSpPr>
          <p:grpSpPr>
            <a:xfrm>
              <a:off x="-3091593" y="-1484262"/>
              <a:ext cx="7884347" cy="3095522"/>
              <a:chOff x="-3091593" y="-1484262"/>
              <a:chExt cx="7884347" cy="3095522"/>
            </a:xfrm>
          </p:grpSpPr>
          <p:sp>
            <p:nvSpPr>
              <p:cNvPr id="174" name="Google Shape;174;p3"/>
              <p:cNvSpPr/>
              <p:nvPr/>
            </p:nvSpPr>
            <p:spPr>
              <a:xfrm rot="10800000">
                <a:off x="-3091593" y="-453301"/>
                <a:ext cx="5466211" cy="1127132"/>
              </a:xfrm>
              <a:custGeom>
                <a:avLst/>
                <a:gdLst/>
                <a:ahLst/>
                <a:cxnLst/>
                <a:rect l="l" t="t" r="r" b="b"/>
                <a:pathLst>
                  <a:path w="206136" h="44419" extrusionOk="0">
                    <a:moveTo>
                      <a:pt x="183" y="0"/>
                    </a:moveTo>
                    <a:cubicBezTo>
                      <a:pt x="91" y="0"/>
                      <a:pt x="0" y="92"/>
                      <a:pt x="0" y="206"/>
                    </a:cubicBezTo>
                    <a:cubicBezTo>
                      <a:pt x="0" y="297"/>
                      <a:pt x="91" y="388"/>
                      <a:pt x="183" y="388"/>
                    </a:cubicBezTo>
                    <a:lnTo>
                      <a:pt x="31887" y="388"/>
                    </a:lnTo>
                    <a:lnTo>
                      <a:pt x="54507" y="23031"/>
                    </a:lnTo>
                    <a:lnTo>
                      <a:pt x="101870" y="23031"/>
                    </a:lnTo>
                    <a:lnTo>
                      <a:pt x="123257" y="44418"/>
                    </a:lnTo>
                    <a:lnTo>
                      <a:pt x="205930" y="44418"/>
                    </a:lnTo>
                    <a:cubicBezTo>
                      <a:pt x="206044" y="44418"/>
                      <a:pt x="206136" y="44327"/>
                      <a:pt x="206136" y="44213"/>
                    </a:cubicBezTo>
                    <a:cubicBezTo>
                      <a:pt x="206136" y="44122"/>
                      <a:pt x="206044" y="44030"/>
                      <a:pt x="205930" y="44030"/>
                    </a:cubicBezTo>
                    <a:lnTo>
                      <a:pt x="123417" y="44030"/>
                    </a:lnTo>
                    <a:lnTo>
                      <a:pt x="102029" y="22643"/>
                    </a:lnTo>
                    <a:lnTo>
                      <a:pt x="54667" y="22643"/>
                    </a:lnTo>
                    <a:lnTo>
                      <a:pt x="320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5" name="Google Shape;175;p3"/>
              <p:cNvSpPr/>
              <p:nvPr/>
            </p:nvSpPr>
            <p:spPr>
              <a:xfrm rot="10800000">
                <a:off x="-2488881" y="58715"/>
                <a:ext cx="6303378" cy="1490426"/>
              </a:xfrm>
              <a:custGeom>
                <a:avLst/>
                <a:gdLst/>
                <a:ahLst/>
                <a:cxnLst/>
                <a:rect l="l" t="t" r="r" b="b"/>
                <a:pathLst>
                  <a:path w="248409" h="58736" extrusionOk="0">
                    <a:moveTo>
                      <a:pt x="248203" y="1"/>
                    </a:moveTo>
                    <a:cubicBezTo>
                      <a:pt x="248151" y="1"/>
                      <a:pt x="248100" y="18"/>
                      <a:pt x="248066" y="52"/>
                    </a:cubicBezTo>
                    <a:lnTo>
                      <a:pt x="196663" y="51455"/>
                    </a:lnTo>
                    <a:lnTo>
                      <a:pt x="175778" y="51455"/>
                    </a:lnTo>
                    <a:lnTo>
                      <a:pt x="155760" y="31460"/>
                    </a:lnTo>
                    <a:lnTo>
                      <a:pt x="121112" y="31460"/>
                    </a:lnTo>
                    <a:lnTo>
                      <a:pt x="94200" y="58371"/>
                    </a:lnTo>
                    <a:lnTo>
                      <a:pt x="183" y="58371"/>
                    </a:lnTo>
                    <a:cubicBezTo>
                      <a:pt x="92" y="58371"/>
                      <a:pt x="0" y="58439"/>
                      <a:pt x="0" y="58553"/>
                    </a:cubicBezTo>
                    <a:cubicBezTo>
                      <a:pt x="0" y="58645"/>
                      <a:pt x="92" y="58736"/>
                      <a:pt x="183" y="58736"/>
                    </a:cubicBezTo>
                    <a:lnTo>
                      <a:pt x="94360" y="58736"/>
                    </a:lnTo>
                    <a:lnTo>
                      <a:pt x="121248" y="31848"/>
                    </a:lnTo>
                    <a:lnTo>
                      <a:pt x="155623" y="31848"/>
                    </a:lnTo>
                    <a:lnTo>
                      <a:pt x="175618" y="51843"/>
                    </a:lnTo>
                    <a:lnTo>
                      <a:pt x="196823" y="51843"/>
                    </a:lnTo>
                    <a:lnTo>
                      <a:pt x="248340" y="326"/>
                    </a:lnTo>
                    <a:cubicBezTo>
                      <a:pt x="248408" y="235"/>
                      <a:pt x="248408" y="121"/>
                      <a:pt x="248340" y="52"/>
                    </a:cubicBezTo>
                    <a:cubicBezTo>
                      <a:pt x="248306" y="18"/>
                      <a:pt x="248254" y="1"/>
                      <a:pt x="2482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6" name="Google Shape;176;p3"/>
              <p:cNvSpPr/>
              <p:nvPr/>
            </p:nvSpPr>
            <p:spPr>
              <a:xfrm rot="10800000">
                <a:off x="-2860727" y="-1484262"/>
                <a:ext cx="6393739" cy="1984325"/>
              </a:xfrm>
              <a:custGeom>
                <a:avLst/>
                <a:gdLst/>
                <a:ahLst/>
                <a:cxnLst/>
                <a:rect l="l" t="t" r="r" b="b"/>
                <a:pathLst>
                  <a:path w="251970" h="78200" extrusionOk="0">
                    <a:moveTo>
                      <a:pt x="389" y="0"/>
                    </a:moveTo>
                    <a:cubicBezTo>
                      <a:pt x="160" y="0"/>
                      <a:pt x="1" y="183"/>
                      <a:pt x="1" y="388"/>
                    </a:cubicBezTo>
                    <a:cubicBezTo>
                      <a:pt x="1" y="593"/>
                      <a:pt x="160" y="776"/>
                      <a:pt x="389" y="776"/>
                    </a:cubicBezTo>
                    <a:lnTo>
                      <a:pt x="66217" y="776"/>
                    </a:lnTo>
                    <a:lnTo>
                      <a:pt x="89179" y="23738"/>
                    </a:lnTo>
                    <a:lnTo>
                      <a:pt x="125197" y="23738"/>
                    </a:lnTo>
                    <a:lnTo>
                      <a:pt x="179659" y="78199"/>
                    </a:lnTo>
                    <a:lnTo>
                      <a:pt x="251581" y="78199"/>
                    </a:lnTo>
                    <a:cubicBezTo>
                      <a:pt x="251787" y="78199"/>
                      <a:pt x="251969" y="78040"/>
                      <a:pt x="251969" y="77834"/>
                    </a:cubicBezTo>
                    <a:cubicBezTo>
                      <a:pt x="251969" y="77606"/>
                      <a:pt x="251787" y="77446"/>
                      <a:pt x="251581" y="77446"/>
                    </a:cubicBezTo>
                    <a:lnTo>
                      <a:pt x="179978" y="77446"/>
                    </a:lnTo>
                    <a:lnTo>
                      <a:pt x="125517" y="22962"/>
                    </a:lnTo>
                    <a:lnTo>
                      <a:pt x="89499" y="22962"/>
                    </a:lnTo>
                    <a:lnTo>
                      <a:pt x="665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7" name="Google Shape;177;p3"/>
              <p:cNvSpPr/>
              <p:nvPr/>
            </p:nvSpPr>
            <p:spPr>
              <a:xfrm rot="10800000">
                <a:off x="-1953114" y="264887"/>
                <a:ext cx="4762126" cy="1309020"/>
              </a:xfrm>
              <a:custGeom>
                <a:avLst/>
                <a:gdLst/>
                <a:ahLst/>
                <a:cxnLst/>
                <a:rect l="l" t="t" r="r" b="b"/>
                <a:pathLst>
                  <a:path w="187670" h="51587" extrusionOk="0">
                    <a:moveTo>
                      <a:pt x="187453" y="1"/>
                    </a:moveTo>
                    <a:cubicBezTo>
                      <a:pt x="187407" y="1"/>
                      <a:pt x="187362" y="24"/>
                      <a:pt x="187327" y="69"/>
                    </a:cubicBezTo>
                    <a:lnTo>
                      <a:pt x="143594" y="43780"/>
                    </a:lnTo>
                    <a:lnTo>
                      <a:pt x="103992" y="43780"/>
                    </a:lnTo>
                    <a:lnTo>
                      <a:pt x="87444" y="27232"/>
                    </a:lnTo>
                    <a:lnTo>
                      <a:pt x="46838" y="27232"/>
                    </a:lnTo>
                    <a:lnTo>
                      <a:pt x="22871" y="51198"/>
                    </a:lnTo>
                    <a:lnTo>
                      <a:pt x="183" y="51198"/>
                    </a:lnTo>
                    <a:cubicBezTo>
                      <a:pt x="91" y="51198"/>
                      <a:pt x="0" y="51289"/>
                      <a:pt x="0" y="51403"/>
                    </a:cubicBezTo>
                    <a:cubicBezTo>
                      <a:pt x="0" y="51495"/>
                      <a:pt x="91" y="51586"/>
                      <a:pt x="183" y="51586"/>
                    </a:cubicBezTo>
                    <a:lnTo>
                      <a:pt x="23031" y="51586"/>
                    </a:lnTo>
                    <a:lnTo>
                      <a:pt x="46997" y="27620"/>
                    </a:lnTo>
                    <a:lnTo>
                      <a:pt x="87284" y="27620"/>
                    </a:lnTo>
                    <a:lnTo>
                      <a:pt x="103833" y="44168"/>
                    </a:lnTo>
                    <a:lnTo>
                      <a:pt x="143754" y="44168"/>
                    </a:lnTo>
                    <a:lnTo>
                      <a:pt x="187579" y="321"/>
                    </a:lnTo>
                    <a:cubicBezTo>
                      <a:pt x="187670" y="252"/>
                      <a:pt x="187670" y="138"/>
                      <a:pt x="187579" y="69"/>
                    </a:cubicBezTo>
                    <a:cubicBezTo>
                      <a:pt x="187544" y="24"/>
                      <a:pt x="187499" y="1"/>
                      <a:pt x="1874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8" name="Google Shape;178;p3"/>
              <p:cNvSpPr/>
              <p:nvPr/>
            </p:nvSpPr>
            <p:spPr>
              <a:xfrm rot="10800000">
                <a:off x="-55114" y="833084"/>
                <a:ext cx="3182685" cy="778175"/>
              </a:xfrm>
              <a:custGeom>
                <a:avLst/>
                <a:gdLst/>
                <a:ahLst/>
                <a:cxnLst/>
                <a:rect l="l" t="t" r="r" b="b"/>
                <a:pathLst>
                  <a:path w="125426" h="30667" extrusionOk="0">
                    <a:moveTo>
                      <a:pt x="125014" y="1"/>
                    </a:moveTo>
                    <a:cubicBezTo>
                      <a:pt x="124917" y="1"/>
                      <a:pt x="124820" y="35"/>
                      <a:pt x="124741" y="103"/>
                    </a:cubicBezTo>
                    <a:lnTo>
                      <a:pt x="111936" y="12931"/>
                    </a:lnTo>
                    <a:lnTo>
                      <a:pt x="47020" y="12931"/>
                    </a:lnTo>
                    <a:lnTo>
                      <a:pt x="30016" y="29913"/>
                    </a:lnTo>
                    <a:lnTo>
                      <a:pt x="388" y="29913"/>
                    </a:lnTo>
                    <a:cubicBezTo>
                      <a:pt x="160" y="29913"/>
                      <a:pt x="0" y="30073"/>
                      <a:pt x="0" y="30301"/>
                    </a:cubicBezTo>
                    <a:cubicBezTo>
                      <a:pt x="0" y="30507"/>
                      <a:pt x="160" y="30666"/>
                      <a:pt x="388" y="30666"/>
                    </a:cubicBezTo>
                    <a:lnTo>
                      <a:pt x="30335" y="30666"/>
                    </a:lnTo>
                    <a:lnTo>
                      <a:pt x="47340" y="13685"/>
                    </a:lnTo>
                    <a:lnTo>
                      <a:pt x="112255" y="13685"/>
                    </a:lnTo>
                    <a:lnTo>
                      <a:pt x="125288" y="651"/>
                    </a:lnTo>
                    <a:cubicBezTo>
                      <a:pt x="125425" y="514"/>
                      <a:pt x="125425" y="263"/>
                      <a:pt x="125288" y="103"/>
                    </a:cubicBezTo>
                    <a:cubicBezTo>
                      <a:pt x="125208" y="35"/>
                      <a:pt x="125111" y="1"/>
                      <a:pt x="1250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9" name="Google Shape;179;p3"/>
              <p:cNvSpPr/>
              <p:nvPr/>
            </p:nvSpPr>
            <p:spPr>
              <a:xfrm rot="10800000">
                <a:off x="2654352" y="663960"/>
                <a:ext cx="2054994" cy="401407"/>
              </a:xfrm>
              <a:custGeom>
                <a:avLst/>
                <a:gdLst/>
                <a:ahLst/>
                <a:cxnLst/>
                <a:rect l="l" t="t" r="r" b="b"/>
                <a:pathLst>
                  <a:path w="80985" h="15819" extrusionOk="0">
                    <a:moveTo>
                      <a:pt x="206" y="1"/>
                    </a:moveTo>
                    <a:cubicBezTo>
                      <a:pt x="92" y="1"/>
                      <a:pt x="0" y="92"/>
                      <a:pt x="0" y="183"/>
                    </a:cubicBezTo>
                    <a:cubicBezTo>
                      <a:pt x="0" y="297"/>
                      <a:pt x="92" y="389"/>
                      <a:pt x="206" y="389"/>
                    </a:cubicBezTo>
                    <a:lnTo>
                      <a:pt x="37297" y="389"/>
                    </a:lnTo>
                    <a:lnTo>
                      <a:pt x="52750" y="15818"/>
                    </a:lnTo>
                    <a:lnTo>
                      <a:pt x="80779" y="15818"/>
                    </a:lnTo>
                    <a:cubicBezTo>
                      <a:pt x="80893" y="15818"/>
                      <a:pt x="80985" y="15727"/>
                      <a:pt x="80985" y="15636"/>
                    </a:cubicBezTo>
                    <a:cubicBezTo>
                      <a:pt x="80985" y="15522"/>
                      <a:pt x="80893" y="15430"/>
                      <a:pt x="80779" y="15430"/>
                    </a:cubicBezTo>
                    <a:lnTo>
                      <a:pt x="52909" y="15430"/>
                    </a:lnTo>
                    <a:lnTo>
                      <a:pt x="3745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0" name="Google Shape;180;p3"/>
              <p:cNvSpPr/>
              <p:nvPr/>
            </p:nvSpPr>
            <p:spPr>
              <a:xfrm rot="10800000">
                <a:off x="3113081" y="264887"/>
                <a:ext cx="1679673" cy="520720"/>
              </a:xfrm>
              <a:custGeom>
                <a:avLst/>
                <a:gdLst/>
                <a:ahLst/>
                <a:cxnLst/>
                <a:rect l="l" t="t" r="r" b="b"/>
                <a:pathLst>
                  <a:path w="66194" h="20521" extrusionOk="0">
                    <a:moveTo>
                      <a:pt x="183" y="0"/>
                    </a:moveTo>
                    <a:cubicBezTo>
                      <a:pt x="92" y="0"/>
                      <a:pt x="1" y="91"/>
                      <a:pt x="1" y="206"/>
                    </a:cubicBezTo>
                    <a:cubicBezTo>
                      <a:pt x="1" y="297"/>
                      <a:pt x="92" y="388"/>
                      <a:pt x="183" y="388"/>
                    </a:cubicBezTo>
                    <a:lnTo>
                      <a:pt x="25245" y="388"/>
                    </a:lnTo>
                    <a:lnTo>
                      <a:pt x="45377" y="20520"/>
                    </a:lnTo>
                    <a:lnTo>
                      <a:pt x="66011" y="20520"/>
                    </a:lnTo>
                    <a:cubicBezTo>
                      <a:pt x="66103" y="20520"/>
                      <a:pt x="66194" y="20429"/>
                      <a:pt x="66194" y="20337"/>
                    </a:cubicBezTo>
                    <a:cubicBezTo>
                      <a:pt x="66194" y="20223"/>
                      <a:pt x="66103" y="20132"/>
                      <a:pt x="66011" y="20132"/>
                    </a:cubicBezTo>
                    <a:lnTo>
                      <a:pt x="45537" y="20132"/>
                    </a:lnTo>
                    <a:lnTo>
                      <a:pt x="2540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1" name="Google Shape;181;p3"/>
              <p:cNvSpPr/>
              <p:nvPr/>
            </p:nvSpPr>
            <p:spPr>
              <a:xfrm rot="10800000">
                <a:off x="3798841" y="59274"/>
                <a:ext cx="993913" cy="458755"/>
              </a:xfrm>
              <a:custGeom>
                <a:avLst/>
                <a:gdLst/>
                <a:ahLst/>
                <a:cxnLst/>
                <a:rect l="l" t="t" r="r" b="b"/>
                <a:pathLst>
                  <a:path w="39169" h="18079" extrusionOk="0">
                    <a:moveTo>
                      <a:pt x="183" y="0"/>
                    </a:moveTo>
                    <a:cubicBezTo>
                      <a:pt x="92" y="0"/>
                      <a:pt x="1" y="92"/>
                      <a:pt x="1" y="206"/>
                    </a:cubicBezTo>
                    <a:cubicBezTo>
                      <a:pt x="1" y="297"/>
                      <a:pt x="92" y="388"/>
                      <a:pt x="183" y="388"/>
                    </a:cubicBezTo>
                    <a:lnTo>
                      <a:pt x="21182" y="388"/>
                    </a:lnTo>
                    <a:lnTo>
                      <a:pt x="38826" y="18010"/>
                    </a:lnTo>
                    <a:cubicBezTo>
                      <a:pt x="38849" y="18055"/>
                      <a:pt x="38895" y="18078"/>
                      <a:pt x="38940" y="18078"/>
                    </a:cubicBezTo>
                    <a:cubicBezTo>
                      <a:pt x="39009" y="18078"/>
                      <a:pt x="39055" y="18055"/>
                      <a:pt x="39077" y="18010"/>
                    </a:cubicBezTo>
                    <a:cubicBezTo>
                      <a:pt x="39169" y="17941"/>
                      <a:pt x="39169" y="17827"/>
                      <a:pt x="39077" y="17736"/>
                    </a:cubicBezTo>
                    <a:lnTo>
                      <a:pt x="2134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2" name="Google Shape;182;p3"/>
              <p:cNvSpPr/>
              <p:nvPr/>
            </p:nvSpPr>
            <p:spPr>
              <a:xfrm rot="10800000">
                <a:off x="394353" y="672080"/>
                <a:ext cx="136695" cy="13669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5387" extrusionOk="0">
                    <a:moveTo>
                      <a:pt x="2694" y="388"/>
                    </a:moveTo>
                    <a:cubicBezTo>
                      <a:pt x="3972" y="388"/>
                      <a:pt x="5022" y="1415"/>
                      <a:pt x="5022" y="2694"/>
                    </a:cubicBezTo>
                    <a:cubicBezTo>
                      <a:pt x="5022" y="3972"/>
                      <a:pt x="3972" y="4999"/>
                      <a:pt x="2694" y="4999"/>
                    </a:cubicBezTo>
                    <a:cubicBezTo>
                      <a:pt x="1415" y="4999"/>
                      <a:pt x="388" y="3972"/>
                      <a:pt x="388" y="2694"/>
                    </a:cubicBezTo>
                    <a:cubicBezTo>
                      <a:pt x="388" y="1415"/>
                      <a:pt x="1415" y="388"/>
                      <a:pt x="2694" y="388"/>
                    </a:cubicBezTo>
                    <a:close/>
                    <a:moveTo>
                      <a:pt x="2694" y="0"/>
                    </a:moveTo>
                    <a:cubicBezTo>
                      <a:pt x="1210" y="0"/>
                      <a:pt x="0" y="1210"/>
                      <a:pt x="0" y="2694"/>
                    </a:cubicBezTo>
                    <a:cubicBezTo>
                      <a:pt x="0" y="4177"/>
                      <a:pt x="1210" y="5387"/>
                      <a:pt x="2694" y="5387"/>
                    </a:cubicBezTo>
                    <a:cubicBezTo>
                      <a:pt x="4177" y="5387"/>
                      <a:pt x="5387" y="4177"/>
                      <a:pt x="5387" y="2694"/>
                    </a:cubicBezTo>
                    <a:cubicBezTo>
                      <a:pt x="5387" y="1210"/>
                      <a:pt x="4177" y="0"/>
                      <a:pt x="26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3" name="Google Shape;183;p3"/>
              <p:cNvSpPr/>
              <p:nvPr/>
            </p:nvSpPr>
            <p:spPr>
              <a:xfrm rot="10800000">
                <a:off x="418079" y="695805"/>
                <a:ext cx="88660" cy="89244"/>
              </a:xfrm>
              <a:custGeom>
                <a:avLst/>
                <a:gdLst/>
                <a:ahLst/>
                <a:cxnLst/>
                <a:rect l="l" t="t" r="r" b="b"/>
                <a:pathLst>
                  <a:path w="3494" h="3517" extrusionOk="0">
                    <a:moveTo>
                      <a:pt x="1736" y="1"/>
                    </a:moveTo>
                    <a:cubicBezTo>
                      <a:pt x="777" y="1"/>
                      <a:pt x="1" y="800"/>
                      <a:pt x="1" y="1759"/>
                    </a:cubicBezTo>
                    <a:cubicBezTo>
                      <a:pt x="1" y="2717"/>
                      <a:pt x="777" y="3516"/>
                      <a:pt x="1736" y="3516"/>
                    </a:cubicBezTo>
                    <a:cubicBezTo>
                      <a:pt x="2717" y="3516"/>
                      <a:pt x="3493" y="2717"/>
                      <a:pt x="3493" y="1759"/>
                    </a:cubicBezTo>
                    <a:cubicBezTo>
                      <a:pt x="3493" y="800"/>
                      <a:pt x="2717" y="1"/>
                      <a:pt x="173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4" name="Google Shape;184;p3"/>
              <p:cNvSpPr/>
              <p:nvPr/>
            </p:nvSpPr>
            <p:spPr>
              <a:xfrm rot="10800000">
                <a:off x="2364747" y="600243"/>
                <a:ext cx="136721" cy="136721"/>
              </a:xfrm>
              <a:custGeom>
                <a:avLst/>
                <a:gdLst/>
                <a:ahLst/>
                <a:cxnLst/>
                <a:rect l="l" t="t" r="r" b="b"/>
                <a:pathLst>
                  <a:path w="5388" h="5388" extrusionOk="0">
                    <a:moveTo>
                      <a:pt x="2694" y="366"/>
                    </a:moveTo>
                    <a:cubicBezTo>
                      <a:pt x="3972" y="366"/>
                      <a:pt x="4999" y="1416"/>
                      <a:pt x="4999" y="2694"/>
                    </a:cubicBezTo>
                    <a:cubicBezTo>
                      <a:pt x="4999" y="3972"/>
                      <a:pt x="3972" y="4999"/>
                      <a:pt x="2694" y="4999"/>
                    </a:cubicBezTo>
                    <a:cubicBezTo>
                      <a:pt x="1416" y="4999"/>
                      <a:pt x="366" y="3972"/>
                      <a:pt x="366" y="2694"/>
                    </a:cubicBezTo>
                    <a:cubicBezTo>
                      <a:pt x="366" y="1416"/>
                      <a:pt x="1416" y="366"/>
                      <a:pt x="2694" y="366"/>
                    </a:cubicBezTo>
                    <a:close/>
                    <a:moveTo>
                      <a:pt x="2694" y="0"/>
                    </a:moveTo>
                    <a:cubicBezTo>
                      <a:pt x="1210" y="0"/>
                      <a:pt x="0" y="1210"/>
                      <a:pt x="0" y="2694"/>
                    </a:cubicBezTo>
                    <a:cubicBezTo>
                      <a:pt x="0" y="4178"/>
                      <a:pt x="1210" y="5387"/>
                      <a:pt x="2694" y="5387"/>
                    </a:cubicBezTo>
                    <a:cubicBezTo>
                      <a:pt x="4177" y="5387"/>
                      <a:pt x="5387" y="4178"/>
                      <a:pt x="5387" y="2694"/>
                    </a:cubicBezTo>
                    <a:cubicBezTo>
                      <a:pt x="5387" y="1210"/>
                      <a:pt x="4177" y="0"/>
                      <a:pt x="26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5" name="Google Shape;185;p3"/>
              <p:cNvSpPr/>
              <p:nvPr/>
            </p:nvSpPr>
            <p:spPr>
              <a:xfrm rot="10800000">
                <a:off x="2389082" y="623994"/>
                <a:ext cx="88635" cy="89219"/>
              </a:xfrm>
              <a:custGeom>
                <a:avLst/>
                <a:gdLst/>
                <a:ahLst/>
                <a:cxnLst/>
                <a:rect l="l" t="t" r="r" b="b"/>
                <a:pathLst>
                  <a:path w="3493" h="3516" extrusionOk="0">
                    <a:moveTo>
                      <a:pt x="1758" y="0"/>
                    </a:moveTo>
                    <a:cubicBezTo>
                      <a:pt x="776" y="0"/>
                      <a:pt x="0" y="776"/>
                      <a:pt x="0" y="1758"/>
                    </a:cubicBezTo>
                    <a:cubicBezTo>
                      <a:pt x="0" y="2717"/>
                      <a:pt x="776" y="3515"/>
                      <a:pt x="1758" y="3515"/>
                    </a:cubicBezTo>
                    <a:cubicBezTo>
                      <a:pt x="2716" y="3515"/>
                      <a:pt x="3493" y="2717"/>
                      <a:pt x="3493" y="1758"/>
                    </a:cubicBezTo>
                    <a:cubicBezTo>
                      <a:pt x="3493" y="776"/>
                      <a:pt x="2716" y="0"/>
                      <a:pt x="1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6" name="Google Shape;186;p3"/>
              <p:cNvSpPr/>
              <p:nvPr/>
            </p:nvSpPr>
            <p:spPr>
              <a:xfrm rot="10800000">
                <a:off x="3119450" y="794286"/>
                <a:ext cx="96171" cy="96171"/>
              </a:xfrm>
              <a:custGeom>
                <a:avLst/>
                <a:gdLst/>
                <a:ahLst/>
                <a:cxnLst/>
                <a:rect l="l" t="t" r="r" b="b"/>
                <a:pathLst>
                  <a:path w="3790" h="3790" extrusionOk="0">
                    <a:moveTo>
                      <a:pt x="1895" y="366"/>
                    </a:moveTo>
                    <a:cubicBezTo>
                      <a:pt x="2717" y="366"/>
                      <a:pt x="3402" y="1051"/>
                      <a:pt x="3402" y="1895"/>
                    </a:cubicBezTo>
                    <a:cubicBezTo>
                      <a:pt x="3402" y="2717"/>
                      <a:pt x="2717" y="3402"/>
                      <a:pt x="1895" y="3402"/>
                    </a:cubicBezTo>
                    <a:cubicBezTo>
                      <a:pt x="1051" y="3402"/>
                      <a:pt x="366" y="2717"/>
                      <a:pt x="366" y="1895"/>
                    </a:cubicBezTo>
                    <a:cubicBezTo>
                      <a:pt x="366" y="1051"/>
                      <a:pt x="1051" y="366"/>
                      <a:pt x="1895" y="366"/>
                    </a:cubicBezTo>
                    <a:close/>
                    <a:moveTo>
                      <a:pt x="1895" y="1"/>
                    </a:moveTo>
                    <a:cubicBezTo>
                      <a:pt x="845" y="1"/>
                      <a:pt x="1" y="845"/>
                      <a:pt x="1" y="1895"/>
                    </a:cubicBezTo>
                    <a:cubicBezTo>
                      <a:pt x="1" y="2922"/>
                      <a:pt x="845" y="3790"/>
                      <a:pt x="1895" y="3790"/>
                    </a:cubicBezTo>
                    <a:cubicBezTo>
                      <a:pt x="2922" y="3790"/>
                      <a:pt x="3790" y="2922"/>
                      <a:pt x="3790" y="1895"/>
                    </a:cubicBezTo>
                    <a:cubicBezTo>
                      <a:pt x="3790" y="845"/>
                      <a:pt x="2922" y="1"/>
                      <a:pt x="18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7" name="Google Shape;187;p3"/>
              <p:cNvSpPr/>
              <p:nvPr/>
            </p:nvSpPr>
            <p:spPr>
              <a:xfrm rot="10800000">
                <a:off x="3137391" y="812226"/>
                <a:ext cx="60849" cy="60849"/>
              </a:xfrm>
              <a:custGeom>
                <a:avLst/>
                <a:gdLst/>
                <a:ahLst/>
                <a:cxnLst/>
                <a:rect l="l" t="t" r="r" b="b"/>
                <a:pathLst>
                  <a:path w="2398" h="2398" extrusionOk="0">
                    <a:moveTo>
                      <a:pt x="1210" y="1"/>
                    </a:moveTo>
                    <a:cubicBezTo>
                      <a:pt x="548" y="1"/>
                      <a:pt x="1" y="548"/>
                      <a:pt x="1" y="1210"/>
                    </a:cubicBezTo>
                    <a:cubicBezTo>
                      <a:pt x="1" y="1872"/>
                      <a:pt x="548" y="2397"/>
                      <a:pt x="1210" y="2397"/>
                    </a:cubicBezTo>
                    <a:cubicBezTo>
                      <a:pt x="1872" y="2397"/>
                      <a:pt x="2397" y="1872"/>
                      <a:pt x="2397" y="1210"/>
                    </a:cubicBezTo>
                    <a:cubicBezTo>
                      <a:pt x="2397" y="548"/>
                      <a:pt x="1872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8" name="Google Shape;188;p3"/>
              <p:cNvSpPr/>
              <p:nvPr/>
            </p:nvSpPr>
            <p:spPr>
              <a:xfrm rot="10800000">
                <a:off x="1773992" y="614732"/>
                <a:ext cx="107742" cy="107742"/>
              </a:xfrm>
              <a:custGeom>
                <a:avLst/>
                <a:gdLst/>
                <a:ahLst/>
                <a:cxnLst/>
                <a:rect l="l" t="t" r="r" b="b"/>
                <a:pathLst>
                  <a:path w="4246" h="4246" extrusionOk="0">
                    <a:moveTo>
                      <a:pt x="2123" y="0"/>
                    </a:moveTo>
                    <a:cubicBezTo>
                      <a:pt x="959" y="0"/>
                      <a:pt x="0" y="936"/>
                      <a:pt x="0" y="2123"/>
                    </a:cubicBezTo>
                    <a:cubicBezTo>
                      <a:pt x="0" y="3287"/>
                      <a:pt x="959" y="4246"/>
                      <a:pt x="2123" y="4246"/>
                    </a:cubicBezTo>
                    <a:cubicBezTo>
                      <a:pt x="3310" y="4246"/>
                      <a:pt x="4246" y="3287"/>
                      <a:pt x="4246" y="2123"/>
                    </a:cubicBezTo>
                    <a:cubicBezTo>
                      <a:pt x="4246" y="936"/>
                      <a:pt x="3310" y="0"/>
                      <a:pt x="21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9" name="Google Shape;189;p3"/>
              <p:cNvSpPr/>
              <p:nvPr/>
            </p:nvSpPr>
            <p:spPr>
              <a:xfrm rot="10800000">
                <a:off x="1389967" y="30321"/>
                <a:ext cx="66051" cy="66051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2603" extrusionOk="0">
                    <a:moveTo>
                      <a:pt x="1301" y="0"/>
                    </a:moveTo>
                    <a:cubicBezTo>
                      <a:pt x="594" y="0"/>
                      <a:pt x="0" y="571"/>
                      <a:pt x="0" y="1301"/>
                    </a:cubicBezTo>
                    <a:cubicBezTo>
                      <a:pt x="0" y="2009"/>
                      <a:pt x="594" y="2602"/>
                      <a:pt x="1301" y="2602"/>
                    </a:cubicBezTo>
                    <a:cubicBezTo>
                      <a:pt x="2009" y="2602"/>
                      <a:pt x="2602" y="2009"/>
                      <a:pt x="2602" y="1301"/>
                    </a:cubicBezTo>
                    <a:cubicBezTo>
                      <a:pt x="2602" y="571"/>
                      <a:pt x="2009" y="0"/>
                      <a:pt x="13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0" name="Google Shape;190;p3"/>
              <p:cNvSpPr/>
              <p:nvPr/>
            </p:nvSpPr>
            <p:spPr>
              <a:xfrm rot="10800000">
                <a:off x="1117185" y="222029"/>
                <a:ext cx="145982" cy="146566"/>
              </a:xfrm>
              <a:custGeom>
                <a:avLst/>
                <a:gdLst/>
                <a:ahLst/>
                <a:cxnLst/>
                <a:rect l="l" t="t" r="r" b="b"/>
                <a:pathLst>
                  <a:path w="5753" h="5776" extrusionOk="0">
                    <a:moveTo>
                      <a:pt x="2877" y="388"/>
                    </a:moveTo>
                    <a:cubicBezTo>
                      <a:pt x="4246" y="388"/>
                      <a:pt x="5388" y="1507"/>
                      <a:pt x="5388" y="2899"/>
                    </a:cubicBezTo>
                    <a:cubicBezTo>
                      <a:pt x="5388" y="4269"/>
                      <a:pt x="4246" y="5410"/>
                      <a:pt x="2877" y="5410"/>
                    </a:cubicBezTo>
                    <a:cubicBezTo>
                      <a:pt x="1485" y="5410"/>
                      <a:pt x="366" y="4269"/>
                      <a:pt x="366" y="2899"/>
                    </a:cubicBezTo>
                    <a:cubicBezTo>
                      <a:pt x="366" y="1507"/>
                      <a:pt x="1485" y="388"/>
                      <a:pt x="2877" y="388"/>
                    </a:cubicBezTo>
                    <a:close/>
                    <a:moveTo>
                      <a:pt x="2877" y="0"/>
                    </a:moveTo>
                    <a:cubicBezTo>
                      <a:pt x="1279" y="0"/>
                      <a:pt x="1" y="1301"/>
                      <a:pt x="1" y="2899"/>
                    </a:cubicBezTo>
                    <a:cubicBezTo>
                      <a:pt x="1" y="4497"/>
                      <a:pt x="1279" y="5775"/>
                      <a:pt x="2877" y="5775"/>
                    </a:cubicBezTo>
                    <a:cubicBezTo>
                      <a:pt x="4475" y="5775"/>
                      <a:pt x="5753" y="4497"/>
                      <a:pt x="5753" y="2899"/>
                    </a:cubicBezTo>
                    <a:cubicBezTo>
                      <a:pt x="5753" y="1301"/>
                      <a:pt x="4475" y="0"/>
                      <a:pt x="28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1" name="Google Shape;191;p3"/>
              <p:cNvSpPr/>
              <p:nvPr/>
            </p:nvSpPr>
            <p:spPr>
              <a:xfrm rot="10800000">
                <a:off x="1142662" y="248089"/>
                <a:ext cx="95004" cy="94446"/>
              </a:xfrm>
              <a:custGeom>
                <a:avLst/>
                <a:gdLst/>
                <a:ahLst/>
                <a:cxnLst/>
                <a:rect l="l" t="t" r="r" b="b"/>
                <a:pathLst>
                  <a:path w="3744" h="3722" extrusionOk="0">
                    <a:moveTo>
                      <a:pt x="1872" y="0"/>
                    </a:moveTo>
                    <a:cubicBezTo>
                      <a:pt x="845" y="0"/>
                      <a:pt x="0" y="845"/>
                      <a:pt x="0" y="1872"/>
                    </a:cubicBezTo>
                    <a:cubicBezTo>
                      <a:pt x="0" y="2899"/>
                      <a:pt x="845" y="3721"/>
                      <a:pt x="1872" y="3721"/>
                    </a:cubicBezTo>
                    <a:cubicBezTo>
                      <a:pt x="2899" y="3721"/>
                      <a:pt x="3744" y="2899"/>
                      <a:pt x="3744" y="1872"/>
                    </a:cubicBezTo>
                    <a:cubicBezTo>
                      <a:pt x="3744" y="845"/>
                      <a:pt x="2899" y="0"/>
                      <a:pt x="18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2" name="Google Shape;192;p3"/>
              <p:cNvSpPr/>
              <p:nvPr/>
            </p:nvSpPr>
            <p:spPr>
              <a:xfrm rot="10800000">
                <a:off x="2750498" y="215660"/>
                <a:ext cx="107742" cy="107768"/>
              </a:xfrm>
              <a:custGeom>
                <a:avLst/>
                <a:gdLst/>
                <a:ahLst/>
                <a:cxnLst/>
                <a:rect l="l" t="t" r="r" b="b"/>
                <a:pathLst>
                  <a:path w="4246" h="4247" extrusionOk="0">
                    <a:moveTo>
                      <a:pt x="2123" y="1"/>
                    </a:moveTo>
                    <a:cubicBezTo>
                      <a:pt x="959" y="1"/>
                      <a:pt x="0" y="937"/>
                      <a:pt x="0" y="2123"/>
                    </a:cubicBezTo>
                    <a:cubicBezTo>
                      <a:pt x="0" y="3288"/>
                      <a:pt x="959" y="4246"/>
                      <a:pt x="2123" y="4246"/>
                    </a:cubicBezTo>
                    <a:cubicBezTo>
                      <a:pt x="3310" y="4246"/>
                      <a:pt x="4246" y="3288"/>
                      <a:pt x="4246" y="2123"/>
                    </a:cubicBezTo>
                    <a:cubicBezTo>
                      <a:pt x="4246" y="937"/>
                      <a:pt x="3310" y="1"/>
                      <a:pt x="21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3" name="Google Shape;193;p3"/>
              <p:cNvSpPr/>
              <p:nvPr/>
            </p:nvSpPr>
            <p:spPr>
              <a:xfrm rot="10800000">
                <a:off x="3063828" y="215660"/>
                <a:ext cx="107768" cy="107768"/>
              </a:xfrm>
              <a:custGeom>
                <a:avLst/>
                <a:gdLst/>
                <a:ahLst/>
                <a:cxnLst/>
                <a:rect l="l" t="t" r="r" b="b"/>
                <a:pathLst>
                  <a:path w="4247" h="4247" extrusionOk="0">
                    <a:moveTo>
                      <a:pt x="2123" y="1"/>
                    </a:moveTo>
                    <a:cubicBezTo>
                      <a:pt x="936" y="1"/>
                      <a:pt x="1" y="937"/>
                      <a:pt x="1" y="2123"/>
                    </a:cubicBezTo>
                    <a:cubicBezTo>
                      <a:pt x="1" y="3288"/>
                      <a:pt x="936" y="4246"/>
                      <a:pt x="2123" y="4246"/>
                    </a:cubicBezTo>
                    <a:cubicBezTo>
                      <a:pt x="3287" y="4246"/>
                      <a:pt x="4246" y="3288"/>
                      <a:pt x="4246" y="2123"/>
                    </a:cubicBezTo>
                    <a:cubicBezTo>
                      <a:pt x="4246" y="937"/>
                      <a:pt x="3287" y="1"/>
                      <a:pt x="21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4" name="Google Shape;194;p3"/>
              <p:cNvSpPr/>
              <p:nvPr/>
            </p:nvSpPr>
            <p:spPr>
              <a:xfrm rot="10800000">
                <a:off x="3750755" y="10630"/>
                <a:ext cx="107768" cy="107768"/>
              </a:xfrm>
              <a:custGeom>
                <a:avLst/>
                <a:gdLst/>
                <a:ahLst/>
                <a:cxnLst/>
                <a:rect l="l" t="t" r="r" b="b"/>
                <a:pathLst>
                  <a:path w="4247" h="4247" extrusionOk="0">
                    <a:moveTo>
                      <a:pt x="2123" y="1"/>
                    </a:moveTo>
                    <a:cubicBezTo>
                      <a:pt x="959" y="1"/>
                      <a:pt x="1" y="960"/>
                      <a:pt x="1" y="2124"/>
                    </a:cubicBezTo>
                    <a:cubicBezTo>
                      <a:pt x="1" y="3311"/>
                      <a:pt x="959" y="4246"/>
                      <a:pt x="2123" y="4246"/>
                    </a:cubicBezTo>
                    <a:cubicBezTo>
                      <a:pt x="3310" y="4246"/>
                      <a:pt x="4246" y="3311"/>
                      <a:pt x="4246" y="2124"/>
                    </a:cubicBezTo>
                    <a:cubicBezTo>
                      <a:pt x="4246" y="960"/>
                      <a:pt x="3310" y="1"/>
                      <a:pt x="21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5" name="Google Shape;195;p3"/>
              <p:cNvSpPr/>
              <p:nvPr/>
            </p:nvSpPr>
            <p:spPr>
              <a:xfrm rot="10800000">
                <a:off x="4206008" y="458930"/>
                <a:ext cx="107742" cy="107742"/>
              </a:xfrm>
              <a:custGeom>
                <a:avLst/>
                <a:gdLst/>
                <a:ahLst/>
                <a:cxnLst/>
                <a:rect l="l" t="t" r="r" b="b"/>
                <a:pathLst>
                  <a:path w="4246" h="4246" extrusionOk="0">
                    <a:moveTo>
                      <a:pt x="2123" y="0"/>
                    </a:moveTo>
                    <a:cubicBezTo>
                      <a:pt x="959" y="0"/>
                      <a:pt x="0" y="936"/>
                      <a:pt x="0" y="2123"/>
                    </a:cubicBezTo>
                    <a:cubicBezTo>
                      <a:pt x="0" y="3287"/>
                      <a:pt x="959" y="4246"/>
                      <a:pt x="2123" y="4246"/>
                    </a:cubicBezTo>
                    <a:cubicBezTo>
                      <a:pt x="3287" y="4246"/>
                      <a:pt x="4246" y="3287"/>
                      <a:pt x="4246" y="2123"/>
                    </a:cubicBezTo>
                    <a:cubicBezTo>
                      <a:pt x="4246" y="936"/>
                      <a:pt x="3287" y="0"/>
                      <a:pt x="21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6" name="Google Shape;196;p3"/>
              <p:cNvSpPr/>
              <p:nvPr/>
            </p:nvSpPr>
            <p:spPr>
              <a:xfrm rot="10800000">
                <a:off x="1527829" y="631531"/>
                <a:ext cx="73588" cy="74146"/>
              </a:xfrm>
              <a:custGeom>
                <a:avLst/>
                <a:gdLst/>
                <a:ahLst/>
                <a:cxnLst/>
                <a:rect l="l" t="t" r="r" b="b"/>
                <a:pathLst>
                  <a:path w="2900" h="2922" extrusionOk="0">
                    <a:moveTo>
                      <a:pt x="1462" y="0"/>
                    </a:moveTo>
                    <a:cubicBezTo>
                      <a:pt x="640" y="0"/>
                      <a:pt x="1" y="639"/>
                      <a:pt x="1" y="1461"/>
                    </a:cubicBezTo>
                    <a:cubicBezTo>
                      <a:pt x="1" y="2260"/>
                      <a:pt x="640" y="2922"/>
                      <a:pt x="1462" y="2922"/>
                    </a:cubicBezTo>
                    <a:cubicBezTo>
                      <a:pt x="2261" y="2922"/>
                      <a:pt x="2900" y="2260"/>
                      <a:pt x="2900" y="1461"/>
                    </a:cubicBezTo>
                    <a:cubicBezTo>
                      <a:pt x="2900" y="639"/>
                      <a:pt x="2261" y="0"/>
                      <a:pt x="14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7" name="Google Shape;197;p3"/>
              <p:cNvSpPr/>
              <p:nvPr/>
            </p:nvSpPr>
            <p:spPr>
              <a:xfrm rot="10800000">
                <a:off x="3486068" y="453144"/>
                <a:ext cx="74171" cy="74146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922" extrusionOk="0">
                    <a:moveTo>
                      <a:pt x="1462" y="0"/>
                    </a:moveTo>
                    <a:cubicBezTo>
                      <a:pt x="640" y="0"/>
                      <a:pt x="1" y="662"/>
                      <a:pt x="1" y="1461"/>
                    </a:cubicBezTo>
                    <a:cubicBezTo>
                      <a:pt x="1" y="2260"/>
                      <a:pt x="640" y="2922"/>
                      <a:pt x="1462" y="2922"/>
                    </a:cubicBezTo>
                    <a:cubicBezTo>
                      <a:pt x="2260" y="2922"/>
                      <a:pt x="2922" y="2260"/>
                      <a:pt x="2922" y="1461"/>
                    </a:cubicBezTo>
                    <a:cubicBezTo>
                      <a:pt x="2922" y="662"/>
                      <a:pt x="2260" y="0"/>
                      <a:pt x="14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8" name="Google Shape;198;p3"/>
              <p:cNvSpPr/>
              <p:nvPr/>
            </p:nvSpPr>
            <p:spPr>
              <a:xfrm rot="10800000">
                <a:off x="-539320" y="1055496"/>
                <a:ext cx="3040788" cy="9871"/>
              </a:xfrm>
              <a:custGeom>
                <a:avLst/>
                <a:gdLst/>
                <a:ahLst/>
                <a:cxnLst/>
                <a:rect l="l" t="t" r="r" b="b"/>
                <a:pathLst>
                  <a:path w="119834" h="389" extrusionOk="0">
                    <a:moveTo>
                      <a:pt x="183" y="1"/>
                    </a:moveTo>
                    <a:cubicBezTo>
                      <a:pt x="69" y="1"/>
                      <a:pt x="0" y="92"/>
                      <a:pt x="0" y="183"/>
                    </a:cubicBezTo>
                    <a:cubicBezTo>
                      <a:pt x="0" y="297"/>
                      <a:pt x="69" y="389"/>
                      <a:pt x="183" y="389"/>
                    </a:cubicBezTo>
                    <a:lnTo>
                      <a:pt x="119628" y="389"/>
                    </a:lnTo>
                    <a:cubicBezTo>
                      <a:pt x="119742" y="389"/>
                      <a:pt x="119833" y="297"/>
                      <a:pt x="119833" y="183"/>
                    </a:cubicBezTo>
                    <a:cubicBezTo>
                      <a:pt x="119833" y="92"/>
                      <a:pt x="119742" y="1"/>
                      <a:pt x="1196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9" name="Google Shape;199;p3"/>
              <p:cNvSpPr/>
              <p:nvPr/>
            </p:nvSpPr>
            <p:spPr>
              <a:xfrm rot="10800000">
                <a:off x="2486953" y="1023650"/>
                <a:ext cx="74171" cy="74146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922" extrusionOk="0">
                    <a:moveTo>
                      <a:pt x="1461" y="0"/>
                    </a:moveTo>
                    <a:cubicBezTo>
                      <a:pt x="640" y="0"/>
                      <a:pt x="0" y="662"/>
                      <a:pt x="0" y="1461"/>
                    </a:cubicBezTo>
                    <a:cubicBezTo>
                      <a:pt x="0" y="2283"/>
                      <a:pt x="640" y="2922"/>
                      <a:pt x="1461" y="2922"/>
                    </a:cubicBezTo>
                    <a:cubicBezTo>
                      <a:pt x="2260" y="2922"/>
                      <a:pt x="2922" y="2283"/>
                      <a:pt x="2922" y="1461"/>
                    </a:cubicBezTo>
                    <a:cubicBezTo>
                      <a:pt x="2922" y="662"/>
                      <a:pt x="2260" y="0"/>
                      <a:pt x="14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 rot="10800000">
                <a:off x="-192368" y="1292955"/>
                <a:ext cx="280927" cy="175519"/>
              </a:xfrm>
              <a:custGeom>
                <a:avLst/>
                <a:gdLst/>
                <a:ahLst/>
                <a:cxnLst/>
                <a:rect l="l" t="t" r="r" b="b"/>
                <a:pathLst>
                  <a:path w="11071" h="6917" extrusionOk="0">
                    <a:moveTo>
                      <a:pt x="6666" y="0"/>
                    </a:moveTo>
                    <a:lnTo>
                      <a:pt x="1" y="6916"/>
                    </a:lnTo>
                    <a:lnTo>
                      <a:pt x="4429" y="6916"/>
                    </a:lnTo>
                    <a:lnTo>
                      <a:pt x="1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201" name="Google Shape;201;p3"/>
            <p:cNvSpPr/>
            <p:nvPr/>
          </p:nvSpPr>
          <p:spPr>
            <a:xfrm rot="10800000">
              <a:off x="4766122" y="487397"/>
              <a:ext cx="50803" cy="50803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02" name="Google Shape;202;p3"/>
          <p:cNvGrpSpPr/>
          <p:nvPr/>
        </p:nvGrpSpPr>
        <p:grpSpPr>
          <a:xfrm>
            <a:off x="395224" y="6097037"/>
            <a:ext cx="3558163" cy="334192"/>
            <a:chOff x="5926468" y="4708190"/>
            <a:chExt cx="2668622" cy="250644"/>
          </a:xfrm>
        </p:grpSpPr>
        <p:sp>
          <p:nvSpPr>
            <p:cNvPr id="203" name="Google Shape;203;p3"/>
            <p:cNvSpPr/>
            <p:nvPr/>
          </p:nvSpPr>
          <p:spPr>
            <a:xfrm>
              <a:off x="5926468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6089868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6250552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6411128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6571813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6732497" y="4708190"/>
              <a:ext cx="89958" cy="250644"/>
            </a:xfrm>
            <a:custGeom>
              <a:avLst/>
              <a:gdLst/>
              <a:ahLst/>
              <a:cxnLst/>
              <a:rect l="l" t="t" r="r" b="b"/>
              <a:pathLst>
                <a:path w="828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27" y="2306"/>
                  </a:lnTo>
                  <a:lnTo>
                    <a:pt x="8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6895789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7056473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7217158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7377842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7541134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7701818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7862503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8023078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8186479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8347163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8507848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20" name="Google Shape;220;p3"/>
          <p:cNvSpPr txBox="1">
            <a:spLocks noGrp="1"/>
          </p:cNvSpPr>
          <p:nvPr>
            <p:ph type="title"/>
          </p:nvPr>
        </p:nvSpPr>
        <p:spPr>
          <a:xfrm>
            <a:off x="960000" y="2108367"/>
            <a:ext cx="4679600" cy="844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21" name="Google Shape;221;p3"/>
          <p:cNvSpPr txBox="1">
            <a:spLocks noGrp="1"/>
          </p:cNvSpPr>
          <p:nvPr>
            <p:ph type="subTitle" idx="1"/>
          </p:nvPr>
        </p:nvSpPr>
        <p:spPr>
          <a:xfrm>
            <a:off x="960000" y="3488751"/>
            <a:ext cx="4679600" cy="1852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22" name="Google Shape;222;p3"/>
          <p:cNvSpPr/>
          <p:nvPr/>
        </p:nvSpPr>
        <p:spPr>
          <a:xfrm>
            <a:off x="5880267" y="760951"/>
            <a:ext cx="6213203" cy="5336092"/>
          </a:xfrm>
          <a:custGeom>
            <a:avLst/>
            <a:gdLst/>
            <a:ahLst/>
            <a:cxnLst/>
            <a:rect l="l" t="t" r="r" b="b"/>
            <a:pathLst>
              <a:path w="7244" h="7219" fill="none" extrusionOk="0">
                <a:moveTo>
                  <a:pt x="0" y="0"/>
                </a:moveTo>
                <a:lnTo>
                  <a:pt x="7243" y="0"/>
                </a:lnTo>
                <a:lnTo>
                  <a:pt x="7243" y="7218"/>
                </a:lnTo>
                <a:lnTo>
                  <a:pt x="0" y="7218"/>
                </a:lnTo>
                <a:close/>
              </a:path>
            </a:pathLst>
          </a:custGeom>
          <a:noFill/>
          <a:ln w="952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64047166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4"/>
          <p:cNvGrpSpPr/>
          <p:nvPr/>
        </p:nvGrpSpPr>
        <p:grpSpPr>
          <a:xfrm>
            <a:off x="-754995" y="-1108420"/>
            <a:ext cx="11170635" cy="2152957"/>
            <a:chOff x="-566246" y="-831315"/>
            <a:chExt cx="8377976" cy="1614718"/>
          </a:xfrm>
        </p:grpSpPr>
        <p:sp>
          <p:nvSpPr>
            <p:cNvPr id="225" name="Google Shape;225;p4"/>
            <p:cNvSpPr/>
            <p:nvPr/>
          </p:nvSpPr>
          <p:spPr>
            <a:xfrm rot="10800000">
              <a:off x="-178627" y="-831315"/>
              <a:ext cx="5711267" cy="1569921"/>
            </a:xfrm>
            <a:custGeom>
              <a:avLst/>
              <a:gdLst/>
              <a:ahLst/>
              <a:cxnLst/>
              <a:rect l="l" t="t" r="r" b="b"/>
              <a:pathLst>
                <a:path w="187670" h="51587" extrusionOk="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" name="Google Shape;226;p4"/>
            <p:cNvSpPr/>
            <p:nvPr/>
          </p:nvSpPr>
          <p:spPr>
            <a:xfrm rot="10800000">
              <a:off x="2097663" y="-149871"/>
              <a:ext cx="3817027" cy="933273"/>
            </a:xfrm>
            <a:custGeom>
              <a:avLst/>
              <a:gdLst/>
              <a:ahLst/>
              <a:cxnLst/>
              <a:rect l="l" t="t" r="r" b="b"/>
              <a:pathLst>
                <a:path w="125426" h="30667" extrusionOk="0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" name="Google Shape;227;p4"/>
            <p:cNvSpPr/>
            <p:nvPr/>
          </p:nvSpPr>
          <p:spPr>
            <a:xfrm rot="10800000">
              <a:off x="5347154" y="-352704"/>
              <a:ext cx="2464576" cy="481412"/>
            </a:xfrm>
            <a:custGeom>
              <a:avLst/>
              <a:gdLst/>
              <a:ahLst/>
              <a:cxnLst/>
              <a:rect l="l" t="t" r="r" b="b"/>
              <a:pathLst>
                <a:path w="80985" h="15819" extrusionOk="0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" name="Google Shape;228;p4"/>
            <p:cNvSpPr/>
            <p:nvPr/>
          </p:nvSpPr>
          <p:spPr>
            <a:xfrm rot="10800000">
              <a:off x="5904951" y="-196402"/>
              <a:ext cx="115339" cy="115339"/>
            </a:xfrm>
            <a:custGeom>
              <a:avLst/>
              <a:gdLst/>
              <a:ahLst/>
              <a:cxnLst/>
              <a:rect l="l" t="t" r="r" b="b"/>
              <a:pathLst>
                <a:path w="3790" h="3790" extrusionOk="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" name="Google Shape;229;p4"/>
            <p:cNvSpPr/>
            <p:nvPr/>
          </p:nvSpPr>
          <p:spPr>
            <a:xfrm rot="10800000">
              <a:off x="5926467" y="-174886"/>
              <a:ext cx="72977" cy="72977"/>
            </a:xfrm>
            <a:custGeom>
              <a:avLst/>
              <a:gdLst/>
              <a:ahLst/>
              <a:cxnLst/>
              <a:rect l="l" t="t" r="r" b="b"/>
              <a:pathLst>
                <a:path w="2398" h="2398" extrusionOk="0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" name="Google Shape;230;p4"/>
            <p:cNvSpPr/>
            <p:nvPr/>
          </p:nvSpPr>
          <p:spPr>
            <a:xfrm rot="10800000">
              <a:off x="1516950" y="116870"/>
              <a:ext cx="3646848" cy="11838"/>
            </a:xfrm>
            <a:custGeom>
              <a:avLst/>
              <a:gdLst/>
              <a:ahLst/>
              <a:cxnLst/>
              <a:rect l="l" t="t" r="r" b="b"/>
              <a:pathLst>
                <a:path w="119834" h="389" extrusionOk="0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" name="Google Shape;231;p4"/>
            <p:cNvSpPr/>
            <p:nvPr/>
          </p:nvSpPr>
          <p:spPr>
            <a:xfrm rot="10800000">
              <a:off x="5146391" y="78677"/>
              <a:ext cx="88954" cy="88924"/>
            </a:xfrm>
            <a:custGeom>
              <a:avLst/>
              <a:gdLst/>
              <a:ahLst/>
              <a:cxnLst/>
              <a:rect l="l" t="t" r="r" b="b"/>
              <a:pathLst>
                <a:path w="2923" h="2922" extrusionOk="0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" name="Google Shape;232;p4"/>
            <p:cNvSpPr/>
            <p:nvPr/>
          </p:nvSpPr>
          <p:spPr>
            <a:xfrm rot="10800000">
              <a:off x="1478757" y="78677"/>
              <a:ext cx="88924" cy="88924"/>
            </a:xfrm>
            <a:custGeom>
              <a:avLst/>
              <a:gdLst/>
              <a:ahLst/>
              <a:cxnLst/>
              <a:rect l="l" t="t" r="r" b="b"/>
              <a:pathLst>
                <a:path w="2922" h="2922" extrusionOk="0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" name="Google Shape;233;p4"/>
            <p:cNvSpPr/>
            <p:nvPr/>
          </p:nvSpPr>
          <p:spPr>
            <a:xfrm rot="10800000">
              <a:off x="-398137" y="-606937"/>
              <a:ext cx="1361489" cy="1360302"/>
            </a:xfrm>
            <a:custGeom>
              <a:avLst/>
              <a:gdLst/>
              <a:ahLst/>
              <a:cxnLst/>
              <a:rect l="l" t="t" r="r" b="b"/>
              <a:pathLst>
                <a:path w="44738" h="44699" extrusionOk="0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" name="Google Shape;234;p4"/>
            <p:cNvSpPr/>
            <p:nvPr/>
          </p:nvSpPr>
          <p:spPr>
            <a:xfrm rot="10800000">
              <a:off x="-566246" y="-681953"/>
              <a:ext cx="1361520" cy="1360272"/>
            </a:xfrm>
            <a:custGeom>
              <a:avLst/>
              <a:gdLst/>
              <a:ahLst/>
              <a:cxnLst/>
              <a:rect l="l" t="t" r="r" b="b"/>
              <a:pathLst>
                <a:path w="44739" h="44698" extrusionOk="0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" name="Google Shape;235;p4"/>
            <p:cNvSpPr/>
            <p:nvPr/>
          </p:nvSpPr>
          <p:spPr>
            <a:xfrm rot="10800000">
              <a:off x="161730" y="401657"/>
              <a:ext cx="336918" cy="210502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" name="Google Shape;236;p4"/>
            <p:cNvSpPr/>
            <p:nvPr/>
          </p:nvSpPr>
          <p:spPr>
            <a:xfrm rot="10800000">
              <a:off x="414563" y="401657"/>
              <a:ext cx="336949" cy="210502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" name="Google Shape;237;p4"/>
            <p:cNvSpPr/>
            <p:nvPr/>
          </p:nvSpPr>
          <p:spPr>
            <a:xfrm rot="10800000">
              <a:off x="667426" y="401657"/>
              <a:ext cx="336918" cy="210502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" name="Google Shape;238;p4"/>
            <p:cNvSpPr/>
            <p:nvPr/>
          </p:nvSpPr>
          <p:spPr>
            <a:xfrm rot="10800000">
              <a:off x="920960" y="401657"/>
              <a:ext cx="336918" cy="210502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" name="Google Shape;239;p4"/>
            <p:cNvSpPr/>
            <p:nvPr/>
          </p:nvSpPr>
          <p:spPr>
            <a:xfrm rot="10800000">
              <a:off x="1173823" y="401657"/>
              <a:ext cx="336918" cy="210502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" name="Google Shape;240;p4"/>
            <p:cNvSpPr/>
            <p:nvPr/>
          </p:nvSpPr>
          <p:spPr>
            <a:xfrm rot="10800000">
              <a:off x="1426656" y="401657"/>
              <a:ext cx="336918" cy="210502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" name="Google Shape;241;p4"/>
            <p:cNvSpPr/>
            <p:nvPr/>
          </p:nvSpPr>
          <p:spPr>
            <a:xfrm rot="10800000">
              <a:off x="1679490" y="401657"/>
              <a:ext cx="336949" cy="210502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" name="Google Shape;242;p4"/>
            <p:cNvSpPr/>
            <p:nvPr/>
          </p:nvSpPr>
          <p:spPr>
            <a:xfrm rot="10800000">
              <a:off x="1933053" y="401657"/>
              <a:ext cx="336918" cy="210502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" name="Google Shape;243;p4"/>
            <p:cNvSpPr/>
            <p:nvPr/>
          </p:nvSpPr>
          <p:spPr>
            <a:xfrm rot="10800000">
              <a:off x="1858707" y="-175586"/>
              <a:ext cx="174378" cy="188986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" name="Google Shape;244;p4"/>
            <p:cNvSpPr/>
            <p:nvPr/>
          </p:nvSpPr>
          <p:spPr>
            <a:xfrm rot="10800000">
              <a:off x="1751736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" name="Google Shape;245;p4"/>
            <p:cNvSpPr/>
            <p:nvPr/>
          </p:nvSpPr>
          <p:spPr>
            <a:xfrm rot="10800000">
              <a:off x="1645466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" name="Google Shape;246;p4"/>
            <p:cNvSpPr/>
            <p:nvPr/>
          </p:nvSpPr>
          <p:spPr>
            <a:xfrm rot="10800000">
              <a:off x="1539196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" name="Google Shape;247;p4"/>
            <p:cNvSpPr/>
            <p:nvPr/>
          </p:nvSpPr>
          <p:spPr>
            <a:xfrm rot="10800000">
              <a:off x="1432895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" name="Google Shape;248;p4"/>
            <p:cNvSpPr/>
            <p:nvPr/>
          </p:nvSpPr>
          <p:spPr>
            <a:xfrm rot="10800000">
              <a:off x="1326625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" name="Google Shape;249;p4"/>
            <p:cNvSpPr/>
            <p:nvPr/>
          </p:nvSpPr>
          <p:spPr>
            <a:xfrm rot="10800000">
              <a:off x="1220355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" name="Google Shape;250;p4"/>
            <p:cNvSpPr/>
            <p:nvPr/>
          </p:nvSpPr>
          <p:spPr>
            <a:xfrm rot="10800000">
              <a:off x="1114084" y="-175586"/>
              <a:ext cx="174378" cy="188986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" name="Google Shape;251;p4"/>
            <p:cNvSpPr/>
            <p:nvPr/>
          </p:nvSpPr>
          <p:spPr>
            <a:xfrm rot="10800000">
              <a:off x="1007784" y="-175586"/>
              <a:ext cx="174378" cy="188986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" name="Google Shape;252;p4"/>
            <p:cNvSpPr/>
            <p:nvPr/>
          </p:nvSpPr>
          <p:spPr>
            <a:xfrm rot="10800000">
              <a:off x="900813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" name="Google Shape;253;p4"/>
            <p:cNvSpPr/>
            <p:nvPr/>
          </p:nvSpPr>
          <p:spPr>
            <a:xfrm rot="10800000">
              <a:off x="794543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54" name="Google Shape;254;p4"/>
          <p:cNvGrpSpPr/>
          <p:nvPr/>
        </p:nvGrpSpPr>
        <p:grpSpPr>
          <a:xfrm>
            <a:off x="7901957" y="6277587"/>
            <a:ext cx="3558163" cy="334192"/>
            <a:chOff x="5926468" y="4708190"/>
            <a:chExt cx="2668622" cy="250644"/>
          </a:xfrm>
        </p:grpSpPr>
        <p:sp>
          <p:nvSpPr>
            <p:cNvPr id="255" name="Google Shape;255;p4"/>
            <p:cNvSpPr/>
            <p:nvPr/>
          </p:nvSpPr>
          <p:spPr>
            <a:xfrm>
              <a:off x="5926468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6089868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6250552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6411128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6571813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6732497" y="4708190"/>
              <a:ext cx="89958" cy="250644"/>
            </a:xfrm>
            <a:custGeom>
              <a:avLst/>
              <a:gdLst/>
              <a:ahLst/>
              <a:cxnLst/>
              <a:rect l="l" t="t" r="r" b="b"/>
              <a:pathLst>
                <a:path w="828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27" y="2306"/>
                  </a:lnTo>
                  <a:lnTo>
                    <a:pt x="8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6895789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7056473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7217158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7377842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7541134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7701818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7862503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8023078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9" name="Google Shape;269;p4"/>
            <p:cNvSpPr/>
            <p:nvPr/>
          </p:nvSpPr>
          <p:spPr>
            <a:xfrm>
              <a:off x="8186479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0" name="Google Shape;270;p4"/>
            <p:cNvSpPr/>
            <p:nvPr/>
          </p:nvSpPr>
          <p:spPr>
            <a:xfrm>
              <a:off x="8347163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1" name="Google Shape;271;p4"/>
            <p:cNvSpPr/>
            <p:nvPr/>
          </p:nvSpPr>
          <p:spPr>
            <a:xfrm>
              <a:off x="8507848" y="4708190"/>
              <a:ext cx="87242" cy="250644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72" name="Google Shape;272;p4"/>
          <p:cNvSpPr txBox="1">
            <a:spLocks noGrp="1"/>
          </p:cNvSpPr>
          <p:nvPr>
            <p:ph type="title"/>
          </p:nvPr>
        </p:nvSpPr>
        <p:spPr>
          <a:xfrm>
            <a:off x="960000" y="615833"/>
            <a:ext cx="10272000" cy="65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73" name="Google Shape;273;p4"/>
          <p:cNvSpPr txBox="1">
            <a:spLocks noGrp="1"/>
          </p:cNvSpPr>
          <p:nvPr>
            <p:ph type="body" idx="1"/>
          </p:nvPr>
        </p:nvSpPr>
        <p:spPr>
          <a:xfrm>
            <a:off x="960000" y="1656567"/>
            <a:ext cx="10272000" cy="443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/>
            </a:lvl1pPr>
            <a:lvl2pPr marL="1219170" lvl="1" indent="-440256">
              <a:spcBef>
                <a:spcPts val="2133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40256">
              <a:spcBef>
                <a:spcPts val="2133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40256">
              <a:spcBef>
                <a:spcPts val="2133"/>
              </a:spcBef>
              <a:spcAft>
                <a:spcPts val="0"/>
              </a:spcAft>
              <a:buSzPts val="1600"/>
              <a:buChar char="●"/>
              <a:defRPr/>
            </a:lvl4pPr>
            <a:lvl5pPr marL="3047924" lvl="4" indent="-440256">
              <a:spcBef>
                <a:spcPts val="2133"/>
              </a:spcBef>
              <a:spcAft>
                <a:spcPts val="0"/>
              </a:spcAft>
              <a:buSzPts val="1600"/>
              <a:buChar char="○"/>
              <a:defRPr/>
            </a:lvl5pPr>
            <a:lvl6pPr marL="3657509" lvl="5" indent="-440256">
              <a:spcBef>
                <a:spcPts val="2133"/>
              </a:spcBef>
              <a:spcAft>
                <a:spcPts val="0"/>
              </a:spcAft>
              <a:buSzPts val="1600"/>
              <a:buChar char="■"/>
              <a:defRPr/>
            </a:lvl6pPr>
            <a:lvl7pPr marL="4267093" lvl="6" indent="-440256">
              <a:spcBef>
                <a:spcPts val="2133"/>
              </a:spcBef>
              <a:spcAft>
                <a:spcPts val="0"/>
              </a:spcAft>
              <a:buSzPts val="1600"/>
              <a:buChar char="●"/>
              <a:defRPr/>
            </a:lvl7pPr>
            <a:lvl8pPr marL="4876678" lvl="7" indent="-440256">
              <a:spcBef>
                <a:spcPts val="2133"/>
              </a:spcBef>
              <a:spcAft>
                <a:spcPts val="0"/>
              </a:spcAft>
              <a:buSzPts val="1600"/>
              <a:buChar char="○"/>
              <a:defRPr/>
            </a:lvl8pPr>
            <a:lvl9pPr marL="5486263" lvl="8" indent="-440256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73486347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5"/>
          <p:cNvGrpSpPr/>
          <p:nvPr/>
        </p:nvGrpSpPr>
        <p:grpSpPr>
          <a:xfrm flipH="1">
            <a:off x="-988719" y="-3311315"/>
            <a:ext cx="10512292" cy="4578360"/>
            <a:chOff x="24125" y="294775"/>
            <a:chExt cx="7767703" cy="3383025"/>
          </a:xfrm>
        </p:grpSpPr>
        <p:sp>
          <p:nvSpPr>
            <p:cNvPr id="276" name="Google Shape;276;p5"/>
            <p:cNvSpPr/>
            <p:nvPr/>
          </p:nvSpPr>
          <p:spPr>
            <a:xfrm>
              <a:off x="1686375" y="607200"/>
              <a:ext cx="142125" cy="129550"/>
            </a:xfrm>
            <a:custGeom>
              <a:avLst/>
              <a:gdLst/>
              <a:ahLst/>
              <a:cxnLst/>
              <a:rect l="l" t="t" r="r" b="b"/>
              <a:pathLst>
                <a:path w="5685" h="5182" extrusionOk="0">
                  <a:moveTo>
                    <a:pt x="2834" y="1"/>
                  </a:moveTo>
                  <a:cubicBezTo>
                    <a:pt x="2169" y="1"/>
                    <a:pt x="1507" y="252"/>
                    <a:pt x="1005" y="754"/>
                  </a:cubicBezTo>
                  <a:cubicBezTo>
                    <a:pt x="1" y="1781"/>
                    <a:pt x="1" y="3402"/>
                    <a:pt x="1005" y="4429"/>
                  </a:cubicBezTo>
                  <a:cubicBezTo>
                    <a:pt x="1507" y="4931"/>
                    <a:pt x="2169" y="5182"/>
                    <a:pt x="2834" y="5182"/>
                  </a:cubicBezTo>
                  <a:cubicBezTo>
                    <a:pt x="3499" y="5182"/>
                    <a:pt x="4166" y="4931"/>
                    <a:pt x="4680" y="4429"/>
                  </a:cubicBezTo>
                  <a:cubicBezTo>
                    <a:pt x="5684" y="3402"/>
                    <a:pt x="5684" y="1781"/>
                    <a:pt x="4680" y="754"/>
                  </a:cubicBezTo>
                  <a:cubicBezTo>
                    <a:pt x="4166" y="252"/>
                    <a:pt x="3499" y="1"/>
                    <a:pt x="28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7" name="Google Shape;277;p5"/>
            <p:cNvSpPr/>
            <p:nvPr/>
          </p:nvSpPr>
          <p:spPr>
            <a:xfrm>
              <a:off x="6609800" y="3191600"/>
              <a:ext cx="148950" cy="93025"/>
            </a:xfrm>
            <a:custGeom>
              <a:avLst/>
              <a:gdLst/>
              <a:ahLst/>
              <a:cxnLst/>
              <a:rect l="l" t="t" r="r" b="b"/>
              <a:pathLst>
                <a:path w="5958" h="3721" extrusionOk="0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8" name="Google Shape;278;p5"/>
            <p:cNvSpPr/>
            <p:nvPr/>
          </p:nvSpPr>
          <p:spPr>
            <a:xfrm>
              <a:off x="6721650" y="3191600"/>
              <a:ext cx="149525" cy="93025"/>
            </a:xfrm>
            <a:custGeom>
              <a:avLst/>
              <a:gdLst/>
              <a:ahLst/>
              <a:cxnLst/>
              <a:rect l="l" t="t" r="r" b="b"/>
              <a:pathLst>
                <a:path w="5981" h="3721" extrusionOk="0">
                  <a:moveTo>
                    <a:pt x="0" y="0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9" name="Google Shape;279;p5"/>
            <p:cNvSpPr/>
            <p:nvPr/>
          </p:nvSpPr>
          <p:spPr>
            <a:xfrm>
              <a:off x="6834050" y="3191600"/>
              <a:ext cx="148975" cy="93025"/>
            </a:xfrm>
            <a:custGeom>
              <a:avLst/>
              <a:gdLst/>
              <a:ahLst/>
              <a:cxnLst/>
              <a:rect l="l" t="t" r="r" b="b"/>
              <a:pathLst>
                <a:path w="5959" h="3721" extrusionOk="0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0" name="Google Shape;280;p5"/>
            <p:cNvSpPr/>
            <p:nvPr/>
          </p:nvSpPr>
          <p:spPr>
            <a:xfrm>
              <a:off x="6945900" y="3191600"/>
              <a:ext cx="148950" cy="93025"/>
            </a:xfrm>
            <a:custGeom>
              <a:avLst/>
              <a:gdLst/>
              <a:ahLst/>
              <a:cxnLst/>
              <a:rect l="l" t="t" r="r" b="b"/>
              <a:pathLst>
                <a:path w="5958" h="3721" extrusionOk="0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1" name="Google Shape;281;p5"/>
            <p:cNvSpPr/>
            <p:nvPr/>
          </p:nvSpPr>
          <p:spPr>
            <a:xfrm>
              <a:off x="7057750" y="3191600"/>
              <a:ext cx="149525" cy="93025"/>
            </a:xfrm>
            <a:custGeom>
              <a:avLst/>
              <a:gdLst/>
              <a:ahLst/>
              <a:cxnLst/>
              <a:rect l="l" t="t" r="r" b="b"/>
              <a:pathLst>
                <a:path w="5981" h="3721" extrusionOk="0">
                  <a:moveTo>
                    <a:pt x="0" y="0"/>
                  </a:moveTo>
                  <a:lnTo>
                    <a:pt x="3607" y="3721"/>
                  </a:lnTo>
                  <a:lnTo>
                    <a:pt x="5980" y="3721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" name="Google Shape;282;p5"/>
            <p:cNvSpPr/>
            <p:nvPr/>
          </p:nvSpPr>
          <p:spPr>
            <a:xfrm>
              <a:off x="7170150" y="3191600"/>
              <a:ext cx="148975" cy="93025"/>
            </a:xfrm>
            <a:custGeom>
              <a:avLst/>
              <a:gdLst/>
              <a:ahLst/>
              <a:cxnLst/>
              <a:rect l="l" t="t" r="r" b="b"/>
              <a:pathLst>
                <a:path w="5959" h="3721" extrusionOk="0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3" name="Google Shape;283;p5"/>
            <p:cNvSpPr/>
            <p:nvPr/>
          </p:nvSpPr>
          <p:spPr>
            <a:xfrm>
              <a:off x="7282000" y="3191600"/>
              <a:ext cx="149525" cy="93025"/>
            </a:xfrm>
            <a:custGeom>
              <a:avLst/>
              <a:gdLst/>
              <a:ahLst/>
              <a:cxnLst/>
              <a:rect l="l" t="t" r="r" b="b"/>
              <a:pathLst>
                <a:path w="5981" h="3721" extrusionOk="0">
                  <a:moveTo>
                    <a:pt x="1" y="0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4" name="Google Shape;284;p5"/>
            <p:cNvSpPr/>
            <p:nvPr/>
          </p:nvSpPr>
          <p:spPr>
            <a:xfrm>
              <a:off x="2406525" y="1218350"/>
              <a:ext cx="5385303" cy="1110475"/>
            </a:xfrm>
            <a:custGeom>
              <a:avLst/>
              <a:gdLst/>
              <a:ahLst/>
              <a:cxnLst/>
              <a:rect l="l" t="t" r="r" b="b"/>
              <a:pathLst>
                <a:path w="206136" h="44419" extrusionOk="0">
                  <a:moveTo>
                    <a:pt x="183" y="0"/>
                  </a:moveTo>
                  <a:cubicBezTo>
                    <a:pt x="91" y="0"/>
                    <a:pt x="0" y="92"/>
                    <a:pt x="0" y="206"/>
                  </a:cubicBezTo>
                  <a:cubicBezTo>
                    <a:pt x="0" y="297"/>
                    <a:pt x="91" y="388"/>
                    <a:pt x="183" y="388"/>
                  </a:cubicBezTo>
                  <a:lnTo>
                    <a:pt x="31887" y="388"/>
                  </a:lnTo>
                  <a:lnTo>
                    <a:pt x="54507" y="23031"/>
                  </a:lnTo>
                  <a:lnTo>
                    <a:pt x="101870" y="23031"/>
                  </a:lnTo>
                  <a:lnTo>
                    <a:pt x="123257" y="44418"/>
                  </a:lnTo>
                  <a:lnTo>
                    <a:pt x="205930" y="44418"/>
                  </a:lnTo>
                  <a:cubicBezTo>
                    <a:pt x="206044" y="44418"/>
                    <a:pt x="206136" y="44327"/>
                    <a:pt x="206136" y="44213"/>
                  </a:cubicBezTo>
                  <a:cubicBezTo>
                    <a:pt x="206136" y="44122"/>
                    <a:pt x="206044" y="44030"/>
                    <a:pt x="205930" y="44030"/>
                  </a:cubicBezTo>
                  <a:lnTo>
                    <a:pt x="123417" y="44030"/>
                  </a:lnTo>
                  <a:lnTo>
                    <a:pt x="102029" y="22643"/>
                  </a:lnTo>
                  <a:lnTo>
                    <a:pt x="54667" y="22643"/>
                  </a:lnTo>
                  <a:lnTo>
                    <a:pt x="320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5" name="Google Shape;285;p5"/>
            <p:cNvSpPr/>
            <p:nvPr/>
          </p:nvSpPr>
          <p:spPr>
            <a:xfrm>
              <a:off x="987925" y="355975"/>
              <a:ext cx="6210225" cy="1468400"/>
            </a:xfrm>
            <a:custGeom>
              <a:avLst/>
              <a:gdLst/>
              <a:ahLst/>
              <a:cxnLst/>
              <a:rect l="l" t="t" r="r" b="b"/>
              <a:pathLst>
                <a:path w="248409" h="58736" extrusionOk="0">
                  <a:moveTo>
                    <a:pt x="248203" y="1"/>
                  </a:moveTo>
                  <a:cubicBezTo>
                    <a:pt x="248151" y="1"/>
                    <a:pt x="248100" y="18"/>
                    <a:pt x="248066" y="52"/>
                  </a:cubicBezTo>
                  <a:lnTo>
                    <a:pt x="196663" y="51455"/>
                  </a:lnTo>
                  <a:lnTo>
                    <a:pt x="175778" y="51455"/>
                  </a:lnTo>
                  <a:lnTo>
                    <a:pt x="155760" y="31460"/>
                  </a:lnTo>
                  <a:lnTo>
                    <a:pt x="121112" y="31460"/>
                  </a:lnTo>
                  <a:lnTo>
                    <a:pt x="94200" y="58371"/>
                  </a:lnTo>
                  <a:lnTo>
                    <a:pt x="183" y="58371"/>
                  </a:lnTo>
                  <a:cubicBezTo>
                    <a:pt x="92" y="58371"/>
                    <a:pt x="0" y="58439"/>
                    <a:pt x="0" y="58553"/>
                  </a:cubicBezTo>
                  <a:cubicBezTo>
                    <a:pt x="0" y="58645"/>
                    <a:pt x="92" y="58736"/>
                    <a:pt x="183" y="58736"/>
                  </a:cubicBezTo>
                  <a:lnTo>
                    <a:pt x="94360" y="58736"/>
                  </a:lnTo>
                  <a:lnTo>
                    <a:pt x="121248" y="31848"/>
                  </a:lnTo>
                  <a:lnTo>
                    <a:pt x="155623" y="31848"/>
                  </a:lnTo>
                  <a:lnTo>
                    <a:pt x="175618" y="51843"/>
                  </a:lnTo>
                  <a:lnTo>
                    <a:pt x="196823" y="51843"/>
                  </a:lnTo>
                  <a:lnTo>
                    <a:pt x="248340" y="326"/>
                  </a:lnTo>
                  <a:cubicBezTo>
                    <a:pt x="248408" y="235"/>
                    <a:pt x="248408" y="121"/>
                    <a:pt x="248340" y="52"/>
                  </a:cubicBezTo>
                  <a:cubicBezTo>
                    <a:pt x="248306" y="18"/>
                    <a:pt x="248254" y="1"/>
                    <a:pt x="2482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" name="Google Shape;286;p5"/>
            <p:cNvSpPr/>
            <p:nvPr/>
          </p:nvSpPr>
          <p:spPr>
            <a:xfrm>
              <a:off x="1265250" y="1389550"/>
              <a:ext cx="6299250" cy="1955000"/>
            </a:xfrm>
            <a:custGeom>
              <a:avLst/>
              <a:gdLst/>
              <a:ahLst/>
              <a:cxnLst/>
              <a:rect l="l" t="t" r="r" b="b"/>
              <a:pathLst>
                <a:path w="251970" h="78200" extrusionOk="0">
                  <a:moveTo>
                    <a:pt x="389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3"/>
                    <a:pt x="160" y="776"/>
                    <a:pt x="389" y="776"/>
                  </a:cubicBezTo>
                  <a:lnTo>
                    <a:pt x="66217" y="776"/>
                  </a:lnTo>
                  <a:lnTo>
                    <a:pt x="89179" y="23738"/>
                  </a:lnTo>
                  <a:lnTo>
                    <a:pt x="125197" y="23738"/>
                  </a:lnTo>
                  <a:lnTo>
                    <a:pt x="179659" y="78199"/>
                  </a:lnTo>
                  <a:lnTo>
                    <a:pt x="251581" y="78199"/>
                  </a:lnTo>
                  <a:cubicBezTo>
                    <a:pt x="251787" y="78199"/>
                    <a:pt x="251969" y="78040"/>
                    <a:pt x="251969" y="77834"/>
                  </a:cubicBezTo>
                  <a:cubicBezTo>
                    <a:pt x="251969" y="77606"/>
                    <a:pt x="251787" y="77446"/>
                    <a:pt x="251581" y="77446"/>
                  </a:cubicBezTo>
                  <a:lnTo>
                    <a:pt x="179978" y="77446"/>
                  </a:lnTo>
                  <a:lnTo>
                    <a:pt x="125517" y="22962"/>
                  </a:lnTo>
                  <a:lnTo>
                    <a:pt x="89499" y="22962"/>
                  </a:lnTo>
                  <a:lnTo>
                    <a:pt x="665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" name="Google Shape;287;p5"/>
            <p:cNvSpPr/>
            <p:nvPr/>
          </p:nvSpPr>
          <p:spPr>
            <a:xfrm>
              <a:off x="1631600" y="1974425"/>
              <a:ext cx="6160000" cy="1095650"/>
            </a:xfrm>
            <a:custGeom>
              <a:avLst/>
              <a:gdLst/>
              <a:ahLst/>
              <a:cxnLst/>
              <a:rect l="l" t="t" r="r" b="b"/>
              <a:pathLst>
                <a:path w="246400" h="43826" extrusionOk="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8"/>
                    <a:pt x="69" y="389"/>
                    <a:pt x="183" y="389"/>
                  </a:cubicBezTo>
                  <a:lnTo>
                    <a:pt x="61286" y="389"/>
                  </a:lnTo>
                  <a:lnTo>
                    <a:pt x="104723" y="43825"/>
                  </a:lnTo>
                  <a:lnTo>
                    <a:pt x="165210" y="43825"/>
                  </a:lnTo>
                  <a:lnTo>
                    <a:pt x="207414" y="1599"/>
                  </a:lnTo>
                  <a:lnTo>
                    <a:pt x="246217" y="1599"/>
                  </a:lnTo>
                  <a:cubicBezTo>
                    <a:pt x="246308" y="1599"/>
                    <a:pt x="246400" y="1507"/>
                    <a:pt x="246400" y="1416"/>
                  </a:cubicBezTo>
                  <a:cubicBezTo>
                    <a:pt x="246400" y="1302"/>
                    <a:pt x="246308" y="1233"/>
                    <a:pt x="246217" y="1233"/>
                  </a:cubicBezTo>
                  <a:lnTo>
                    <a:pt x="207254" y="1233"/>
                  </a:lnTo>
                  <a:lnTo>
                    <a:pt x="165050" y="43437"/>
                  </a:lnTo>
                  <a:lnTo>
                    <a:pt x="104883" y="43437"/>
                  </a:lnTo>
                  <a:lnTo>
                    <a:pt x="614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" name="Google Shape;288;p5"/>
            <p:cNvSpPr/>
            <p:nvPr/>
          </p:nvSpPr>
          <p:spPr>
            <a:xfrm>
              <a:off x="1978550" y="331575"/>
              <a:ext cx="4691750" cy="1289675"/>
            </a:xfrm>
            <a:custGeom>
              <a:avLst/>
              <a:gdLst/>
              <a:ahLst/>
              <a:cxnLst/>
              <a:rect l="l" t="t" r="r" b="b"/>
              <a:pathLst>
                <a:path w="187670" h="51587" extrusionOk="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9" name="Google Shape;289;p5"/>
            <p:cNvSpPr/>
            <p:nvPr/>
          </p:nvSpPr>
          <p:spPr>
            <a:xfrm>
              <a:off x="937150" y="2104550"/>
              <a:ext cx="6622775" cy="1510475"/>
            </a:xfrm>
            <a:custGeom>
              <a:avLst/>
              <a:gdLst/>
              <a:ahLst/>
              <a:cxnLst/>
              <a:rect l="l" t="t" r="r" b="b"/>
              <a:pathLst>
                <a:path w="264911" h="60419" extrusionOk="0">
                  <a:moveTo>
                    <a:pt x="183" y="0"/>
                  </a:moveTo>
                  <a:cubicBezTo>
                    <a:pt x="91" y="0"/>
                    <a:pt x="0" y="69"/>
                    <a:pt x="0" y="183"/>
                  </a:cubicBezTo>
                  <a:cubicBezTo>
                    <a:pt x="0" y="297"/>
                    <a:pt x="91" y="365"/>
                    <a:pt x="183" y="365"/>
                  </a:cubicBezTo>
                  <a:lnTo>
                    <a:pt x="57177" y="365"/>
                  </a:lnTo>
                  <a:lnTo>
                    <a:pt x="70941" y="14129"/>
                  </a:lnTo>
                  <a:lnTo>
                    <a:pt x="129214" y="14129"/>
                  </a:lnTo>
                  <a:lnTo>
                    <a:pt x="175504" y="60419"/>
                  </a:lnTo>
                  <a:lnTo>
                    <a:pt x="203419" y="60419"/>
                  </a:lnTo>
                  <a:lnTo>
                    <a:pt x="232316" y="31499"/>
                  </a:lnTo>
                  <a:lnTo>
                    <a:pt x="264705" y="31499"/>
                  </a:lnTo>
                  <a:cubicBezTo>
                    <a:pt x="264819" y="31499"/>
                    <a:pt x="264911" y="31430"/>
                    <a:pt x="264911" y="31316"/>
                  </a:cubicBezTo>
                  <a:cubicBezTo>
                    <a:pt x="264911" y="31225"/>
                    <a:pt x="264819" y="31134"/>
                    <a:pt x="264705" y="31134"/>
                  </a:cubicBezTo>
                  <a:lnTo>
                    <a:pt x="232156" y="31134"/>
                  </a:lnTo>
                  <a:lnTo>
                    <a:pt x="203259" y="60031"/>
                  </a:lnTo>
                  <a:lnTo>
                    <a:pt x="175664" y="60031"/>
                  </a:lnTo>
                  <a:lnTo>
                    <a:pt x="129374" y="13764"/>
                  </a:lnTo>
                  <a:lnTo>
                    <a:pt x="71101" y="13764"/>
                  </a:lnTo>
                  <a:lnTo>
                    <a:pt x="5733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0" name="Google Shape;290;p5"/>
            <p:cNvSpPr/>
            <p:nvPr/>
          </p:nvSpPr>
          <p:spPr>
            <a:xfrm>
              <a:off x="1664700" y="294775"/>
              <a:ext cx="3135650" cy="766675"/>
            </a:xfrm>
            <a:custGeom>
              <a:avLst/>
              <a:gdLst/>
              <a:ahLst/>
              <a:cxnLst/>
              <a:rect l="l" t="t" r="r" b="b"/>
              <a:pathLst>
                <a:path w="125426" h="30667" extrusionOk="0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1" name="Google Shape;291;p5"/>
            <p:cNvSpPr/>
            <p:nvPr/>
          </p:nvSpPr>
          <p:spPr>
            <a:xfrm>
              <a:off x="100600" y="2193550"/>
              <a:ext cx="3410675" cy="530725"/>
            </a:xfrm>
            <a:custGeom>
              <a:avLst/>
              <a:gdLst/>
              <a:ahLst/>
              <a:cxnLst/>
              <a:rect l="l" t="t" r="r" b="b"/>
              <a:pathLst>
                <a:path w="136427" h="21229" extrusionOk="0">
                  <a:moveTo>
                    <a:pt x="20748" y="1"/>
                  </a:moveTo>
                  <a:lnTo>
                    <a:pt x="160" y="20589"/>
                  </a:lnTo>
                  <a:cubicBezTo>
                    <a:pt x="0" y="20726"/>
                    <a:pt x="0" y="20977"/>
                    <a:pt x="160" y="21114"/>
                  </a:cubicBezTo>
                  <a:cubicBezTo>
                    <a:pt x="228" y="21205"/>
                    <a:pt x="342" y="21228"/>
                    <a:pt x="434" y="21228"/>
                  </a:cubicBezTo>
                  <a:cubicBezTo>
                    <a:pt x="525" y="21228"/>
                    <a:pt x="616" y="21205"/>
                    <a:pt x="708" y="21114"/>
                  </a:cubicBezTo>
                  <a:lnTo>
                    <a:pt x="21045" y="777"/>
                  </a:lnTo>
                  <a:lnTo>
                    <a:pt x="85390" y="777"/>
                  </a:lnTo>
                  <a:lnTo>
                    <a:pt x="103307" y="18672"/>
                  </a:lnTo>
                  <a:lnTo>
                    <a:pt x="136039" y="18672"/>
                  </a:lnTo>
                  <a:cubicBezTo>
                    <a:pt x="136267" y="18672"/>
                    <a:pt x="136427" y="18512"/>
                    <a:pt x="136427" y="18307"/>
                  </a:cubicBezTo>
                  <a:cubicBezTo>
                    <a:pt x="136427" y="18078"/>
                    <a:pt x="136267" y="17919"/>
                    <a:pt x="136039" y="17919"/>
                  </a:cubicBezTo>
                  <a:lnTo>
                    <a:pt x="103627" y="17919"/>
                  </a:lnTo>
                  <a:lnTo>
                    <a:pt x="857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" name="Google Shape;292;p5"/>
            <p:cNvSpPr/>
            <p:nvPr/>
          </p:nvSpPr>
          <p:spPr>
            <a:xfrm>
              <a:off x="106300" y="832600"/>
              <a:ext cx="2024625" cy="395475"/>
            </a:xfrm>
            <a:custGeom>
              <a:avLst/>
              <a:gdLst/>
              <a:ahLst/>
              <a:cxnLst/>
              <a:rect l="l" t="t" r="r" b="b"/>
              <a:pathLst>
                <a:path w="80985" h="15819" extrusionOk="0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" name="Google Shape;293;p5"/>
            <p:cNvSpPr/>
            <p:nvPr/>
          </p:nvSpPr>
          <p:spPr>
            <a:xfrm>
              <a:off x="24125" y="1108225"/>
              <a:ext cx="1654850" cy="513025"/>
            </a:xfrm>
            <a:custGeom>
              <a:avLst/>
              <a:gdLst/>
              <a:ahLst/>
              <a:cxnLst/>
              <a:rect l="l" t="t" r="r" b="b"/>
              <a:pathLst>
                <a:path w="66194" h="20521" extrusionOk="0">
                  <a:moveTo>
                    <a:pt x="183" y="0"/>
                  </a:moveTo>
                  <a:cubicBezTo>
                    <a:pt x="92" y="0"/>
                    <a:pt x="1" y="91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5245" y="388"/>
                  </a:lnTo>
                  <a:lnTo>
                    <a:pt x="45377" y="20520"/>
                  </a:lnTo>
                  <a:lnTo>
                    <a:pt x="66011" y="20520"/>
                  </a:lnTo>
                  <a:cubicBezTo>
                    <a:pt x="66103" y="20520"/>
                    <a:pt x="66194" y="20429"/>
                    <a:pt x="66194" y="20337"/>
                  </a:cubicBezTo>
                  <a:cubicBezTo>
                    <a:pt x="66194" y="20223"/>
                    <a:pt x="66103" y="20132"/>
                    <a:pt x="66011" y="20132"/>
                  </a:cubicBezTo>
                  <a:lnTo>
                    <a:pt x="45537" y="20132"/>
                  </a:lnTo>
                  <a:lnTo>
                    <a:pt x="25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" name="Google Shape;294;p5"/>
            <p:cNvSpPr/>
            <p:nvPr/>
          </p:nvSpPr>
          <p:spPr>
            <a:xfrm>
              <a:off x="24125" y="1371850"/>
              <a:ext cx="979225" cy="451975"/>
            </a:xfrm>
            <a:custGeom>
              <a:avLst/>
              <a:gdLst/>
              <a:ahLst/>
              <a:cxnLst/>
              <a:rect l="l" t="t" r="r" b="b"/>
              <a:pathLst>
                <a:path w="39169" h="18079" extrusionOk="0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" name="Google Shape;295;p5"/>
            <p:cNvSpPr/>
            <p:nvPr/>
          </p:nvSpPr>
          <p:spPr>
            <a:xfrm>
              <a:off x="5585500" y="1408375"/>
              <a:ext cx="1529900" cy="580350"/>
            </a:xfrm>
            <a:custGeom>
              <a:avLst/>
              <a:gdLst/>
              <a:ahLst/>
              <a:cxnLst/>
              <a:rect l="l" t="t" r="r" b="b"/>
              <a:pathLst>
                <a:path w="61196" h="23214" extrusionOk="0">
                  <a:moveTo>
                    <a:pt x="49121" y="0"/>
                  </a:moveTo>
                  <a:lnTo>
                    <a:pt x="26661" y="22460"/>
                  </a:lnTo>
                  <a:lnTo>
                    <a:pt x="389" y="22460"/>
                  </a:lnTo>
                  <a:cubicBezTo>
                    <a:pt x="161" y="22460"/>
                    <a:pt x="1" y="22620"/>
                    <a:pt x="1" y="22848"/>
                  </a:cubicBezTo>
                  <a:cubicBezTo>
                    <a:pt x="1" y="23054"/>
                    <a:pt x="161" y="23214"/>
                    <a:pt x="389" y="23214"/>
                  </a:cubicBezTo>
                  <a:lnTo>
                    <a:pt x="26980" y="23214"/>
                  </a:lnTo>
                  <a:lnTo>
                    <a:pt x="49441" y="776"/>
                  </a:lnTo>
                  <a:lnTo>
                    <a:pt x="60808" y="776"/>
                  </a:lnTo>
                  <a:cubicBezTo>
                    <a:pt x="61013" y="776"/>
                    <a:pt x="61196" y="594"/>
                    <a:pt x="61196" y="388"/>
                  </a:cubicBezTo>
                  <a:cubicBezTo>
                    <a:pt x="61196" y="183"/>
                    <a:pt x="61013" y="0"/>
                    <a:pt x="60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6" name="Google Shape;296;p5"/>
            <p:cNvSpPr/>
            <p:nvPr/>
          </p:nvSpPr>
          <p:spPr>
            <a:xfrm>
              <a:off x="5953000" y="3543100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66"/>
                  </a:moveTo>
                  <a:cubicBezTo>
                    <a:pt x="3972" y="366"/>
                    <a:pt x="5022" y="1416"/>
                    <a:pt x="5022" y="2694"/>
                  </a:cubicBezTo>
                  <a:cubicBezTo>
                    <a:pt x="5022" y="3949"/>
                    <a:pt x="3972" y="4999"/>
                    <a:pt x="2694" y="4999"/>
                  </a:cubicBezTo>
                  <a:cubicBezTo>
                    <a:pt x="1416" y="4999"/>
                    <a:pt x="388" y="3949"/>
                    <a:pt x="388" y="2694"/>
                  </a:cubicBezTo>
                  <a:cubicBezTo>
                    <a:pt x="388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187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187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" name="Google Shape;297;p5"/>
            <p:cNvSpPr/>
            <p:nvPr/>
          </p:nvSpPr>
          <p:spPr>
            <a:xfrm>
              <a:off x="5976400" y="3566500"/>
              <a:ext cx="87900" cy="87325"/>
            </a:xfrm>
            <a:custGeom>
              <a:avLst/>
              <a:gdLst/>
              <a:ahLst/>
              <a:cxnLst/>
              <a:rect l="l" t="t" r="r" b="b"/>
              <a:pathLst>
                <a:path w="3516" h="3493" extrusionOk="0">
                  <a:moveTo>
                    <a:pt x="1758" y="0"/>
                  </a:moveTo>
                  <a:cubicBezTo>
                    <a:pt x="799" y="0"/>
                    <a:pt x="0" y="776"/>
                    <a:pt x="0" y="1758"/>
                  </a:cubicBezTo>
                  <a:cubicBezTo>
                    <a:pt x="0" y="2717"/>
                    <a:pt x="799" y="3493"/>
                    <a:pt x="1758" y="3493"/>
                  </a:cubicBezTo>
                  <a:cubicBezTo>
                    <a:pt x="2739" y="3493"/>
                    <a:pt x="3515" y="2717"/>
                    <a:pt x="3515" y="1758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8" name="Google Shape;298;p5"/>
            <p:cNvSpPr/>
            <p:nvPr/>
          </p:nvSpPr>
          <p:spPr>
            <a:xfrm>
              <a:off x="5421175" y="2256325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2"/>
                    <a:pt x="3972" y="5022"/>
                    <a:pt x="2694" y="5022"/>
                  </a:cubicBezTo>
                  <a:cubicBezTo>
                    <a:pt x="1415" y="5022"/>
                    <a:pt x="365" y="3972"/>
                    <a:pt x="365" y="2694"/>
                  </a:cubicBezTo>
                  <a:cubicBezTo>
                    <a:pt x="365" y="1416"/>
                    <a:pt x="1415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9" name="Google Shape;299;p5"/>
            <p:cNvSpPr/>
            <p:nvPr/>
          </p:nvSpPr>
          <p:spPr>
            <a:xfrm>
              <a:off x="5444575" y="2279725"/>
              <a:ext cx="87900" cy="87900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0"/>
                  </a:moveTo>
                  <a:cubicBezTo>
                    <a:pt x="776" y="0"/>
                    <a:pt x="0" y="799"/>
                    <a:pt x="0" y="1758"/>
                  </a:cubicBezTo>
                  <a:cubicBezTo>
                    <a:pt x="0" y="2739"/>
                    <a:pt x="776" y="3516"/>
                    <a:pt x="1758" y="3516"/>
                  </a:cubicBezTo>
                  <a:cubicBezTo>
                    <a:pt x="2716" y="3516"/>
                    <a:pt x="3515" y="2739"/>
                    <a:pt x="3515" y="1758"/>
                  </a:cubicBezTo>
                  <a:cubicBezTo>
                    <a:pt x="3515" y="799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0" name="Google Shape;300;p5"/>
            <p:cNvSpPr/>
            <p:nvPr/>
          </p:nvSpPr>
          <p:spPr>
            <a:xfrm>
              <a:off x="5459400" y="1912225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1" name="Google Shape;301;p5"/>
            <p:cNvSpPr/>
            <p:nvPr/>
          </p:nvSpPr>
          <p:spPr>
            <a:xfrm>
              <a:off x="5482800" y="1935625"/>
              <a:ext cx="87900" cy="87900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1"/>
                  </a:moveTo>
                  <a:cubicBezTo>
                    <a:pt x="799" y="1"/>
                    <a:pt x="0" y="777"/>
                    <a:pt x="0" y="1758"/>
                  </a:cubicBezTo>
                  <a:cubicBezTo>
                    <a:pt x="0" y="2717"/>
                    <a:pt x="799" y="3516"/>
                    <a:pt x="1758" y="3516"/>
                  </a:cubicBezTo>
                  <a:cubicBezTo>
                    <a:pt x="2739" y="3516"/>
                    <a:pt x="3515" y="2717"/>
                    <a:pt x="3515" y="1758"/>
                  </a:cubicBezTo>
                  <a:cubicBezTo>
                    <a:pt x="3515" y="777"/>
                    <a:pt x="2739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2" name="Google Shape;302;p5"/>
            <p:cNvSpPr/>
            <p:nvPr/>
          </p:nvSpPr>
          <p:spPr>
            <a:xfrm>
              <a:off x="4736975" y="1935625"/>
              <a:ext cx="87900" cy="87900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1"/>
                  </a:moveTo>
                  <a:cubicBezTo>
                    <a:pt x="777" y="1"/>
                    <a:pt x="1" y="777"/>
                    <a:pt x="1" y="1758"/>
                  </a:cubicBezTo>
                  <a:cubicBezTo>
                    <a:pt x="1" y="2717"/>
                    <a:pt x="777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3" name="Google Shape;303;p5"/>
            <p:cNvSpPr/>
            <p:nvPr/>
          </p:nvSpPr>
          <p:spPr>
            <a:xfrm>
              <a:off x="7044625" y="2632950"/>
              <a:ext cx="87900" cy="87325"/>
            </a:xfrm>
            <a:custGeom>
              <a:avLst/>
              <a:gdLst/>
              <a:ahLst/>
              <a:cxnLst/>
              <a:rect l="l" t="t" r="r" b="b"/>
              <a:pathLst>
                <a:path w="3516" h="3493" extrusionOk="0">
                  <a:moveTo>
                    <a:pt x="1758" y="0"/>
                  </a:moveTo>
                  <a:cubicBezTo>
                    <a:pt x="799" y="0"/>
                    <a:pt x="0" y="776"/>
                    <a:pt x="0" y="1735"/>
                  </a:cubicBezTo>
                  <a:cubicBezTo>
                    <a:pt x="0" y="2716"/>
                    <a:pt x="799" y="3493"/>
                    <a:pt x="1758" y="3493"/>
                  </a:cubicBezTo>
                  <a:cubicBezTo>
                    <a:pt x="2739" y="3493"/>
                    <a:pt x="3515" y="2716"/>
                    <a:pt x="3515" y="1735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4" name="Google Shape;304;p5"/>
            <p:cNvSpPr/>
            <p:nvPr/>
          </p:nvSpPr>
          <p:spPr>
            <a:xfrm>
              <a:off x="4222850" y="1085400"/>
              <a:ext cx="134675" cy="134675"/>
            </a:xfrm>
            <a:custGeom>
              <a:avLst/>
              <a:gdLst/>
              <a:ahLst/>
              <a:cxnLst/>
              <a:rect l="l" t="t" r="r" b="b"/>
              <a:pathLst>
                <a:path w="5387" h="5387" extrusionOk="0">
                  <a:moveTo>
                    <a:pt x="2694" y="388"/>
                  </a:moveTo>
                  <a:cubicBezTo>
                    <a:pt x="3972" y="388"/>
                    <a:pt x="5022" y="1415"/>
                    <a:pt x="5022" y="2694"/>
                  </a:cubicBezTo>
                  <a:cubicBezTo>
                    <a:pt x="5022" y="3972"/>
                    <a:pt x="3972" y="4999"/>
                    <a:pt x="2694" y="4999"/>
                  </a:cubicBezTo>
                  <a:cubicBezTo>
                    <a:pt x="1415" y="4999"/>
                    <a:pt x="388" y="3972"/>
                    <a:pt x="388" y="2694"/>
                  </a:cubicBezTo>
                  <a:cubicBezTo>
                    <a:pt x="388" y="1415"/>
                    <a:pt x="1415" y="388"/>
                    <a:pt x="2694" y="388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7"/>
                    <a:pt x="1210" y="5387"/>
                    <a:pt x="2694" y="5387"/>
                  </a:cubicBezTo>
                  <a:cubicBezTo>
                    <a:pt x="4177" y="5387"/>
                    <a:pt x="5387" y="4177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5" name="Google Shape;305;p5"/>
            <p:cNvSpPr/>
            <p:nvPr/>
          </p:nvSpPr>
          <p:spPr>
            <a:xfrm>
              <a:off x="4246800" y="1108775"/>
              <a:ext cx="87350" cy="87925"/>
            </a:xfrm>
            <a:custGeom>
              <a:avLst/>
              <a:gdLst/>
              <a:ahLst/>
              <a:cxnLst/>
              <a:rect l="l" t="t" r="r" b="b"/>
              <a:pathLst>
                <a:path w="3494" h="3517" extrusionOk="0">
                  <a:moveTo>
                    <a:pt x="1736" y="1"/>
                  </a:moveTo>
                  <a:cubicBezTo>
                    <a:pt x="777" y="1"/>
                    <a:pt x="1" y="800"/>
                    <a:pt x="1" y="1759"/>
                  </a:cubicBezTo>
                  <a:cubicBezTo>
                    <a:pt x="1" y="2717"/>
                    <a:pt x="777" y="3516"/>
                    <a:pt x="1736" y="3516"/>
                  </a:cubicBezTo>
                  <a:cubicBezTo>
                    <a:pt x="2717" y="3516"/>
                    <a:pt x="3493" y="2717"/>
                    <a:pt x="3493" y="1759"/>
                  </a:cubicBezTo>
                  <a:cubicBezTo>
                    <a:pt x="3493" y="800"/>
                    <a:pt x="2717" y="1"/>
                    <a:pt x="17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6" name="Google Shape;306;p5"/>
            <p:cNvSpPr/>
            <p:nvPr/>
          </p:nvSpPr>
          <p:spPr>
            <a:xfrm>
              <a:off x="3502700" y="2585000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7" name="Google Shape;307;p5"/>
            <p:cNvSpPr/>
            <p:nvPr/>
          </p:nvSpPr>
          <p:spPr>
            <a:xfrm>
              <a:off x="3526100" y="2608400"/>
              <a:ext cx="87900" cy="87900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1"/>
                  </a:moveTo>
                  <a:cubicBezTo>
                    <a:pt x="776" y="1"/>
                    <a:pt x="0" y="777"/>
                    <a:pt x="0" y="1758"/>
                  </a:cubicBezTo>
                  <a:cubicBezTo>
                    <a:pt x="0" y="2717"/>
                    <a:pt x="776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8" name="Google Shape;308;p5"/>
            <p:cNvSpPr/>
            <p:nvPr/>
          </p:nvSpPr>
          <p:spPr>
            <a:xfrm>
              <a:off x="2281550" y="1156150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2"/>
                    <a:pt x="3972" y="4999"/>
                    <a:pt x="2694" y="4999"/>
                  </a:cubicBezTo>
                  <a:cubicBezTo>
                    <a:pt x="1416" y="4999"/>
                    <a:pt x="366" y="3972"/>
                    <a:pt x="366" y="2694"/>
                  </a:cubicBezTo>
                  <a:cubicBezTo>
                    <a:pt x="366" y="1416"/>
                    <a:pt x="1416" y="366"/>
                    <a:pt x="2694" y="366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9" name="Google Shape;309;p5"/>
            <p:cNvSpPr/>
            <p:nvPr/>
          </p:nvSpPr>
          <p:spPr>
            <a:xfrm>
              <a:off x="2304950" y="1179550"/>
              <a:ext cx="87325" cy="87900"/>
            </a:xfrm>
            <a:custGeom>
              <a:avLst/>
              <a:gdLst/>
              <a:ahLst/>
              <a:cxnLst/>
              <a:rect l="l" t="t" r="r" b="b"/>
              <a:pathLst>
                <a:path w="3493" h="3516" extrusionOk="0">
                  <a:moveTo>
                    <a:pt x="1758" y="0"/>
                  </a:moveTo>
                  <a:cubicBezTo>
                    <a:pt x="776" y="0"/>
                    <a:pt x="0" y="776"/>
                    <a:pt x="0" y="1758"/>
                  </a:cubicBezTo>
                  <a:cubicBezTo>
                    <a:pt x="0" y="2717"/>
                    <a:pt x="776" y="3515"/>
                    <a:pt x="1758" y="3515"/>
                  </a:cubicBezTo>
                  <a:cubicBezTo>
                    <a:pt x="2716" y="3515"/>
                    <a:pt x="3493" y="2717"/>
                    <a:pt x="3493" y="1758"/>
                  </a:cubicBezTo>
                  <a:cubicBezTo>
                    <a:pt x="3493" y="776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0" name="Google Shape;310;p5"/>
            <p:cNvSpPr/>
            <p:nvPr/>
          </p:nvSpPr>
          <p:spPr>
            <a:xfrm>
              <a:off x="1577950" y="1004925"/>
              <a:ext cx="94750" cy="94750"/>
            </a:xfrm>
            <a:custGeom>
              <a:avLst/>
              <a:gdLst/>
              <a:ahLst/>
              <a:cxnLst/>
              <a:rect l="l" t="t" r="r" b="b"/>
              <a:pathLst>
                <a:path w="3790" h="3790" extrusionOk="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1595075" y="1022050"/>
              <a:ext cx="59950" cy="59950"/>
            </a:xfrm>
            <a:custGeom>
              <a:avLst/>
              <a:gdLst/>
              <a:ahLst/>
              <a:cxnLst/>
              <a:rect l="l" t="t" r="r" b="b"/>
              <a:pathLst>
                <a:path w="2398" h="2398" extrusionOk="0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2892125" y="1170425"/>
              <a:ext cx="106150" cy="106150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310" y="4246"/>
                    <a:pt x="4246" y="3287"/>
                    <a:pt x="4246" y="2123"/>
                  </a:cubicBezTo>
                  <a:cubicBezTo>
                    <a:pt x="4246" y="936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7004675" y="1366150"/>
              <a:ext cx="106150" cy="106150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36" y="0"/>
                    <a:pt x="0" y="959"/>
                    <a:pt x="0" y="2123"/>
                  </a:cubicBezTo>
                  <a:cubicBezTo>
                    <a:pt x="0" y="3310"/>
                    <a:pt x="936" y="4246"/>
                    <a:pt x="2123" y="4246"/>
                  </a:cubicBezTo>
                  <a:cubicBezTo>
                    <a:pt x="3287" y="4246"/>
                    <a:pt x="4246" y="3310"/>
                    <a:pt x="4246" y="2123"/>
                  </a:cubicBezTo>
                  <a:cubicBezTo>
                    <a:pt x="4246" y="959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6446600" y="2270600"/>
              <a:ext cx="106150" cy="106150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59" y="0"/>
                    <a:pt x="0" y="959"/>
                    <a:pt x="0" y="2123"/>
                  </a:cubicBezTo>
                  <a:cubicBezTo>
                    <a:pt x="0" y="3310"/>
                    <a:pt x="959" y="4246"/>
                    <a:pt x="2123" y="4246"/>
                  </a:cubicBezTo>
                  <a:cubicBezTo>
                    <a:pt x="3310" y="4246"/>
                    <a:pt x="4246" y="3310"/>
                    <a:pt x="4246" y="2123"/>
                  </a:cubicBezTo>
                  <a:cubicBezTo>
                    <a:pt x="4246" y="959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6258275" y="3300575"/>
              <a:ext cx="69650" cy="69650"/>
            </a:xfrm>
            <a:custGeom>
              <a:avLst/>
              <a:gdLst/>
              <a:ahLst/>
              <a:cxnLst/>
              <a:rect l="l" t="t" r="r" b="b"/>
              <a:pathLst>
                <a:path w="2786" h="2786" extrusionOk="0">
                  <a:moveTo>
                    <a:pt x="1393" y="1"/>
                  </a:moveTo>
                  <a:cubicBezTo>
                    <a:pt x="617" y="1"/>
                    <a:pt x="1" y="617"/>
                    <a:pt x="1" y="1393"/>
                  </a:cubicBezTo>
                  <a:cubicBezTo>
                    <a:pt x="1" y="2146"/>
                    <a:pt x="617" y="2786"/>
                    <a:pt x="1393" y="2786"/>
                  </a:cubicBezTo>
                  <a:cubicBezTo>
                    <a:pt x="2169" y="2786"/>
                    <a:pt x="2786" y="2146"/>
                    <a:pt x="2786" y="1393"/>
                  </a:cubicBezTo>
                  <a:cubicBezTo>
                    <a:pt x="2786" y="617"/>
                    <a:pt x="2169" y="1"/>
                    <a:pt x="1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4746100" y="3030675"/>
              <a:ext cx="69650" cy="69075"/>
            </a:xfrm>
            <a:custGeom>
              <a:avLst/>
              <a:gdLst/>
              <a:ahLst/>
              <a:cxnLst/>
              <a:rect l="l" t="t" r="r" b="b"/>
              <a:pathLst>
                <a:path w="2786" h="2763" extrusionOk="0">
                  <a:moveTo>
                    <a:pt x="1393" y="0"/>
                  </a:moveTo>
                  <a:cubicBezTo>
                    <a:pt x="617" y="0"/>
                    <a:pt x="1" y="617"/>
                    <a:pt x="1" y="1393"/>
                  </a:cubicBezTo>
                  <a:cubicBezTo>
                    <a:pt x="1" y="2146"/>
                    <a:pt x="617" y="2762"/>
                    <a:pt x="1393" y="2762"/>
                  </a:cubicBezTo>
                  <a:cubicBezTo>
                    <a:pt x="2169" y="2762"/>
                    <a:pt x="2786" y="2146"/>
                    <a:pt x="2786" y="1393"/>
                  </a:cubicBezTo>
                  <a:cubicBezTo>
                    <a:pt x="2786" y="617"/>
                    <a:pt x="2169" y="0"/>
                    <a:pt x="1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5111875" y="1378700"/>
              <a:ext cx="106175" cy="106150"/>
            </a:xfrm>
            <a:custGeom>
              <a:avLst/>
              <a:gdLst/>
              <a:ahLst/>
              <a:cxnLst/>
              <a:rect l="l" t="t" r="r" b="b"/>
              <a:pathLst>
                <a:path w="4247" h="4246" extrusionOk="0">
                  <a:moveTo>
                    <a:pt x="2124" y="0"/>
                  </a:moveTo>
                  <a:cubicBezTo>
                    <a:pt x="960" y="0"/>
                    <a:pt x="1" y="959"/>
                    <a:pt x="1" y="2123"/>
                  </a:cubicBezTo>
                  <a:cubicBezTo>
                    <a:pt x="1" y="3310"/>
                    <a:pt x="960" y="4246"/>
                    <a:pt x="2124" y="4246"/>
                  </a:cubicBezTo>
                  <a:cubicBezTo>
                    <a:pt x="3288" y="4246"/>
                    <a:pt x="4246" y="3310"/>
                    <a:pt x="4246" y="2123"/>
                  </a:cubicBezTo>
                  <a:cubicBezTo>
                    <a:pt x="4246" y="959"/>
                    <a:pt x="3288" y="0"/>
                    <a:pt x="21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5692225" y="1404950"/>
              <a:ext cx="75350" cy="74775"/>
            </a:xfrm>
            <a:custGeom>
              <a:avLst/>
              <a:gdLst/>
              <a:ahLst/>
              <a:cxnLst/>
              <a:rect l="l" t="t" r="r" b="b"/>
              <a:pathLst>
                <a:path w="3014" h="2991" extrusionOk="0">
                  <a:moveTo>
                    <a:pt x="1507" y="0"/>
                  </a:moveTo>
                  <a:cubicBezTo>
                    <a:pt x="685" y="0"/>
                    <a:pt x="0" y="662"/>
                    <a:pt x="0" y="1507"/>
                  </a:cubicBezTo>
                  <a:cubicBezTo>
                    <a:pt x="0" y="2328"/>
                    <a:pt x="685" y="2990"/>
                    <a:pt x="1507" y="2990"/>
                  </a:cubicBezTo>
                  <a:cubicBezTo>
                    <a:pt x="2328" y="2990"/>
                    <a:pt x="3013" y="2328"/>
                    <a:pt x="3013" y="1507"/>
                  </a:cubicBezTo>
                  <a:cubicBezTo>
                    <a:pt x="3013" y="662"/>
                    <a:pt x="2328" y="0"/>
                    <a:pt x="1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5821750" y="1469425"/>
              <a:ext cx="79350" cy="79350"/>
            </a:xfrm>
            <a:custGeom>
              <a:avLst/>
              <a:gdLst/>
              <a:ahLst/>
              <a:cxnLst/>
              <a:rect l="l" t="t" r="r" b="b"/>
              <a:pathLst>
                <a:path w="3174" h="3174" extrusionOk="0">
                  <a:moveTo>
                    <a:pt x="1598" y="1"/>
                  </a:moveTo>
                  <a:cubicBezTo>
                    <a:pt x="708" y="1"/>
                    <a:pt x="1" y="708"/>
                    <a:pt x="1" y="1575"/>
                  </a:cubicBezTo>
                  <a:cubicBezTo>
                    <a:pt x="1" y="2466"/>
                    <a:pt x="708" y="3173"/>
                    <a:pt x="1598" y="3173"/>
                  </a:cubicBezTo>
                  <a:cubicBezTo>
                    <a:pt x="2466" y="3173"/>
                    <a:pt x="3173" y="2466"/>
                    <a:pt x="3173" y="1575"/>
                  </a:cubicBezTo>
                  <a:cubicBezTo>
                    <a:pt x="3173" y="708"/>
                    <a:pt x="2466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3572900" y="2384150"/>
              <a:ext cx="139825" cy="139250"/>
            </a:xfrm>
            <a:custGeom>
              <a:avLst/>
              <a:gdLst/>
              <a:ahLst/>
              <a:cxnLst/>
              <a:rect l="l" t="t" r="r" b="b"/>
              <a:pathLst>
                <a:path w="5593" h="5570" extrusionOk="0">
                  <a:moveTo>
                    <a:pt x="2808" y="0"/>
                  </a:moveTo>
                  <a:cubicBezTo>
                    <a:pt x="1255" y="0"/>
                    <a:pt x="0" y="1233"/>
                    <a:pt x="0" y="2785"/>
                  </a:cubicBezTo>
                  <a:cubicBezTo>
                    <a:pt x="0" y="4314"/>
                    <a:pt x="1255" y="5570"/>
                    <a:pt x="2808" y="5570"/>
                  </a:cubicBezTo>
                  <a:cubicBezTo>
                    <a:pt x="4337" y="5570"/>
                    <a:pt x="5592" y="4314"/>
                    <a:pt x="5592" y="2785"/>
                  </a:cubicBezTo>
                  <a:cubicBezTo>
                    <a:pt x="5592" y="1233"/>
                    <a:pt x="4337" y="0"/>
                    <a:pt x="2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5419450" y="2995300"/>
              <a:ext cx="139825" cy="139825"/>
            </a:xfrm>
            <a:custGeom>
              <a:avLst/>
              <a:gdLst/>
              <a:ahLst/>
              <a:cxnLst/>
              <a:rect l="l" t="t" r="r" b="b"/>
              <a:pathLst>
                <a:path w="5593" h="5593" extrusionOk="0">
                  <a:moveTo>
                    <a:pt x="2785" y="0"/>
                  </a:moveTo>
                  <a:cubicBezTo>
                    <a:pt x="1256" y="0"/>
                    <a:pt x="1" y="1256"/>
                    <a:pt x="1" y="2808"/>
                  </a:cubicBezTo>
                  <a:cubicBezTo>
                    <a:pt x="1" y="4337"/>
                    <a:pt x="1256" y="5592"/>
                    <a:pt x="2785" y="5592"/>
                  </a:cubicBezTo>
                  <a:cubicBezTo>
                    <a:pt x="4338" y="5592"/>
                    <a:pt x="5593" y="4337"/>
                    <a:pt x="5593" y="2808"/>
                  </a:cubicBezTo>
                  <a:cubicBezTo>
                    <a:pt x="5593" y="1256"/>
                    <a:pt x="4338" y="0"/>
                    <a:pt x="27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3311550" y="1787275"/>
              <a:ext cx="65075" cy="65075"/>
            </a:xfrm>
            <a:custGeom>
              <a:avLst/>
              <a:gdLst/>
              <a:ahLst/>
              <a:cxnLst/>
              <a:rect l="l" t="t" r="r" b="b"/>
              <a:pathLst>
                <a:path w="2603" h="2603" extrusionOk="0">
                  <a:moveTo>
                    <a:pt x="1301" y="0"/>
                  </a:moveTo>
                  <a:cubicBezTo>
                    <a:pt x="594" y="0"/>
                    <a:pt x="0" y="571"/>
                    <a:pt x="0" y="1301"/>
                  </a:cubicBezTo>
                  <a:cubicBezTo>
                    <a:pt x="0" y="2009"/>
                    <a:pt x="594" y="2602"/>
                    <a:pt x="1301" y="2602"/>
                  </a:cubicBezTo>
                  <a:cubicBezTo>
                    <a:pt x="2009" y="2602"/>
                    <a:pt x="2602" y="2009"/>
                    <a:pt x="2602" y="1301"/>
                  </a:cubicBezTo>
                  <a:cubicBezTo>
                    <a:pt x="2602" y="571"/>
                    <a:pt x="2009" y="0"/>
                    <a:pt x="1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3501550" y="1519075"/>
              <a:ext cx="143825" cy="144400"/>
            </a:xfrm>
            <a:custGeom>
              <a:avLst/>
              <a:gdLst/>
              <a:ahLst/>
              <a:cxnLst/>
              <a:rect l="l" t="t" r="r" b="b"/>
              <a:pathLst>
                <a:path w="5753" h="5776" extrusionOk="0">
                  <a:moveTo>
                    <a:pt x="2877" y="388"/>
                  </a:moveTo>
                  <a:cubicBezTo>
                    <a:pt x="4246" y="388"/>
                    <a:pt x="5388" y="1507"/>
                    <a:pt x="5388" y="2899"/>
                  </a:cubicBezTo>
                  <a:cubicBezTo>
                    <a:pt x="5388" y="4269"/>
                    <a:pt x="4246" y="5410"/>
                    <a:pt x="2877" y="5410"/>
                  </a:cubicBezTo>
                  <a:cubicBezTo>
                    <a:pt x="1485" y="5410"/>
                    <a:pt x="366" y="4269"/>
                    <a:pt x="366" y="2899"/>
                  </a:cubicBezTo>
                  <a:cubicBezTo>
                    <a:pt x="366" y="1507"/>
                    <a:pt x="1485" y="388"/>
                    <a:pt x="2877" y="388"/>
                  </a:cubicBezTo>
                  <a:close/>
                  <a:moveTo>
                    <a:pt x="2877" y="0"/>
                  </a:moveTo>
                  <a:cubicBezTo>
                    <a:pt x="1279" y="0"/>
                    <a:pt x="1" y="1301"/>
                    <a:pt x="1" y="2899"/>
                  </a:cubicBezTo>
                  <a:cubicBezTo>
                    <a:pt x="1" y="4497"/>
                    <a:pt x="1279" y="5775"/>
                    <a:pt x="2877" y="5775"/>
                  </a:cubicBezTo>
                  <a:cubicBezTo>
                    <a:pt x="4475" y="5775"/>
                    <a:pt x="5753" y="4497"/>
                    <a:pt x="5753" y="2899"/>
                  </a:cubicBezTo>
                  <a:cubicBezTo>
                    <a:pt x="5753" y="1301"/>
                    <a:pt x="4475" y="0"/>
                    <a:pt x="2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3526675" y="1544750"/>
              <a:ext cx="93600" cy="93050"/>
            </a:xfrm>
            <a:custGeom>
              <a:avLst/>
              <a:gdLst/>
              <a:ahLst/>
              <a:cxnLst/>
              <a:rect l="l" t="t" r="r" b="b"/>
              <a:pathLst>
                <a:path w="3744" h="3722" extrusionOk="0">
                  <a:moveTo>
                    <a:pt x="1872" y="0"/>
                  </a:moveTo>
                  <a:cubicBezTo>
                    <a:pt x="845" y="0"/>
                    <a:pt x="0" y="845"/>
                    <a:pt x="0" y="1872"/>
                  </a:cubicBezTo>
                  <a:cubicBezTo>
                    <a:pt x="0" y="2899"/>
                    <a:pt x="845" y="3721"/>
                    <a:pt x="1872" y="3721"/>
                  </a:cubicBezTo>
                  <a:cubicBezTo>
                    <a:pt x="2899" y="3721"/>
                    <a:pt x="3744" y="2899"/>
                    <a:pt x="3744" y="1872"/>
                  </a:cubicBezTo>
                  <a:cubicBezTo>
                    <a:pt x="3744" y="845"/>
                    <a:pt x="2899" y="0"/>
                    <a:pt x="1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1930050" y="1563575"/>
              <a:ext cx="106150" cy="106175"/>
            </a:xfrm>
            <a:custGeom>
              <a:avLst/>
              <a:gdLst/>
              <a:ahLst/>
              <a:cxnLst/>
              <a:rect l="l" t="t" r="r" b="b"/>
              <a:pathLst>
                <a:path w="4246" h="4247" extrusionOk="0">
                  <a:moveTo>
                    <a:pt x="2123" y="1"/>
                  </a:moveTo>
                  <a:cubicBezTo>
                    <a:pt x="959" y="1"/>
                    <a:pt x="0" y="937"/>
                    <a:pt x="0" y="2123"/>
                  </a:cubicBezTo>
                  <a:cubicBezTo>
                    <a:pt x="0" y="3288"/>
                    <a:pt x="959" y="4246"/>
                    <a:pt x="2123" y="4246"/>
                  </a:cubicBezTo>
                  <a:cubicBezTo>
                    <a:pt x="3310" y="4246"/>
                    <a:pt x="4246" y="3288"/>
                    <a:pt x="4246" y="2123"/>
                  </a:cubicBezTo>
                  <a:cubicBezTo>
                    <a:pt x="4246" y="937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1621325" y="1563575"/>
              <a:ext cx="106175" cy="106175"/>
            </a:xfrm>
            <a:custGeom>
              <a:avLst/>
              <a:gdLst/>
              <a:ahLst/>
              <a:cxnLst/>
              <a:rect l="l" t="t" r="r" b="b"/>
              <a:pathLst>
                <a:path w="4247" h="4247" extrusionOk="0">
                  <a:moveTo>
                    <a:pt x="2123" y="1"/>
                  </a:moveTo>
                  <a:cubicBezTo>
                    <a:pt x="936" y="1"/>
                    <a:pt x="1" y="937"/>
                    <a:pt x="1" y="2123"/>
                  </a:cubicBezTo>
                  <a:cubicBezTo>
                    <a:pt x="1" y="3288"/>
                    <a:pt x="936" y="4246"/>
                    <a:pt x="2123" y="4246"/>
                  </a:cubicBezTo>
                  <a:cubicBezTo>
                    <a:pt x="3287" y="4246"/>
                    <a:pt x="4246" y="3288"/>
                    <a:pt x="4246" y="2123"/>
                  </a:cubicBezTo>
                  <a:cubicBezTo>
                    <a:pt x="4246" y="937"/>
                    <a:pt x="3287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944550" y="1765575"/>
              <a:ext cx="106175" cy="106175"/>
            </a:xfrm>
            <a:custGeom>
              <a:avLst/>
              <a:gdLst/>
              <a:ahLst/>
              <a:cxnLst/>
              <a:rect l="l" t="t" r="r" b="b"/>
              <a:pathLst>
                <a:path w="4247" h="4247" extrusionOk="0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496050" y="1323925"/>
              <a:ext cx="106150" cy="106150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3168300" y="1186975"/>
              <a:ext cx="72500" cy="73050"/>
            </a:xfrm>
            <a:custGeom>
              <a:avLst/>
              <a:gdLst/>
              <a:ahLst/>
              <a:cxnLst/>
              <a:rect l="l" t="t" r="r" b="b"/>
              <a:pathLst>
                <a:path w="2900" h="2922" extrusionOk="0">
                  <a:moveTo>
                    <a:pt x="1462" y="0"/>
                  </a:moveTo>
                  <a:cubicBezTo>
                    <a:pt x="640" y="0"/>
                    <a:pt x="1" y="639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1" y="2922"/>
                    <a:pt x="2900" y="2260"/>
                    <a:pt x="2900" y="1461"/>
                  </a:cubicBezTo>
                  <a:cubicBezTo>
                    <a:pt x="2900" y="639"/>
                    <a:pt x="2261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1238425" y="1362725"/>
              <a:ext cx="73075" cy="73050"/>
            </a:xfrm>
            <a:custGeom>
              <a:avLst/>
              <a:gdLst/>
              <a:ahLst/>
              <a:cxnLst/>
              <a:rect l="l" t="t" r="r" b="b"/>
              <a:pathLst>
                <a:path w="2923" h="2922" extrusionOk="0">
                  <a:moveTo>
                    <a:pt x="1462" y="0"/>
                  </a:moveTo>
                  <a:cubicBezTo>
                    <a:pt x="640" y="0"/>
                    <a:pt x="1" y="662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0" y="2922"/>
                    <a:pt x="2922" y="2260"/>
                    <a:pt x="2922" y="1461"/>
                  </a:cubicBezTo>
                  <a:cubicBezTo>
                    <a:pt x="2922" y="662"/>
                    <a:pt x="2260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2281550" y="832600"/>
              <a:ext cx="2995850" cy="9725"/>
            </a:xfrm>
            <a:custGeom>
              <a:avLst/>
              <a:gdLst/>
              <a:ahLst/>
              <a:cxnLst/>
              <a:rect l="l" t="t" r="r" b="b"/>
              <a:pathLst>
                <a:path w="119834" h="389" extrusionOk="0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2222775" y="800650"/>
              <a:ext cx="73075" cy="73050"/>
            </a:xfrm>
            <a:custGeom>
              <a:avLst/>
              <a:gdLst/>
              <a:ahLst/>
              <a:cxnLst/>
              <a:rect l="l" t="t" r="r" b="b"/>
              <a:pathLst>
                <a:path w="2923" h="2922" extrusionOk="0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5235725" y="800650"/>
              <a:ext cx="73050" cy="73050"/>
            </a:xfrm>
            <a:custGeom>
              <a:avLst/>
              <a:gdLst/>
              <a:ahLst/>
              <a:cxnLst/>
              <a:rect l="l" t="t" r="r" b="b"/>
              <a:pathLst>
                <a:path w="2922" h="2922" extrusionOk="0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5732175" y="319450"/>
              <a:ext cx="1118450" cy="1117475"/>
            </a:xfrm>
            <a:custGeom>
              <a:avLst/>
              <a:gdLst/>
              <a:ahLst/>
              <a:cxnLst/>
              <a:rect l="l" t="t" r="r" b="b"/>
              <a:pathLst>
                <a:path w="44738" h="44699" extrusionOk="0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5870250" y="381100"/>
              <a:ext cx="1118475" cy="1117450"/>
            </a:xfrm>
            <a:custGeom>
              <a:avLst/>
              <a:gdLst/>
              <a:ahLst/>
              <a:cxnLst/>
              <a:rect l="l" t="t" r="r" b="b"/>
              <a:pathLst>
                <a:path w="44739" h="44698" extrusionOk="0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4775775" y="1974875"/>
              <a:ext cx="2300825" cy="706600"/>
            </a:xfrm>
            <a:custGeom>
              <a:avLst/>
              <a:gdLst/>
              <a:ahLst/>
              <a:cxnLst/>
              <a:rect l="l" t="t" r="r" b="b"/>
              <a:pathLst>
                <a:path w="92033" h="28264" extrusionOk="0">
                  <a:moveTo>
                    <a:pt x="206" y="0"/>
                  </a:moveTo>
                  <a:cubicBezTo>
                    <a:pt x="155" y="0"/>
                    <a:pt x="104" y="17"/>
                    <a:pt x="69" y="51"/>
                  </a:cubicBezTo>
                  <a:cubicBezTo>
                    <a:pt x="1" y="120"/>
                    <a:pt x="1" y="234"/>
                    <a:pt x="69" y="325"/>
                  </a:cubicBezTo>
                  <a:lnTo>
                    <a:pt x="28007" y="28263"/>
                  </a:lnTo>
                  <a:lnTo>
                    <a:pt x="91850" y="28263"/>
                  </a:lnTo>
                  <a:cubicBezTo>
                    <a:pt x="91941" y="28263"/>
                    <a:pt x="92032" y="28172"/>
                    <a:pt x="92032" y="28058"/>
                  </a:cubicBezTo>
                  <a:cubicBezTo>
                    <a:pt x="92032" y="27967"/>
                    <a:pt x="91941" y="27875"/>
                    <a:pt x="91850" y="27875"/>
                  </a:cubicBezTo>
                  <a:lnTo>
                    <a:pt x="28167" y="27875"/>
                  </a:lnTo>
                  <a:lnTo>
                    <a:pt x="343" y="51"/>
                  </a:lnTo>
                  <a:cubicBezTo>
                    <a:pt x="309" y="17"/>
                    <a:pt x="258" y="0"/>
                    <a:pt x="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3518100" y="2023500"/>
              <a:ext cx="149550" cy="93050"/>
            </a:xfrm>
            <a:custGeom>
              <a:avLst/>
              <a:gdLst/>
              <a:ahLst/>
              <a:cxnLst/>
              <a:rect l="l" t="t" r="r" b="b"/>
              <a:pathLst>
                <a:path w="5982" h="3722" extrusionOk="0">
                  <a:moveTo>
                    <a:pt x="1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3630525" y="2023500"/>
              <a:ext cx="148950" cy="93050"/>
            </a:xfrm>
            <a:custGeom>
              <a:avLst/>
              <a:gdLst/>
              <a:ahLst/>
              <a:cxnLst/>
              <a:rect l="l" t="t" r="r" b="b"/>
              <a:pathLst>
                <a:path w="5958" h="3722" extrusionOk="0">
                  <a:moveTo>
                    <a:pt x="0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3742375" y="2023500"/>
              <a:ext cx="149525" cy="93050"/>
            </a:xfrm>
            <a:custGeom>
              <a:avLst/>
              <a:gdLst/>
              <a:ahLst/>
              <a:cxnLst/>
              <a:rect l="l" t="t" r="r" b="b"/>
              <a:pathLst>
                <a:path w="5981" h="3722" extrusionOk="0">
                  <a:moveTo>
                    <a:pt x="0" y="1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3854775" y="2023500"/>
              <a:ext cx="148975" cy="93050"/>
            </a:xfrm>
            <a:custGeom>
              <a:avLst/>
              <a:gdLst/>
              <a:ahLst/>
              <a:cxnLst/>
              <a:rect l="l" t="t" r="r" b="b"/>
              <a:pathLst>
                <a:path w="5959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3966625" y="2023500"/>
              <a:ext cx="148950" cy="93050"/>
            </a:xfrm>
            <a:custGeom>
              <a:avLst/>
              <a:gdLst/>
              <a:ahLst/>
              <a:cxnLst/>
              <a:rect l="l" t="t" r="r" b="b"/>
              <a:pathLst>
                <a:path w="5958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4078475" y="2023500"/>
              <a:ext cx="149525" cy="93050"/>
            </a:xfrm>
            <a:custGeom>
              <a:avLst/>
              <a:gdLst/>
              <a:ahLst/>
              <a:cxnLst/>
              <a:rect l="l" t="t" r="r" b="b"/>
              <a:pathLst>
                <a:path w="5981" h="3722" extrusionOk="0">
                  <a:moveTo>
                    <a:pt x="0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4190875" y="2023500"/>
              <a:ext cx="148975" cy="93050"/>
            </a:xfrm>
            <a:custGeom>
              <a:avLst/>
              <a:gdLst/>
              <a:ahLst/>
              <a:cxnLst/>
              <a:rect l="l" t="t" r="r" b="b"/>
              <a:pathLst>
                <a:path w="5959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4302725" y="2023500"/>
              <a:ext cx="149525" cy="93050"/>
            </a:xfrm>
            <a:custGeom>
              <a:avLst/>
              <a:gdLst/>
              <a:ahLst/>
              <a:cxnLst/>
              <a:rect l="l" t="t" r="r" b="b"/>
              <a:pathLst>
                <a:path w="5981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2718075" y="2800150"/>
              <a:ext cx="276800" cy="172925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2925800" y="28001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0" y="0"/>
                  </a:moveTo>
                  <a:lnTo>
                    <a:pt x="6665" y="6916"/>
                  </a:lnTo>
                  <a:lnTo>
                    <a:pt x="11070" y="6916"/>
                  </a:lnTo>
                  <a:lnTo>
                    <a:pt x="4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3133500" y="28001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8" name="Google Shape;348;p5"/>
            <p:cNvSpPr/>
            <p:nvPr/>
          </p:nvSpPr>
          <p:spPr>
            <a:xfrm>
              <a:off x="3341775" y="2800150"/>
              <a:ext cx="276800" cy="172925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1" y="0"/>
                  </a:moveTo>
                  <a:lnTo>
                    <a:pt x="6643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9" name="Google Shape;349;p5"/>
            <p:cNvSpPr/>
            <p:nvPr/>
          </p:nvSpPr>
          <p:spPr>
            <a:xfrm>
              <a:off x="3549500" y="28001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0" y="0"/>
                  </a:moveTo>
                  <a:lnTo>
                    <a:pt x="6665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0" name="Google Shape;350;p5"/>
            <p:cNvSpPr/>
            <p:nvPr/>
          </p:nvSpPr>
          <p:spPr>
            <a:xfrm>
              <a:off x="3757200" y="28001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1" name="Google Shape;351;p5"/>
            <p:cNvSpPr/>
            <p:nvPr/>
          </p:nvSpPr>
          <p:spPr>
            <a:xfrm>
              <a:off x="6113925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2" name="Google Shape;352;p5"/>
            <p:cNvSpPr/>
            <p:nvPr/>
          </p:nvSpPr>
          <p:spPr>
            <a:xfrm>
              <a:off x="5906200" y="435450"/>
              <a:ext cx="276800" cy="172925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3" name="Google Shape;353;p5"/>
            <p:cNvSpPr/>
            <p:nvPr/>
          </p:nvSpPr>
          <p:spPr>
            <a:xfrm>
              <a:off x="5698500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4" name="Google Shape;354;p5"/>
            <p:cNvSpPr/>
            <p:nvPr/>
          </p:nvSpPr>
          <p:spPr>
            <a:xfrm>
              <a:off x="5490225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5282500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5074800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4867075" y="435450"/>
              <a:ext cx="276800" cy="172925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4658800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4853400" y="927325"/>
              <a:ext cx="143250" cy="155250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4940700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5028000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2" name="Google Shape;362;p5"/>
            <p:cNvSpPr/>
            <p:nvPr/>
          </p:nvSpPr>
          <p:spPr>
            <a:xfrm>
              <a:off x="5115300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52026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52899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53772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5465100" y="927325"/>
              <a:ext cx="143250" cy="155250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7" name="Google Shape;367;p5"/>
            <p:cNvSpPr/>
            <p:nvPr/>
          </p:nvSpPr>
          <p:spPr>
            <a:xfrm>
              <a:off x="5552425" y="927325"/>
              <a:ext cx="143250" cy="155250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8" name="Google Shape;368;p5"/>
            <p:cNvSpPr/>
            <p:nvPr/>
          </p:nvSpPr>
          <p:spPr>
            <a:xfrm>
              <a:off x="56397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57270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70" name="Google Shape;370;p5"/>
          <p:cNvGrpSpPr/>
          <p:nvPr/>
        </p:nvGrpSpPr>
        <p:grpSpPr>
          <a:xfrm>
            <a:off x="11677000" y="3638634"/>
            <a:ext cx="2069533" cy="4633533"/>
            <a:chOff x="327125" y="2375600"/>
            <a:chExt cx="1552150" cy="3475150"/>
          </a:xfrm>
        </p:grpSpPr>
        <p:sp>
          <p:nvSpPr>
            <p:cNvPr id="371" name="Google Shape;371;p5"/>
            <p:cNvSpPr/>
            <p:nvPr/>
          </p:nvSpPr>
          <p:spPr>
            <a:xfrm>
              <a:off x="531425" y="2394425"/>
              <a:ext cx="115850" cy="3456325"/>
            </a:xfrm>
            <a:custGeom>
              <a:avLst/>
              <a:gdLst/>
              <a:ahLst/>
              <a:cxnLst/>
              <a:rect l="l" t="t" r="r" b="b"/>
              <a:pathLst>
                <a:path w="4634" h="138253" fill="none" extrusionOk="0">
                  <a:moveTo>
                    <a:pt x="3150" y="138253"/>
                  </a:moveTo>
                  <a:lnTo>
                    <a:pt x="3150" y="54872"/>
                  </a:lnTo>
                  <a:lnTo>
                    <a:pt x="0" y="51722"/>
                  </a:lnTo>
                  <a:lnTo>
                    <a:pt x="0" y="28714"/>
                  </a:lnTo>
                  <a:lnTo>
                    <a:pt x="4634" y="24058"/>
                  </a:lnTo>
                  <a:lnTo>
                    <a:pt x="4634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627275" y="2375600"/>
              <a:ext cx="39975" cy="39950"/>
            </a:xfrm>
            <a:custGeom>
              <a:avLst/>
              <a:gdLst/>
              <a:ahLst/>
              <a:cxnLst/>
              <a:rect l="l" t="t" r="r" b="b"/>
              <a:pathLst>
                <a:path w="1599" h="1598" extrusionOk="0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56" y="1598"/>
                    <a:pt x="1599" y="1233"/>
                    <a:pt x="1599" y="799"/>
                  </a:cubicBezTo>
                  <a:cubicBezTo>
                    <a:pt x="1599" y="365"/>
                    <a:pt x="1256" y="0"/>
                    <a:pt x="80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347100" y="2923975"/>
              <a:ext cx="112450" cy="2344175"/>
            </a:xfrm>
            <a:custGeom>
              <a:avLst/>
              <a:gdLst/>
              <a:ahLst/>
              <a:cxnLst/>
              <a:rect l="l" t="t" r="r" b="b"/>
              <a:pathLst>
                <a:path w="4498" h="93767" fill="none" extrusionOk="0">
                  <a:moveTo>
                    <a:pt x="4497" y="93766"/>
                  </a:moveTo>
                  <a:lnTo>
                    <a:pt x="4497" y="50855"/>
                  </a:lnTo>
                  <a:lnTo>
                    <a:pt x="1" y="46358"/>
                  </a:lnTo>
                  <a:lnTo>
                    <a:pt x="1" y="0"/>
                  </a:lnTo>
                </a:path>
              </a:pathLst>
            </a:custGeom>
            <a:solidFill>
              <a:schemeClr val="accent1"/>
            </a:solidFill>
            <a:ln w="13125" cap="flat" cmpd="sng">
              <a:solidFill>
                <a:schemeClr val="accent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4" name="Google Shape;374;p5"/>
            <p:cNvSpPr/>
            <p:nvPr/>
          </p:nvSpPr>
          <p:spPr>
            <a:xfrm>
              <a:off x="327125" y="2904575"/>
              <a:ext cx="39975" cy="39950"/>
            </a:xfrm>
            <a:custGeom>
              <a:avLst/>
              <a:gdLst/>
              <a:ahLst/>
              <a:cxnLst/>
              <a:rect l="l" t="t" r="r" b="b"/>
              <a:pathLst>
                <a:path w="1599" h="1598" extrusionOk="0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55"/>
                    <a:pt x="366" y="1598"/>
                    <a:pt x="800" y="1598"/>
                  </a:cubicBezTo>
                  <a:cubicBezTo>
                    <a:pt x="1233" y="1598"/>
                    <a:pt x="1599" y="1255"/>
                    <a:pt x="1599" y="799"/>
                  </a:cubicBezTo>
                  <a:cubicBezTo>
                    <a:pt x="1599" y="365"/>
                    <a:pt x="1233" y="0"/>
                    <a:pt x="80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5" name="Google Shape;375;p5"/>
            <p:cNvSpPr/>
            <p:nvPr/>
          </p:nvSpPr>
          <p:spPr>
            <a:xfrm>
              <a:off x="347100" y="2676875"/>
              <a:ext cx="192900" cy="374375"/>
            </a:xfrm>
            <a:custGeom>
              <a:avLst/>
              <a:gdLst/>
              <a:ahLst/>
              <a:cxnLst/>
              <a:rect l="l" t="t" r="r" b="b"/>
              <a:pathLst>
                <a:path w="7716" h="14975" fill="none" extrusionOk="0">
                  <a:moveTo>
                    <a:pt x="1" y="14974"/>
                  </a:moveTo>
                  <a:lnTo>
                    <a:pt x="7716" y="7259"/>
                  </a:lnTo>
                  <a:lnTo>
                    <a:pt x="7716" y="1"/>
                  </a:lnTo>
                </a:path>
              </a:pathLst>
            </a:custGeom>
            <a:solidFill>
              <a:schemeClr val="accent1"/>
            </a:solidFill>
            <a:ln w="13125" cap="flat" cmpd="sng">
              <a:solidFill>
                <a:schemeClr val="accent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520000" y="265805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347100" y="4357400"/>
              <a:ext cx="25" cy="971225"/>
            </a:xfrm>
            <a:custGeom>
              <a:avLst/>
              <a:gdLst/>
              <a:ahLst/>
              <a:cxnLst/>
              <a:rect l="l" t="t" r="r" b="b"/>
              <a:pathLst>
                <a:path w="1" h="38849" fill="none" extrusionOk="0">
                  <a:moveTo>
                    <a:pt x="1" y="38849"/>
                  </a:move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327125" y="433855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33" y="1599"/>
                    <a:pt x="1599" y="1234"/>
                    <a:pt x="1599" y="800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690625" y="3227550"/>
              <a:ext cx="172925" cy="2083400"/>
            </a:xfrm>
            <a:custGeom>
              <a:avLst/>
              <a:gdLst/>
              <a:ahLst/>
              <a:cxnLst/>
              <a:rect l="l" t="t" r="r" b="b"/>
              <a:pathLst>
                <a:path w="6917" h="83336" fill="none" extrusionOk="0">
                  <a:moveTo>
                    <a:pt x="6917" y="83335"/>
                  </a:moveTo>
                  <a:lnTo>
                    <a:pt x="0" y="76396"/>
                  </a:lnTo>
                  <a:lnTo>
                    <a:pt x="0" y="15841"/>
                  </a:lnTo>
                  <a:lnTo>
                    <a:pt x="4954" y="10865"/>
                  </a:lnTo>
                  <a:lnTo>
                    <a:pt x="4954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0" name="Google Shape;380;p5"/>
            <p:cNvSpPr/>
            <p:nvPr/>
          </p:nvSpPr>
          <p:spPr>
            <a:xfrm>
              <a:off x="794475" y="320870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56" y="1599"/>
                    <a:pt x="1598" y="1234"/>
                    <a:pt x="1598" y="800"/>
                  </a:cubicBezTo>
                  <a:cubicBezTo>
                    <a:pt x="1598" y="343"/>
                    <a:pt x="1256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1" name="Google Shape;381;p5"/>
            <p:cNvSpPr/>
            <p:nvPr/>
          </p:nvSpPr>
          <p:spPr>
            <a:xfrm>
              <a:off x="776800" y="3899750"/>
              <a:ext cx="25" cy="1084800"/>
            </a:xfrm>
            <a:custGeom>
              <a:avLst/>
              <a:gdLst/>
              <a:ahLst/>
              <a:cxnLst/>
              <a:rect l="l" t="t" r="r" b="b"/>
              <a:pathLst>
                <a:path w="1" h="43392" fill="none" extrusionOk="0">
                  <a:moveTo>
                    <a:pt x="0" y="43391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756825" y="4963400"/>
              <a:ext cx="40525" cy="39975"/>
            </a:xfrm>
            <a:custGeom>
              <a:avLst/>
              <a:gdLst/>
              <a:ahLst/>
              <a:cxnLst/>
              <a:rect l="l" t="t" r="r" b="b"/>
              <a:pathLst>
                <a:path w="1621" h="1599" extrusionOk="0">
                  <a:moveTo>
                    <a:pt x="799" y="1"/>
                  </a:moveTo>
                  <a:cubicBezTo>
                    <a:pt x="365" y="1"/>
                    <a:pt x="0" y="366"/>
                    <a:pt x="0" y="800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800"/>
                  </a:cubicBezTo>
                  <a:cubicBezTo>
                    <a:pt x="1621" y="366"/>
                    <a:pt x="1256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756825" y="3880925"/>
              <a:ext cx="40525" cy="39950"/>
            </a:xfrm>
            <a:custGeom>
              <a:avLst/>
              <a:gdLst/>
              <a:ahLst/>
              <a:cxnLst/>
              <a:rect l="l" t="t" r="r" b="b"/>
              <a:pathLst>
                <a:path w="1621" h="1598" extrusionOk="0">
                  <a:moveTo>
                    <a:pt x="799" y="0"/>
                  </a:moveTo>
                  <a:cubicBezTo>
                    <a:pt x="365" y="0"/>
                    <a:pt x="0" y="342"/>
                    <a:pt x="0" y="799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799"/>
                  </a:cubicBezTo>
                  <a:cubicBezTo>
                    <a:pt x="1621" y="342"/>
                    <a:pt x="1256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861250" y="3692600"/>
              <a:ext cx="445675" cy="1618350"/>
            </a:xfrm>
            <a:custGeom>
              <a:avLst/>
              <a:gdLst/>
              <a:ahLst/>
              <a:cxnLst/>
              <a:rect l="l" t="t" r="r" b="b"/>
              <a:pathLst>
                <a:path w="17827" h="64734" fill="none" extrusionOk="0">
                  <a:moveTo>
                    <a:pt x="17827" y="64733"/>
                  </a:moveTo>
                  <a:lnTo>
                    <a:pt x="4314" y="51221"/>
                  </a:lnTo>
                  <a:lnTo>
                    <a:pt x="4314" y="28258"/>
                  </a:lnTo>
                  <a:lnTo>
                    <a:pt x="0" y="23944"/>
                  </a:lnTo>
                  <a:lnTo>
                    <a:pt x="0" y="1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841275" y="3673200"/>
              <a:ext cx="39975" cy="40550"/>
            </a:xfrm>
            <a:custGeom>
              <a:avLst/>
              <a:gdLst/>
              <a:ahLst/>
              <a:cxnLst/>
              <a:rect l="l" t="t" r="r" b="b"/>
              <a:pathLst>
                <a:path w="1599" h="1622" extrusionOk="0">
                  <a:moveTo>
                    <a:pt x="799" y="1"/>
                  </a:moveTo>
                  <a:cubicBezTo>
                    <a:pt x="343" y="1"/>
                    <a:pt x="0" y="366"/>
                    <a:pt x="0" y="800"/>
                  </a:cubicBezTo>
                  <a:cubicBezTo>
                    <a:pt x="0" y="1256"/>
                    <a:pt x="343" y="1621"/>
                    <a:pt x="799" y="1621"/>
                  </a:cubicBezTo>
                  <a:cubicBezTo>
                    <a:pt x="1233" y="1621"/>
                    <a:pt x="1598" y="1256"/>
                    <a:pt x="1598" y="800"/>
                  </a:cubicBezTo>
                  <a:cubicBezTo>
                    <a:pt x="1598" y="366"/>
                    <a:pt x="1233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6" name="Google Shape;386;p5"/>
            <p:cNvSpPr/>
            <p:nvPr/>
          </p:nvSpPr>
          <p:spPr>
            <a:xfrm>
              <a:off x="969100" y="4182200"/>
              <a:ext cx="174625" cy="556975"/>
            </a:xfrm>
            <a:custGeom>
              <a:avLst/>
              <a:gdLst/>
              <a:ahLst/>
              <a:cxnLst/>
              <a:rect l="l" t="t" r="r" b="b"/>
              <a:pathLst>
                <a:path w="6985" h="22279" fill="none" extrusionOk="0">
                  <a:moveTo>
                    <a:pt x="0" y="22278"/>
                  </a:moveTo>
                  <a:lnTo>
                    <a:pt x="6985" y="15294"/>
                  </a:lnTo>
                  <a:lnTo>
                    <a:pt x="6985" y="1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7" name="Google Shape;387;p5"/>
            <p:cNvSpPr/>
            <p:nvPr/>
          </p:nvSpPr>
          <p:spPr>
            <a:xfrm>
              <a:off x="1123725" y="4163375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43" y="1"/>
                    <a:pt x="1" y="343"/>
                    <a:pt x="1" y="799"/>
                  </a:cubicBezTo>
                  <a:cubicBezTo>
                    <a:pt x="1" y="1233"/>
                    <a:pt x="343" y="1598"/>
                    <a:pt x="800" y="1598"/>
                  </a:cubicBezTo>
                  <a:cubicBezTo>
                    <a:pt x="1233" y="1598"/>
                    <a:pt x="1599" y="1233"/>
                    <a:pt x="1599" y="799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1393075" y="4882950"/>
              <a:ext cx="25" cy="428000"/>
            </a:xfrm>
            <a:custGeom>
              <a:avLst/>
              <a:gdLst/>
              <a:ahLst/>
              <a:cxnLst/>
              <a:rect l="l" t="t" r="r" b="b"/>
              <a:pathLst>
                <a:path w="1" h="17120" fill="none" extrusionOk="0">
                  <a:moveTo>
                    <a:pt x="0" y="17119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1373100" y="4864125"/>
              <a:ext cx="39975" cy="39950"/>
            </a:xfrm>
            <a:custGeom>
              <a:avLst/>
              <a:gdLst/>
              <a:ahLst/>
              <a:cxnLst/>
              <a:rect l="l" t="t" r="r" b="b"/>
              <a:pathLst>
                <a:path w="1599" h="1598" extrusionOk="0">
                  <a:moveTo>
                    <a:pt x="799" y="0"/>
                  </a:moveTo>
                  <a:cubicBezTo>
                    <a:pt x="343" y="0"/>
                    <a:pt x="1" y="365"/>
                    <a:pt x="1" y="799"/>
                  </a:cubicBezTo>
                  <a:cubicBezTo>
                    <a:pt x="1" y="1233"/>
                    <a:pt x="343" y="1598"/>
                    <a:pt x="799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5"/>
                    <a:pt x="1233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1714900" y="4922900"/>
              <a:ext cx="164375" cy="388050"/>
            </a:xfrm>
            <a:custGeom>
              <a:avLst/>
              <a:gdLst/>
              <a:ahLst/>
              <a:cxnLst/>
              <a:rect l="l" t="t" r="r" b="b"/>
              <a:pathLst>
                <a:path w="6575" h="15522" fill="none" extrusionOk="0">
                  <a:moveTo>
                    <a:pt x="6575" y="15521"/>
                  </a:moveTo>
                  <a:lnTo>
                    <a:pt x="6575" y="6574"/>
                  </a:ln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1693800" y="4903475"/>
              <a:ext cx="43950" cy="40275"/>
            </a:xfrm>
            <a:custGeom>
              <a:avLst/>
              <a:gdLst/>
              <a:ahLst/>
              <a:cxnLst/>
              <a:rect l="l" t="t" r="r" b="b"/>
              <a:pathLst>
                <a:path w="1758" h="1611" extrusionOk="0">
                  <a:moveTo>
                    <a:pt x="868" y="1"/>
                  </a:moveTo>
                  <a:cubicBezTo>
                    <a:pt x="662" y="1"/>
                    <a:pt x="457" y="92"/>
                    <a:pt x="297" y="252"/>
                  </a:cubicBezTo>
                  <a:cubicBezTo>
                    <a:pt x="0" y="549"/>
                    <a:pt x="0" y="1074"/>
                    <a:pt x="297" y="1370"/>
                  </a:cubicBezTo>
                  <a:cubicBezTo>
                    <a:pt x="457" y="1530"/>
                    <a:pt x="662" y="1610"/>
                    <a:pt x="868" y="1610"/>
                  </a:cubicBezTo>
                  <a:cubicBezTo>
                    <a:pt x="1073" y="1610"/>
                    <a:pt x="1279" y="1530"/>
                    <a:pt x="1438" y="1370"/>
                  </a:cubicBezTo>
                  <a:cubicBezTo>
                    <a:pt x="1758" y="1074"/>
                    <a:pt x="1758" y="549"/>
                    <a:pt x="1438" y="252"/>
                  </a:cubicBezTo>
                  <a:cubicBezTo>
                    <a:pt x="1279" y="92"/>
                    <a:pt x="1073" y="1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92" name="Google Shape;392;p5"/>
          <p:cNvSpPr txBox="1">
            <a:spLocks noGrp="1"/>
          </p:cNvSpPr>
          <p:nvPr>
            <p:ph type="title"/>
          </p:nvPr>
        </p:nvSpPr>
        <p:spPr>
          <a:xfrm>
            <a:off x="960000" y="615833"/>
            <a:ext cx="10272000" cy="65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393" name="Google Shape;393;p5"/>
          <p:cNvSpPr txBox="1">
            <a:spLocks noGrp="1"/>
          </p:cNvSpPr>
          <p:nvPr>
            <p:ph type="subTitle" idx="1"/>
          </p:nvPr>
        </p:nvSpPr>
        <p:spPr>
          <a:xfrm>
            <a:off x="1621833" y="4690233"/>
            <a:ext cx="3591600" cy="140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394" name="Google Shape;394;p5"/>
          <p:cNvSpPr txBox="1">
            <a:spLocks noGrp="1"/>
          </p:cNvSpPr>
          <p:nvPr>
            <p:ph type="subTitle" idx="2"/>
          </p:nvPr>
        </p:nvSpPr>
        <p:spPr>
          <a:xfrm>
            <a:off x="6978800" y="4690233"/>
            <a:ext cx="3591600" cy="140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395" name="Google Shape;395;p5"/>
          <p:cNvSpPr txBox="1">
            <a:spLocks noGrp="1"/>
          </p:cNvSpPr>
          <p:nvPr>
            <p:ph type="title" idx="3"/>
          </p:nvPr>
        </p:nvSpPr>
        <p:spPr>
          <a:xfrm>
            <a:off x="1621800" y="3979700"/>
            <a:ext cx="3591600" cy="471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396" name="Google Shape;396;p5"/>
          <p:cNvSpPr txBox="1">
            <a:spLocks noGrp="1"/>
          </p:cNvSpPr>
          <p:nvPr>
            <p:ph type="title" idx="4"/>
          </p:nvPr>
        </p:nvSpPr>
        <p:spPr>
          <a:xfrm>
            <a:off x="6978800" y="3979700"/>
            <a:ext cx="3591600" cy="471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4503812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6"/>
          <p:cNvGrpSpPr/>
          <p:nvPr/>
        </p:nvGrpSpPr>
        <p:grpSpPr>
          <a:xfrm>
            <a:off x="4185714" y="-1710845"/>
            <a:ext cx="10592729" cy="3477492"/>
            <a:chOff x="3748885" y="-758409"/>
            <a:chExt cx="7944547" cy="2608119"/>
          </a:xfrm>
        </p:grpSpPr>
        <p:sp>
          <p:nvSpPr>
            <p:cNvPr id="399" name="Google Shape;399;p6"/>
            <p:cNvSpPr/>
            <p:nvPr/>
          </p:nvSpPr>
          <p:spPr>
            <a:xfrm>
              <a:off x="6227221" y="-646632"/>
              <a:ext cx="5466211" cy="1127132"/>
            </a:xfrm>
            <a:custGeom>
              <a:avLst/>
              <a:gdLst/>
              <a:ahLst/>
              <a:cxnLst/>
              <a:rect l="l" t="t" r="r" b="b"/>
              <a:pathLst>
                <a:path w="206136" h="44419" extrusionOk="0">
                  <a:moveTo>
                    <a:pt x="183" y="0"/>
                  </a:moveTo>
                  <a:cubicBezTo>
                    <a:pt x="91" y="0"/>
                    <a:pt x="0" y="92"/>
                    <a:pt x="0" y="206"/>
                  </a:cubicBezTo>
                  <a:cubicBezTo>
                    <a:pt x="0" y="297"/>
                    <a:pt x="91" y="388"/>
                    <a:pt x="183" y="388"/>
                  </a:cubicBezTo>
                  <a:lnTo>
                    <a:pt x="31887" y="388"/>
                  </a:lnTo>
                  <a:lnTo>
                    <a:pt x="54507" y="23031"/>
                  </a:lnTo>
                  <a:lnTo>
                    <a:pt x="101870" y="23031"/>
                  </a:lnTo>
                  <a:lnTo>
                    <a:pt x="123257" y="44418"/>
                  </a:lnTo>
                  <a:lnTo>
                    <a:pt x="205930" y="44418"/>
                  </a:lnTo>
                  <a:cubicBezTo>
                    <a:pt x="206044" y="44418"/>
                    <a:pt x="206136" y="44327"/>
                    <a:pt x="206136" y="44213"/>
                  </a:cubicBezTo>
                  <a:cubicBezTo>
                    <a:pt x="206136" y="44122"/>
                    <a:pt x="206044" y="44030"/>
                    <a:pt x="205930" y="44030"/>
                  </a:cubicBezTo>
                  <a:lnTo>
                    <a:pt x="123417" y="44030"/>
                  </a:lnTo>
                  <a:lnTo>
                    <a:pt x="102029" y="22643"/>
                  </a:lnTo>
                  <a:lnTo>
                    <a:pt x="54667" y="22643"/>
                  </a:lnTo>
                  <a:lnTo>
                    <a:pt x="320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0" name="Google Shape;400;p6"/>
            <p:cNvSpPr/>
            <p:nvPr/>
          </p:nvSpPr>
          <p:spPr>
            <a:xfrm>
              <a:off x="5068827" y="-472864"/>
              <a:ext cx="6393739" cy="1984325"/>
            </a:xfrm>
            <a:custGeom>
              <a:avLst/>
              <a:gdLst/>
              <a:ahLst/>
              <a:cxnLst/>
              <a:rect l="l" t="t" r="r" b="b"/>
              <a:pathLst>
                <a:path w="251970" h="78200" extrusionOk="0">
                  <a:moveTo>
                    <a:pt x="389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3"/>
                    <a:pt x="160" y="776"/>
                    <a:pt x="389" y="776"/>
                  </a:cubicBezTo>
                  <a:lnTo>
                    <a:pt x="66217" y="776"/>
                  </a:lnTo>
                  <a:lnTo>
                    <a:pt x="89179" y="23738"/>
                  </a:lnTo>
                  <a:lnTo>
                    <a:pt x="125197" y="23738"/>
                  </a:lnTo>
                  <a:lnTo>
                    <a:pt x="179659" y="78199"/>
                  </a:lnTo>
                  <a:lnTo>
                    <a:pt x="251581" y="78199"/>
                  </a:lnTo>
                  <a:cubicBezTo>
                    <a:pt x="251787" y="78199"/>
                    <a:pt x="251969" y="78040"/>
                    <a:pt x="251969" y="77834"/>
                  </a:cubicBezTo>
                  <a:cubicBezTo>
                    <a:pt x="251969" y="77606"/>
                    <a:pt x="251787" y="77446"/>
                    <a:pt x="251581" y="77446"/>
                  </a:cubicBezTo>
                  <a:lnTo>
                    <a:pt x="179978" y="77446"/>
                  </a:lnTo>
                  <a:lnTo>
                    <a:pt x="125517" y="22962"/>
                  </a:lnTo>
                  <a:lnTo>
                    <a:pt x="89499" y="22962"/>
                  </a:lnTo>
                  <a:lnTo>
                    <a:pt x="665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1" name="Google Shape;401;p6"/>
            <p:cNvSpPr/>
            <p:nvPr/>
          </p:nvSpPr>
          <p:spPr>
            <a:xfrm>
              <a:off x="5440673" y="120784"/>
              <a:ext cx="6252400" cy="1112085"/>
            </a:xfrm>
            <a:custGeom>
              <a:avLst/>
              <a:gdLst/>
              <a:ahLst/>
              <a:cxnLst/>
              <a:rect l="l" t="t" r="r" b="b"/>
              <a:pathLst>
                <a:path w="246400" h="43826" extrusionOk="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8"/>
                    <a:pt x="69" y="389"/>
                    <a:pt x="183" y="389"/>
                  </a:cubicBezTo>
                  <a:lnTo>
                    <a:pt x="61286" y="389"/>
                  </a:lnTo>
                  <a:lnTo>
                    <a:pt x="104723" y="43825"/>
                  </a:lnTo>
                  <a:lnTo>
                    <a:pt x="165210" y="43825"/>
                  </a:lnTo>
                  <a:lnTo>
                    <a:pt x="207414" y="1599"/>
                  </a:lnTo>
                  <a:lnTo>
                    <a:pt x="246217" y="1599"/>
                  </a:lnTo>
                  <a:cubicBezTo>
                    <a:pt x="246308" y="1599"/>
                    <a:pt x="246400" y="1507"/>
                    <a:pt x="246400" y="1416"/>
                  </a:cubicBezTo>
                  <a:cubicBezTo>
                    <a:pt x="246400" y="1302"/>
                    <a:pt x="246308" y="1233"/>
                    <a:pt x="246217" y="1233"/>
                  </a:cubicBezTo>
                  <a:lnTo>
                    <a:pt x="207254" y="1233"/>
                  </a:lnTo>
                  <a:lnTo>
                    <a:pt x="165050" y="43437"/>
                  </a:lnTo>
                  <a:lnTo>
                    <a:pt x="104883" y="43437"/>
                  </a:lnTo>
                  <a:lnTo>
                    <a:pt x="6144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2" name="Google Shape;402;p6"/>
            <p:cNvSpPr/>
            <p:nvPr/>
          </p:nvSpPr>
          <p:spPr>
            <a:xfrm>
              <a:off x="4735806" y="252861"/>
              <a:ext cx="6722117" cy="1533132"/>
            </a:xfrm>
            <a:custGeom>
              <a:avLst/>
              <a:gdLst/>
              <a:ahLst/>
              <a:cxnLst/>
              <a:rect l="l" t="t" r="r" b="b"/>
              <a:pathLst>
                <a:path w="264911" h="60419" extrusionOk="0">
                  <a:moveTo>
                    <a:pt x="183" y="0"/>
                  </a:moveTo>
                  <a:cubicBezTo>
                    <a:pt x="91" y="0"/>
                    <a:pt x="0" y="69"/>
                    <a:pt x="0" y="183"/>
                  </a:cubicBezTo>
                  <a:cubicBezTo>
                    <a:pt x="0" y="297"/>
                    <a:pt x="91" y="365"/>
                    <a:pt x="183" y="365"/>
                  </a:cubicBezTo>
                  <a:lnTo>
                    <a:pt x="57177" y="365"/>
                  </a:lnTo>
                  <a:lnTo>
                    <a:pt x="70941" y="14129"/>
                  </a:lnTo>
                  <a:lnTo>
                    <a:pt x="129214" y="14129"/>
                  </a:lnTo>
                  <a:lnTo>
                    <a:pt x="175504" y="60419"/>
                  </a:lnTo>
                  <a:lnTo>
                    <a:pt x="203419" y="60419"/>
                  </a:lnTo>
                  <a:lnTo>
                    <a:pt x="232316" y="31499"/>
                  </a:lnTo>
                  <a:lnTo>
                    <a:pt x="264705" y="31499"/>
                  </a:lnTo>
                  <a:cubicBezTo>
                    <a:pt x="264819" y="31499"/>
                    <a:pt x="264911" y="31430"/>
                    <a:pt x="264911" y="31316"/>
                  </a:cubicBezTo>
                  <a:cubicBezTo>
                    <a:pt x="264911" y="31225"/>
                    <a:pt x="264819" y="31134"/>
                    <a:pt x="264705" y="31134"/>
                  </a:cubicBezTo>
                  <a:lnTo>
                    <a:pt x="232156" y="31134"/>
                  </a:lnTo>
                  <a:lnTo>
                    <a:pt x="203259" y="60031"/>
                  </a:lnTo>
                  <a:lnTo>
                    <a:pt x="175664" y="60031"/>
                  </a:lnTo>
                  <a:lnTo>
                    <a:pt x="129374" y="13764"/>
                  </a:lnTo>
                  <a:lnTo>
                    <a:pt x="71101" y="13764"/>
                  </a:lnTo>
                  <a:lnTo>
                    <a:pt x="573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3" name="Google Shape;403;p6"/>
            <p:cNvSpPr/>
            <p:nvPr/>
          </p:nvSpPr>
          <p:spPr>
            <a:xfrm>
              <a:off x="3809085" y="-758409"/>
              <a:ext cx="1679673" cy="520720"/>
            </a:xfrm>
            <a:custGeom>
              <a:avLst/>
              <a:gdLst/>
              <a:ahLst/>
              <a:cxnLst/>
              <a:rect l="l" t="t" r="r" b="b"/>
              <a:pathLst>
                <a:path w="66194" h="20521" extrusionOk="0">
                  <a:moveTo>
                    <a:pt x="183" y="0"/>
                  </a:moveTo>
                  <a:cubicBezTo>
                    <a:pt x="92" y="0"/>
                    <a:pt x="1" y="91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5245" y="388"/>
                  </a:lnTo>
                  <a:lnTo>
                    <a:pt x="45377" y="20520"/>
                  </a:lnTo>
                  <a:lnTo>
                    <a:pt x="66011" y="20520"/>
                  </a:lnTo>
                  <a:cubicBezTo>
                    <a:pt x="66103" y="20520"/>
                    <a:pt x="66194" y="20429"/>
                    <a:pt x="66194" y="20337"/>
                  </a:cubicBezTo>
                  <a:cubicBezTo>
                    <a:pt x="66194" y="20223"/>
                    <a:pt x="66103" y="20132"/>
                    <a:pt x="66011" y="20132"/>
                  </a:cubicBezTo>
                  <a:lnTo>
                    <a:pt x="45537" y="20132"/>
                  </a:lnTo>
                  <a:lnTo>
                    <a:pt x="25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4" name="Google Shape;404;p6"/>
            <p:cNvSpPr/>
            <p:nvPr/>
          </p:nvSpPr>
          <p:spPr>
            <a:xfrm>
              <a:off x="3809085" y="-490830"/>
              <a:ext cx="993913" cy="458755"/>
            </a:xfrm>
            <a:custGeom>
              <a:avLst/>
              <a:gdLst/>
              <a:ahLst/>
              <a:cxnLst/>
              <a:rect l="l" t="t" r="r" b="b"/>
              <a:pathLst>
                <a:path w="39169" h="18079" extrusionOk="0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5" name="Google Shape;405;p6"/>
            <p:cNvSpPr/>
            <p:nvPr/>
          </p:nvSpPr>
          <p:spPr>
            <a:xfrm>
              <a:off x="9826894" y="1712989"/>
              <a:ext cx="136721" cy="136721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66"/>
                  </a:moveTo>
                  <a:cubicBezTo>
                    <a:pt x="3972" y="366"/>
                    <a:pt x="5022" y="1416"/>
                    <a:pt x="5022" y="2694"/>
                  </a:cubicBezTo>
                  <a:cubicBezTo>
                    <a:pt x="5022" y="3949"/>
                    <a:pt x="3972" y="4999"/>
                    <a:pt x="2694" y="4999"/>
                  </a:cubicBezTo>
                  <a:cubicBezTo>
                    <a:pt x="1416" y="4999"/>
                    <a:pt x="388" y="3949"/>
                    <a:pt x="388" y="2694"/>
                  </a:cubicBezTo>
                  <a:cubicBezTo>
                    <a:pt x="388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187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187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6" name="Google Shape;406;p6"/>
            <p:cNvSpPr/>
            <p:nvPr/>
          </p:nvSpPr>
          <p:spPr>
            <a:xfrm>
              <a:off x="9850645" y="1736740"/>
              <a:ext cx="89218" cy="88635"/>
            </a:xfrm>
            <a:custGeom>
              <a:avLst/>
              <a:gdLst/>
              <a:ahLst/>
              <a:cxnLst/>
              <a:rect l="l" t="t" r="r" b="b"/>
              <a:pathLst>
                <a:path w="3516" h="3493" extrusionOk="0">
                  <a:moveTo>
                    <a:pt x="1758" y="0"/>
                  </a:moveTo>
                  <a:cubicBezTo>
                    <a:pt x="799" y="0"/>
                    <a:pt x="0" y="776"/>
                    <a:pt x="0" y="1758"/>
                  </a:cubicBezTo>
                  <a:cubicBezTo>
                    <a:pt x="0" y="2717"/>
                    <a:pt x="799" y="3493"/>
                    <a:pt x="1758" y="3493"/>
                  </a:cubicBezTo>
                  <a:cubicBezTo>
                    <a:pt x="2739" y="3493"/>
                    <a:pt x="3515" y="2717"/>
                    <a:pt x="3515" y="1758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7" name="Google Shape;407;p6"/>
            <p:cNvSpPr/>
            <p:nvPr/>
          </p:nvSpPr>
          <p:spPr>
            <a:xfrm>
              <a:off x="8592628" y="81402"/>
              <a:ext cx="89218" cy="89219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1"/>
                  </a:moveTo>
                  <a:cubicBezTo>
                    <a:pt x="777" y="1"/>
                    <a:pt x="1" y="777"/>
                    <a:pt x="1" y="1758"/>
                  </a:cubicBezTo>
                  <a:cubicBezTo>
                    <a:pt x="1" y="2717"/>
                    <a:pt x="777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8" name="Google Shape;408;p6"/>
            <p:cNvSpPr/>
            <p:nvPr/>
          </p:nvSpPr>
          <p:spPr>
            <a:xfrm>
              <a:off x="10934893" y="789187"/>
              <a:ext cx="89218" cy="88635"/>
            </a:xfrm>
            <a:custGeom>
              <a:avLst/>
              <a:gdLst/>
              <a:ahLst/>
              <a:cxnLst/>
              <a:rect l="l" t="t" r="r" b="b"/>
              <a:pathLst>
                <a:path w="3516" h="3493" extrusionOk="0">
                  <a:moveTo>
                    <a:pt x="1758" y="0"/>
                  </a:moveTo>
                  <a:cubicBezTo>
                    <a:pt x="799" y="0"/>
                    <a:pt x="0" y="776"/>
                    <a:pt x="0" y="1735"/>
                  </a:cubicBezTo>
                  <a:cubicBezTo>
                    <a:pt x="0" y="2716"/>
                    <a:pt x="799" y="3493"/>
                    <a:pt x="1758" y="3493"/>
                  </a:cubicBezTo>
                  <a:cubicBezTo>
                    <a:pt x="2739" y="3493"/>
                    <a:pt x="3515" y="2716"/>
                    <a:pt x="3515" y="1735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9" name="Google Shape;409;p6"/>
            <p:cNvSpPr/>
            <p:nvPr/>
          </p:nvSpPr>
          <p:spPr>
            <a:xfrm>
              <a:off x="6100372" y="-709765"/>
              <a:ext cx="136721" cy="136721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2"/>
                    <a:pt x="3972" y="4999"/>
                    <a:pt x="2694" y="4999"/>
                  </a:cubicBezTo>
                  <a:cubicBezTo>
                    <a:pt x="1416" y="4999"/>
                    <a:pt x="366" y="3972"/>
                    <a:pt x="366" y="2694"/>
                  </a:cubicBezTo>
                  <a:cubicBezTo>
                    <a:pt x="366" y="1416"/>
                    <a:pt x="1416" y="366"/>
                    <a:pt x="2694" y="366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0" name="Google Shape;410;p6"/>
            <p:cNvSpPr/>
            <p:nvPr/>
          </p:nvSpPr>
          <p:spPr>
            <a:xfrm>
              <a:off x="6124123" y="-686014"/>
              <a:ext cx="88635" cy="89219"/>
            </a:xfrm>
            <a:custGeom>
              <a:avLst/>
              <a:gdLst/>
              <a:ahLst/>
              <a:cxnLst/>
              <a:rect l="l" t="t" r="r" b="b"/>
              <a:pathLst>
                <a:path w="3493" h="3516" extrusionOk="0">
                  <a:moveTo>
                    <a:pt x="1758" y="0"/>
                  </a:moveTo>
                  <a:cubicBezTo>
                    <a:pt x="776" y="0"/>
                    <a:pt x="0" y="776"/>
                    <a:pt x="0" y="1758"/>
                  </a:cubicBezTo>
                  <a:cubicBezTo>
                    <a:pt x="0" y="2717"/>
                    <a:pt x="776" y="3515"/>
                    <a:pt x="1758" y="3515"/>
                  </a:cubicBezTo>
                  <a:cubicBezTo>
                    <a:pt x="2716" y="3515"/>
                    <a:pt x="3493" y="2717"/>
                    <a:pt x="3493" y="1758"/>
                  </a:cubicBezTo>
                  <a:cubicBezTo>
                    <a:pt x="3493" y="776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6720105" y="-695276"/>
              <a:ext cx="107742" cy="107742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310" y="4246"/>
                    <a:pt x="4246" y="3287"/>
                    <a:pt x="4246" y="2123"/>
                  </a:cubicBezTo>
                  <a:cubicBezTo>
                    <a:pt x="4246" y="936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10327898" y="421401"/>
              <a:ext cx="107742" cy="107742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59" y="0"/>
                    <a:pt x="0" y="959"/>
                    <a:pt x="0" y="2123"/>
                  </a:cubicBezTo>
                  <a:cubicBezTo>
                    <a:pt x="0" y="3310"/>
                    <a:pt x="959" y="4246"/>
                    <a:pt x="2123" y="4246"/>
                  </a:cubicBezTo>
                  <a:cubicBezTo>
                    <a:pt x="3310" y="4246"/>
                    <a:pt x="4246" y="3310"/>
                    <a:pt x="4246" y="2123"/>
                  </a:cubicBezTo>
                  <a:cubicBezTo>
                    <a:pt x="4246" y="959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10136748" y="1466826"/>
              <a:ext cx="70695" cy="70695"/>
            </a:xfrm>
            <a:custGeom>
              <a:avLst/>
              <a:gdLst/>
              <a:ahLst/>
              <a:cxnLst/>
              <a:rect l="l" t="t" r="r" b="b"/>
              <a:pathLst>
                <a:path w="2786" h="2786" extrusionOk="0">
                  <a:moveTo>
                    <a:pt x="1393" y="1"/>
                  </a:moveTo>
                  <a:cubicBezTo>
                    <a:pt x="617" y="1"/>
                    <a:pt x="1" y="617"/>
                    <a:pt x="1" y="1393"/>
                  </a:cubicBezTo>
                  <a:cubicBezTo>
                    <a:pt x="1" y="2146"/>
                    <a:pt x="617" y="2786"/>
                    <a:pt x="1393" y="2786"/>
                  </a:cubicBezTo>
                  <a:cubicBezTo>
                    <a:pt x="2169" y="2786"/>
                    <a:pt x="2786" y="2146"/>
                    <a:pt x="2786" y="1393"/>
                  </a:cubicBezTo>
                  <a:cubicBezTo>
                    <a:pt x="2786" y="617"/>
                    <a:pt x="2169" y="1"/>
                    <a:pt x="1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8601890" y="1192877"/>
              <a:ext cx="70695" cy="70111"/>
            </a:xfrm>
            <a:custGeom>
              <a:avLst/>
              <a:gdLst/>
              <a:ahLst/>
              <a:cxnLst/>
              <a:rect l="l" t="t" r="r" b="b"/>
              <a:pathLst>
                <a:path w="2786" h="2763" extrusionOk="0">
                  <a:moveTo>
                    <a:pt x="1393" y="0"/>
                  </a:moveTo>
                  <a:cubicBezTo>
                    <a:pt x="617" y="0"/>
                    <a:pt x="1" y="617"/>
                    <a:pt x="1" y="1393"/>
                  </a:cubicBezTo>
                  <a:cubicBezTo>
                    <a:pt x="1" y="2146"/>
                    <a:pt x="617" y="2762"/>
                    <a:pt x="1393" y="2762"/>
                  </a:cubicBezTo>
                  <a:cubicBezTo>
                    <a:pt x="2169" y="2762"/>
                    <a:pt x="2786" y="2146"/>
                    <a:pt x="2786" y="1393"/>
                  </a:cubicBezTo>
                  <a:cubicBezTo>
                    <a:pt x="2786" y="617"/>
                    <a:pt x="2169" y="0"/>
                    <a:pt x="13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7411092" y="536655"/>
              <a:ext cx="141922" cy="141339"/>
            </a:xfrm>
            <a:custGeom>
              <a:avLst/>
              <a:gdLst/>
              <a:ahLst/>
              <a:cxnLst/>
              <a:rect l="l" t="t" r="r" b="b"/>
              <a:pathLst>
                <a:path w="5593" h="5570" extrusionOk="0">
                  <a:moveTo>
                    <a:pt x="2808" y="0"/>
                  </a:moveTo>
                  <a:cubicBezTo>
                    <a:pt x="1255" y="0"/>
                    <a:pt x="0" y="1233"/>
                    <a:pt x="0" y="2785"/>
                  </a:cubicBezTo>
                  <a:cubicBezTo>
                    <a:pt x="0" y="4314"/>
                    <a:pt x="1255" y="5570"/>
                    <a:pt x="2808" y="5570"/>
                  </a:cubicBezTo>
                  <a:cubicBezTo>
                    <a:pt x="4337" y="5570"/>
                    <a:pt x="5592" y="4314"/>
                    <a:pt x="5592" y="2785"/>
                  </a:cubicBezTo>
                  <a:cubicBezTo>
                    <a:pt x="5592" y="1233"/>
                    <a:pt x="4337" y="0"/>
                    <a:pt x="28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9285340" y="1156972"/>
              <a:ext cx="141922" cy="141922"/>
            </a:xfrm>
            <a:custGeom>
              <a:avLst/>
              <a:gdLst/>
              <a:ahLst/>
              <a:cxnLst/>
              <a:rect l="l" t="t" r="r" b="b"/>
              <a:pathLst>
                <a:path w="5593" h="5593" extrusionOk="0">
                  <a:moveTo>
                    <a:pt x="2785" y="0"/>
                  </a:moveTo>
                  <a:cubicBezTo>
                    <a:pt x="1256" y="0"/>
                    <a:pt x="1" y="1256"/>
                    <a:pt x="1" y="2808"/>
                  </a:cubicBezTo>
                  <a:cubicBezTo>
                    <a:pt x="1" y="4337"/>
                    <a:pt x="1256" y="5592"/>
                    <a:pt x="2785" y="5592"/>
                  </a:cubicBezTo>
                  <a:cubicBezTo>
                    <a:pt x="4338" y="5592"/>
                    <a:pt x="5593" y="4337"/>
                    <a:pt x="5593" y="2808"/>
                  </a:cubicBezTo>
                  <a:cubicBezTo>
                    <a:pt x="5593" y="1256"/>
                    <a:pt x="4338" y="0"/>
                    <a:pt x="27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7145822" y="-69174"/>
              <a:ext cx="66051" cy="66051"/>
            </a:xfrm>
            <a:custGeom>
              <a:avLst/>
              <a:gdLst/>
              <a:ahLst/>
              <a:cxnLst/>
              <a:rect l="l" t="t" r="r" b="b"/>
              <a:pathLst>
                <a:path w="2603" h="2603" extrusionOk="0">
                  <a:moveTo>
                    <a:pt x="1301" y="0"/>
                  </a:moveTo>
                  <a:cubicBezTo>
                    <a:pt x="594" y="0"/>
                    <a:pt x="0" y="571"/>
                    <a:pt x="0" y="1301"/>
                  </a:cubicBezTo>
                  <a:cubicBezTo>
                    <a:pt x="0" y="2009"/>
                    <a:pt x="594" y="2602"/>
                    <a:pt x="1301" y="2602"/>
                  </a:cubicBezTo>
                  <a:cubicBezTo>
                    <a:pt x="2009" y="2602"/>
                    <a:pt x="2602" y="2009"/>
                    <a:pt x="2602" y="1301"/>
                  </a:cubicBezTo>
                  <a:cubicBezTo>
                    <a:pt x="2602" y="571"/>
                    <a:pt x="2009" y="0"/>
                    <a:pt x="1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7338672" y="-341397"/>
              <a:ext cx="145982" cy="146566"/>
            </a:xfrm>
            <a:custGeom>
              <a:avLst/>
              <a:gdLst/>
              <a:ahLst/>
              <a:cxnLst/>
              <a:rect l="l" t="t" r="r" b="b"/>
              <a:pathLst>
                <a:path w="5753" h="5776" extrusionOk="0">
                  <a:moveTo>
                    <a:pt x="2877" y="388"/>
                  </a:moveTo>
                  <a:cubicBezTo>
                    <a:pt x="4246" y="388"/>
                    <a:pt x="5388" y="1507"/>
                    <a:pt x="5388" y="2899"/>
                  </a:cubicBezTo>
                  <a:cubicBezTo>
                    <a:pt x="5388" y="4269"/>
                    <a:pt x="4246" y="5410"/>
                    <a:pt x="2877" y="5410"/>
                  </a:cubicBezTo>
                  <a:cubicBezTo>
                    <a:pt x="1485" y="5410"/>
                    <a:pt x="366" y="4269"/>
                    <a:pt x="366" y="2899"/>
                  </a:cubicBezTo>
                  <a:cubicBezTo>
                    <a:pt x="366" y="1507"/>
                    <a:pt x="1485" y="388"/>
                    <a:pt x="2877" y="388"/>
                  </a:cubicBezTo>
                  <a:close/>
                  <a:moveTo>
                    <a:pt x="2877" y="0"/>
                  </a:moveTo>
                  <a:cubicBezTo>
                    <a:pt x="1279" y="0"/>
                    <a:pt x="1" y="1301"/>
                    <a:pt x="1" y="2899"/>
                  </a:cubicBezTo>
                  <a:cubicBezTo>
                    <a:pt x="1" y="4497"/>
                    <a:pt x="1279" y="5775"/>
                    <a:pt x="2877" y="5775"/>
                  </a:cubicBezTo>
                  <a:cubicBezTo>
                    <a:pt x="4475" y="5775"/>
                    <a:pt x="5753" y="4497"/>
                    <a:pt x="5753" y="2899"/>
                  </a:cubicBezTo>
                  <a:cubicBezTo>
                    <a:pt x="5753" y="1301"/>
                    <a:pt x="4475" y="0"/>
                    <a:pt x="2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7364174" y="-315336"/>
              <a:ext cx="95004" cy="94446"/>
            </a:xfrm>
            <a:custGeom>
              <a:avLst/>
              <a:gdLst/>
              <a:ahLst/>
              <a:cxnLst/>
              <a:rect l="l" t="t" r="r" b="b"/>
              <a:pathLst>
                <a:path w="3744" h="3722" extrusionOk="0">
                  <a:moveTo>
                    <a:pt x="1872" y="0"/>
                  </a:moveTo>
                  <a:cubicBezTo>
                    <a:pt x="845" y="0"/>
                    <a:pt x="0" y="845"/>
                    <a:pt x="0" y="1872"/>
                  </a:cubicBezTo>
                  <a:cubicBezTo>
                    <a:pt x="0" y="2899"/>
                    <a:pt x="845" y="3721"/>
                    <a:pt x="1872" y="3721"/>
                  </a:cubicBezTo>
                  <a:cubicBezTo>
                    <a:pt x="2899" y="3721"/>
                    <a:pt x="3744" y="2899"/>
                    <a:pt x="3744" y="1872"/>
                  </a:cubicBezTo>
                  <a:cubicBezTo>
                    <a:pt x="3744" y="845"/>
                    <a:pt x="2899" y="0"/>
                    <a:pt x="1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5743599" y="-296229"/>
              <a:ext cx="107742" cy="107768"/>
            </a:xfrm>
            <a:custGeom>
              <a:avLst/>
              <a:gdLst/>
              <a:ahLst/>
              <a:cxnLst/>
              <a:rect l="l" t="t" r="r" b="b"/>
              <a:pathLst>
                <a:path w="4246" h="4247" extrusionOk="0">
                  <a:moveTo>
                    <a:pt x="2123" y="1"/>
                  </a:moveTo>
                  <a:cubicBezTo>
                    <a:pt x="959" y="1"/>
                    <a:pt x="0" y="937"/>
                    <a:pt x="0" y="2123"/>
                  </a:cubicBezTo>
                  <a:cubicBezTo>
                    <a:pt x="0" y="3288"/>
                    <a:pt x="959" y="4246"/>
                    <a:pt x="2123" y="4246"/>
                  </a:cubicBezTo>
                  <a:cubicBezTo>
                    <a:pt x="3310" y="4246"/>
                    <a:pt x="4246" y="3288"/>
                    <a:pt x="4246" y="2123"/>
                  </a:cubicBezTo>
                  <a:cubicBezTo>
                    <a:pt x="4246" y="937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5430243" y="-296229"/>
              <a:ext cx="107768" cy="107768"/>
            </a:xfrm>
            <a:custGeom>
              <a:avLst/>
              <a:gdLst/>
              <a:ahLst/>
              <a:cxnLst/>
              <a:rect l="l" t="t" r="r" b="b"/>
              <a:pathLst>
                <a:path w="4247" h="4247" extrusionOk="0">
                  <a:moveTo>
                    <a:pt x="2123" y="1"/>
                  </a:moveTo>
                  <a:cubicBezTo>
                    <a:pt x="936" y="1"/>
                    <a:pt x="1" y="937"/>
                    <a:pt x="1" y="2123"/>
                  </a:cubicBezTo>
                  <a:cubicBezTo>
                    <a:pt x="1" y="3288"/>
                    <a:pt x="936" y="4246"/>
                    <a:pt x="2123" y="4246"/>
                  </a:cubicBezTo>
                  <a:cubicBezTo>
                    <a:pt x="3287" y="4246"/>
                    <a:pt x="4246" y="3288"/>
                    <a:pt x="4246" y="2123"/>
                  </a:cubicBezTo>
                  <a:cubicBezTo>
                    <a:pt x="4246" y="937"/>
                    <a:pt x="3287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4743317" y="-91199"/>
              <a:ext cx="107768" cy="107768"/>
            </a:xfrm>
            <a:custGeom>
              <a:avLst/>
              <a:gdLst/>
              <a:ahLst/>
              <a:cxnLst/>
              <a:rect l="l" t="t" r="r" b="b"/>
              <a:pathLst>
                <a:path w="4247" h="4247" extrusionOk="0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4288089" y="-539474"/>
              <a:ext cx="107742" cy="107742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7000423" y="-678478"/>
              <a:ext cx="73588" cy="74146"/>
            </a:xfrm>
            <a:custGeom>
              <a:avLst/>
              <a:gdLst/>
              <a:ahLst/>
              <a:cxnLst/>
              <a:rect l="l" t="t" r="r" b="b"/>
              <a:pathLst>
                <a:path w="2900" h="2922" extrusionOk="0">
                  <a:moveTo>
                    <a:pt x="1462" y="0"/>
                  </a:moveTo>
                  <a:cubicBezTo>
                    <a:pt x="640" y="0"/>
                    <a:pt x="1" y="639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1" y="2922"/>
                    <a:pt x="2900" y="2260"/>
                    <a:pt x="2900" y="1461"/>
                  </a:cubicBezTo>
                  <a:cubicBezTo>
                    <a:pt x="2900" y="639"/>
                    <a:pt x="2261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5041600" y="-500092"/>
              <a:ext cx="74171" cy="74146"/>
            </a:xfrm>
            <a:custGeom>
              <a:avLst/>
              <a:gdLst/>
              <a:ahLst/>
              <a:cxnLst/>
              <a:rect l="l" t="t" r="r" b="b"/>
              <a:pathLst>
                <a:path w="2923" h="2922" extrusionOk="0">
                  <a:moveTo>
                    <a:pt x="1462" y="0"/>
                  </a:moveTo>
                  <a:cubicBezTo>
                    <a:pt x="640" y="0"/>
                    <a:pt x="1" y="662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0" y="2922"/>
                    <a:pt x="2922" y="2260"/>
                    <a:pt x="2922" y="1461"/>
                  </a:cubicBezTo>
                  <a:cubicBezTo>
                    <a:pt x="2922" y="662"/>
                    <a:pt x="2260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8632010" y="121240"/>
              <a:ext cx="2335337" cy="717199"/>
            </a:xfrm>
            <a:custGeom>
              <a:avLst/>
              <a:gdLst/>
              <a:ahLst/>
              <a:cxnLst/>
              <a:rect l="l" t="t" r="r" b="b"/>
              <a:pathLst>
                <a:path w="92033" h="28264" extrusionOk="0">
                  <a:moveTo>
                    <a:pt x="206" y="0"/>
                  </a:moveTo>
                  <a:cubicBezTo>
                    <a:pt x="155" y="0"/>
                    <a:pt x="104" y="17"/>
                    <a:pt x="69" y="51"/>
                  </a:cubicBezTo>
                  <a:cubicBezTo>
                    <a:pt x="1" y="120"/>
                    <a:pt x="1" y="234"/>
                    <a:pt x="69" y="325"/>
                  </a:cubicBezTo>
                  <a:lnTo>
                    <a:pt x="28007" y="28263"/>
                  </a:lnTo>
                  <a:lnTo>
                    <a:pt x="91850" y="28263"/>
                  </a:lnTo>
                  <a:cubicBezTo>
                    <a:pt x="91941" y="28263"/>
                    <a:pt x="92032" y="28172"/>
                    <a:pt x="92032" y="28058"/>
                  </a:cubicBezTo>
                  <a:cubicBezTo>
                    <a:pt x="92032" y="27967"/>
                    <a:pt x="91941" y="27875"/>
                    <a:pt x="91850" y="27875"/>
                  </a:cubicBezTo>
                  <a:lnTo>
                    <a:pt x="28167" y="27875"/>
                  </a:lnTo>
                  <a:lnTo>
                    <a:pt x="343" y="51"/>
                  </a:lnTo>
                  <a:cubicBezTo>
                    <a:pt x="309" y="17"/>
                    <a:pt x="258" y="0"/>
                    <a:pt x="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7355470" y="170595"/>
              <a:ext cx="151793" cy="94446"/>
            </a:xfrm>
            <a:custGeom>
              <a:avLst/>
              <a:gdLst/>
              <a:ahLst/>
              <a:cxnLst/>
              <a:rect l="l" t="t" r="r" b="b"/>
              <a:pathLst>
                <a:path w="5982" h="3722" extrusionOk="0">
                  <a:moveTo>
                    <a:pt x="1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7469581" y="170595"/>
              <a:ext cx="151184" cy="94446"/>
            </a:xfrm>
            <a:custGeom>
              <a:avLst/>
              <a:gdLst/>
              <a:ahLst/>
              <a:cxnLst/>
              <a:rect l="l" t="t" r="r" b="b"/>
              <a:pathLst>
                <a:path w="5958" h="3722" extrusionOk="0">
                  <a:moveTo>
                    <a:pt x="0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7583109" y="170595"/>
              <a:ext cx="151768" cy="94446"/>
            </a:xfrm>
            <a:custGeom>
              <a:avLst/>
              <a:gdLst/>
              <a:ahLst/>
              <a:cxnLst/>
              <a:rect l="l" t="t" r="r" b="b"/>
              <a:pathLst>
                <a:path w="5981" h="3722" extrusionOk="0">
                  <a:moveTo>
                    <a:pt x="0" y="1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7697195" y="170595"/>
              <a:ext cx="151210" cy="94446"/>
            </a:xfrm>
            <a:custGeom>
              <a:avLst/>
              <a:gdLst/>
              <a:ahLst/>
              <a:cxnLst/>
              <a:rect l="l" t="t" r="r" b="b"/>
              <a:pathLst>
                <a:path w="5959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7810723" y="170595"/>
              <a:ext cx="151184" cy="94446"/>
            </a:xfrm>
            <a:custGeom>
              <a:avLst/>
              <a:gdLst/>
              <a:ahLst/>
              <a:cxnLst/>
              <a:rect l="l" t="t" r="r" b="b"/>
              <a:pathLst>
                <a:path w="5958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7924251" y="170595"/>
              <a:ext cx="151768" cy="94446"/>
            </a:xfrm>
            <a:custGeom>
              <a:avLst/>
              <a:gdLst/>
              <a:ahLst/>
              <a:cxnLst/>
              <a:rect l="l" t="t" r="r" b="b"/>
              <a:pathLst>
                <a:path w="5981" h="3722" extrusionOk="0">
                  <a:moveTo>
                    <a:pt x="0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8038337" y="170595"/>
              <a:ext cx="151210" cy="94446"/>
            </a:xfrm>
            <a:custGeom>
              <a:avLst/>
              <a:gdLst/>
              <a:ahLst/>
              <a:cxnLst/>
              <a:rect l="l" t="t" r="r" b="b"/>
              <a:pathLst>
                <a:path w="5959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8151864" y="170595"/>
              <a:ext cx="151768" cy="94446"/>
            </a:xfrm>
            <a:custGeom>
              <a:avLst/>
              <a:gdLst/>
              <a:ahLst/>
              <a:cxnLst/>
              <a:rect l="l" t="t" r="r" b="b"/>
              <a:pathLst>
                <a:path w="5981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6543445" y="958895"/>
              <a:ext cx="280952" cy="175519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6754286" y="958895"/>
              <a:ext cx="280927" cy="175519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0" y="0"/>
                  </a:moveTo>
                  <a:lnTo>
                    <a:pt x="6665" y="6916"/>
                  </a:lnTo>
                  <a:lnTo>
                    <a:pt x="11070" y="6916"/>
                  </a:lnTo>
                  <a:lnTo>
                    <a:pt x="4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6965101" y="958895"/>
              <a:ext cx="280927" cy="175519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7176500" y="958895"/>
              <a:ext cx="280952" cy="175519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1" y="0"/>
                  </a:moveTo>
                  <a:lnTo>
                    <a:pt x="6643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7387341" y="958895"/>
              <a:ext cx="280927" cy="175519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0" y="0"/>
                  </a:moveTo>
                  <a:lnTo>
                    <a:pt x="6665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7598157" y="958895"/>
              <a:ext cx="280927" cy="175519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3748885" y="-197980"/>
              <a:ext cx="993913" cy="458755"/>
            </a:xfrm>
            <a:custGeom>
              <a:avLst/>
              <a:gdLst/>
              <a:ahLst/>
              <a:cxnLst/>
              <a:rect l="l" t="t" r="r" b="b"/>
              <a:pathLst>
                <a:path w="39169" h="18079" extrusionOk="0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4708100" y="215949"/>
              <a:ext cx="69046" cy="69077"/>
            </a:xfrm>
            <a:custGeom>
              <a:avLst/>
              <a:gdLst/>
              <a:ahLst/>
              <a:cxnLst/>
              <a:rect l="l" t="t" r="r" b="b"/>
              <a:pathLst>
                <a:path w="4247" h="4247" extrusionOk="0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43" name="Google Shape;443;p6"/>
          <p:cNvSpPr txBox="1">
            <a:spLocks noGrp="1"/>
          </p:cNvSpPr>
          <p:nvPr>
            <p:ph type="title"/>
          </p:nvPr>
        </p:nvSpPr>
        <p:spPr>
          <a:xfrm>
            <a:off x="960000" y="615833"/>
            <a:ext cx="10272000" cy="65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grpSp>
        <p:nvGrpSpPr>
          <p:cNvPr id="444" name="Google Shape;444;p6"/>
          <p:cNvGrpSpPr/>
          <p:nvPr/>
        </p:nvGrpSpPr>
        <p:grpSpPr>
          <a:xfrm flipH="1">
            <a:off x="-1408900" y="4741267"/>
            <a:ext cx="2069533" cy="4633533"/>
            <a:chOff x="327125" y="2375600"/>
            <a:chExt cx="1552150" cy="3475150"/>
          </a:xfrm>
        </p:grpSpPr>
        <p:sp>
          <p:nvSpPr>
            <p:cNvPr id="445" name="Google Shape;445;p6"/>
            <p:cNvSpPr/>
            <p:nvPr/>
          </p:nvSpPr>
          <p:spPr>
            <a:xfrm>
              <a:off x="531425" y="2394425"/>
              <a:ext cx="115850" cy="3456325"/>
            </a:xfrm>
            <a:custGeom>
              <a:avLst/>
              <a:gdLst/>
              <a:ahLst/>
              <a:cxnLst/>
              <a:rect l="l" t="t" r="r" b="b"/>
              <a:pathLst>
                <a:path w="4634" h="138253" fill="none" extrusionOk="0">
                  <a:moveTo>
                    <a:pt x="3150" y="138253"/>
                  </a:moveTo>
                  <a:lnTo>
                    <a:pt x="3150" y="54872"/>
                  </a:lnTo>
                  <a:lnTo>
                    <a:pt x="0" y="51722"/>
                  </a:lnTo>
                  <a:lnTo>
                    <a:pt x="0" y="28714"/>
                  </a:lnTo>
                  <a:lnTo>
                    <a:pt x="4634" y="24058"/>
                  </a:lnTo>
                  <a:lnTo>
                    <a:pt x="4634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627275" y="2375600"/>
              <a:ext cx="39975" cy="39950"/>
            </a:xfrm>
            <a:custGeom>
              <a:avLst/>
              <a:gdLst/>
              <a:ahLst/>
              <a:cxnLst/>
              <a:rect l="l" t="t" r="r" b="b"/>
              <a:pathLst>
                <a:path w="1599" h="1598" extrusionOk="0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56" y="1598"/>
                    <a:pt x="1599" y="1233"/>
                    <a:pt x="1599" y="799"/>
                  </a:cubicBezTo>
                  <a:cubicBezTo>
                    <a:pt x="1599" y="365"/>
                    <a:pt x="1256" y="0"/>
                    <a:pt x="80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347100" y="2923975"/>
              <a:ext cx="112450" cy="2344175"/>
            </a:xfrm>
            <a:custGeom>
              <a:avLst/>
              <a:gdLst/>
              <a:ahLst/>
              <a:cxnLst/>
              <a:rect l="l" t="t" r="r" b="b"/>
              <a:pathLst>
                <a:path w="4498" h="93767" fill="none" extrusionOk="0">
                  <a:moveTo>
                    <a:pt x="4497" y="93766"/>
                  </a:moveTo>
                  <a:lnTo>
                    <a:pt x="4497" y="50855"/>
                  </a:lnTo>
                  <a:lnTo>
                    <a:pt x="1" y="46358"/>
                  </a:lnTo>
                  <a:lnTo>
                    <a:pt x="1" y="0"/>
                  </a:lnTo>
                </a:path>
              </a:pathLst>
            </a:custGeom>
            <a:solidFill>
              <a:schemeClr val="accent1"/>
            </a:solidFill>
            <a:ln w="13125" cap="flat" cmpd="sng">
              <a:solidFill>
                <a:schemeClr val="accent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8" name="Google Shape;448;p6"/>
            <p:cNvSpPr/>
            <p:nvPr/>
          </p:nvSpPr>
          <p:spPr>
            <a:xfrm>
              <a:off x="327125" y="2904575"/>
              <a:ext cx="39975" cy="39950"/>
            </a:xfrm>
            <a:custGeom>
              <a:avLst/>
              <a:gdLst/>
              <a:ahLst/>
              <a:cxnLst/>
              <a:rect l="l" t="t" r="r" b="b"/>
              <a:pathLst>
                <a:path w="1599" h="1598" extrusionOk="0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55"/>
                    <a:pt x="366" y="1598"/>
                    <a:pt x="800" y="1598"/>
                  </a:cubicBezTo>
                  <a:cubicBezTo>
                    <a:pt x="1233" y="1598"/>
                    <a:pt x="1599" y="1255"/>
                    <a:pt x="1599" y="799"/>
                  </a:cubicBezTo>
                  <a:cubicBezTo>
                    <a:pt x="1599" y="365"/>
                    <a:pt x="1233" y="0"/>
                    <a:pt x="80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9" name="Google Shape;449;p6"/>
            <p:cNvSpPr/>
            <p:nvPr/>
          </p:nvSpPr>
          <p:spPr>
            <a:xfrm>
              <a:off x="347100" y="2676875"/>
              <a:ext cx="192900" cy="374375"/>
            </a:xfrm>
            <a:custGeom>
              <a:avLst/>
              <a:gdLst/>
              <a:ahLst/>
              <a:cxnLst/>
              <a:rect l="l" t="t" r="r" b="b"/>
              <a:pathLst>
                <a:path w="7716" h="14975" fill="none" extrusionOk="0">
                  <a:moveTo>
                    <a:pt x="1" y="14974"/>
                  </a:moveTo>
                  <a:lnTo>
                    <a:pt x="7716" y="7259"/>
                  </a:lnTo>
                  <a:lnTo>
                    <a:pt x="7716" y="1"/>
                  </a:lnTo>
                </a:path>
              </a:pathLst>
            </a:custGeom>
            <a:solidFill>
              <a:schemeClr val="accent1"/>
            </a:solidFill>
            <a:ln w="13125" cap="flat" cmpd="sng">
              <a:solidFill>
                <a:schemeClr val="accent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0" name="Google Shape;450;p6"/>
            <p:cNvSpPr/>
            <p:nvPr/>
          </p:nvSpPr>
          <p:spPr>
            <a:xfrm>
              <a:off x="520000" y="265805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1" name="Google Shape;451;p6"/>
            <p:cNvSpPr/>
            <p:nvPr/>
          </p:nvSpPr>
          <p:spPr>
            <a:xfrm>
              <a:off x="347100" y="4357400"/>
              <a:ext cx="25" cy="971225"/>
            </a:xfrm>
            <a:custGeom>
              <a:avLst/>
              <a:gdLst/>
              <a:ahLst/>
              <a:cxnLst/>
              <a:rect l="l" t="t" r="r" b="b"/>
              <a:pathLst>
                <a:path w="1" h="38849" fill="none" extrusionOk="0">
                  <a:moveTo>
                    <a:pt x="1" y="38849"/>
                  </a:move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327125" y="433855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33" y="1599"/>
                    <a:pt x="1599" y="1234"/>
                    <a:pt x="1599" y="800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690625" y="3227550"/>
              <a:ext cx="172925" cy="2083400"/>
            </a:xfrm>
            <a:custGeom>
              <a:avLst/>
              <a:gdLst/>
              <a:ahLst/>
              <a:cxnLst/>
              <a:rect l="l" t="t" r="r" b="b"/>
              <a:pathLst>
                <a:path w="6917" h="83336" fill="none" extrusionOk="0">
                  <a:moveTo>
                    <a:pt x="6917" y="83335"/>
                  </a:moveTo>
                  <a:lnTo>
                    <a:pt x="0" y="76396"/>
                  </a:lnTo>
                  <a:lnTo>
                    <a:pt x="0" y="15841"/>
                  </a:lnTo>
                  <a:lnTo>
                    <a:pt x="4954" y="10865"/>
                  </a:lnTo>
                  <a:lnTo>
                    <a:pt x="4954" y="0"/>
                  </a:lnTo>
                </a:path>
              </a:pathLst>
            </a:custGeom>
            <a:solidFill>
              <a:schemeClr val="accent1"/>
            </a:solidFill>
            <a:ln w="13125" cap="flat" cmpd="sng">
              <a:solidFill>
                <a:schemeClr val="accent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794475" y="320870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56" y="1599"/>
                    <a:pt x="1598" y="1234"/>
                    <a:pt x="1598" y="800"/>
                  </a:cubicBezTo>
                  <a:cubicBezTo>
                    <a:pt x="1598" y="343"/>
                    <a:pt x="1256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776800" y="3899750"/>
              <a:ext cx="25" cy="1084800"/>
            </a:xfrm>
            <a:custGeom>
              <a:avLst/>
              <a:gdLst/>
              <a:ahLst/>
              <a:cxnLst/>
              <a:rect l="l" t="t" r="r" b="b"/>
              <a:pathLst>
                <a:path w="1" h="43392" fill="none" extrusionOk="0">
                  <a:moveTo>
                    <a:pt x="0" y="43391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756825" y="4963400"/>
              <a:ext cx="40525" cy="39975"/>
            </a:xfrm>
            <a:custGeom>
              <a:avLst/>
              <a:gdLst/>
              <a:ahLst/>
              <a:cxnLst/>
              <a:rect l="l" t="t" r="r" b="b"/>
              <a:pathLst>
                <a:path w="1621" h="1599" extrusionOk="0">
                  <a:moveTo>
                    <a:pt x="799" y="1"/>
                  </a:moveTo>
                  <a:cubicBezTo>
                    <a:pt x="365" y="1"/>
                    <a:pt x="0" y="366"/>
                    <a:pt x="0" y="800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800"/>
                  </a:cubicBezTo>
                  <a:cubicBezTo>
                    <a:pt x="1621" y="366"/>
                    <a:pt x="1256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756825" y="3880925"/>
              <a:ext cx="40525" cy="39950"/>
            </a:xfrm>
            <a:custGeom>
              <a:avLst/>
              <a:gdLst/>
              <a:ahLst/>
              <a:cxnLst/>
              <a:rect l="l" t="t" r="r" b="b"/>
              <a:pathLst>
                <a:path w="1621" h="1598" extrusionOk="0">
                  <a:moveTo>
                    <a:pt x="799" y="0"/>
                  </a:moveTo>
                  <a:cubicBezTo>
                    <a:pt x="365" y="0"/>
                    <a:pt x="0" y="342"/>
                    <a:pt x="0" y="799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799"/>
                  </a:cubicBezTo>
                  <a:cubicBezTo>
                    <a:pt x="1621" y="342"/>
                    <a:pt x="1256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861250" y="3692600"/>
              <a:ext cx="445675" cy="1618350"/>
            </a:xfrm>
            <a:custGeom>
              <a:avLst/>
              <a:gdLst/>
              <a:ahLst/>
              <a:cxnLst/>
              <a:rect l="l" t="t" r="r" b="b"/>
              <a:pathLst>
                <a:path w="17827" h="64734" fill="none" extrusionOk="0">
                  <a:moveTo>
                    <a:pt x="17827" y="64733"/>
                  </a:moveTo>
                  <a:lnTo>
                    <a:pt x="4314" y="51221"/>
                  </a:lnTo>
                  <a:lnTo>
                    <a:pt x="4314" y="28258"/>
                  </a:lnTo>
                  <a:lnTo>
                    <a:pt x="0" y="23944"/>
                  </a:lnTo>
                  <a:lnTo>
                    <a:pt x="0" y="1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841275" y="3673200"/>
              <a:ext cx="39975" cy="40550"/>
            </a:xfrm>
            <a:custGeom>
              <a:avLst/>
              <a:gdLst/>
              <a:ahLst/>
              <a:cxnLst/>
              <a:rect l="l" t="t" r="r" b="b"/>
              <a:pathLst>
                <a:path w="1599" h="1622" extrusionOk="0">
                  <a:moveTo>
                    <a:pt x="799" y="1"/>
                  </a:moveTo>
                  <a:cubicBezTo>
                    <a:pt x="343" y="1"/>
                    <a:pt x="0" y="366"/>
                    <a:pt x="0" y="800"/>
                  </a:cubicBezTo>
                  <a:cubicBezTo>
                    <a:pt x="0" y="1256"/>
                    <a:pt x="343" y="1621"/>
                    <a:pt x="799" y="1621"/>
                  </a:cubicBezTo>
                  <a:cubicBezTo>
                    <a:pt x="1233" y="1621"/>
                    <a:pt x="1598" y="1256"/>
                    <a:pt x="1598" y="800"/>
                  </a:cubicBezTo>
                  <a:cubicBezTo>
                    <a:pt x="1598" y="366"/>
                    <a:pt x="1233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969100" y="4182200"/>
              <a:ext cx="174625" cy="556975"/>
            </a:xfrm>
            <a:custGeom>
              <a:avLst/>
              <a:gdLst/>
              <a:ahLst/>
              <a:cxnLst/>
              <a:rect l="l" t="t" r="r" b="b"/>
              <a:pathLst>
                <a:path w="6985" h="22279" fill="none" extrusionOk="0">
                  <a:moveTo>
                    <a:pt x="0" y="22278"/>
                  </a:moveTo>
                  <a:lnTo>
                    <a:pt x="6985" y="15294"/>
                  </a:lnTo>
                  <a:lnTo>
                    <a:pt x="6985" y="1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1" name="Google Shape;461;p6"/>
            <p:cNvSpPr/>
            <p:nvPr/>
          </p:nvSpPr>
          <p:spPr>
            <a:xfrm>
              <a:off x="1123725" y="4163375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43" y="1"/>
                    <a:pt x="1" y="343"/>
                    <a:pt x="1" y="799"/>
                  </a:cubicBezTo>
                  <a:cubicBezTo>
                    <a:pt x="1" y="1233"/>
                    <a:pt x="343" y="1598"/>
                    <a:pt x="800" y="1598"/>
                  </a:cubicBezTo>
                  <a:cubicBezTo>
                    <a:pt x="1233" y="1598"/>
                    <a:pt x="1599" y="1233"/>
                    <a:pt x="1599" y="799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1393075" y="4882950"/>
              <a:ext cx="25" cy="428000"/>
            </a:xfrm>
            <a:custGeom>
              <a:avLst/>
              <a:gdLst/>
              <a:ahLst/>
              <a:cxnLst/>
              <a:rect l="l" t="t" r="r" b="b"/>
              <a:pathLst>
                <a:path w="1" h="17120" fill="none" extrusionOk="0">
                  <a:moveTo>
                    <a:pt x="0" y="17119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3" name="Google Shape;463;p6"/>
            <p:cNvSpPr/>
            <p:nvPr/>
          </p:nvSpPr>
          <p:spPr>
            <a:xfrm>
              <a:off x="1373100" y="4864125"/>
              <a:ext cx="39975" cy="39950"/>
            </a:xfrm>
            <a:custGeom>
              <a:avLst/>
              <a:gdLst/>
              <a:ahLst/>
              <a:cxnLst/>
              <a:rect l="l" t="t" r="r" b="b"/>
              <a:pathLst>
                <a:path w="1599" h="1598" extrusionOk="0">
                  <a:moveTo>
                    <a:pt x="799" y="0"/>
                  </a:moveTo>
                  <a:cubicBezTo>
                    <a:pt x="343" y="0"/>
                    <a:pt x="1" y="365"/>
                    <a:pt x="1" y="799"/>
                  </a:cubicBezTo>
                  <a:cubicBezTo>
                    <a:pt x="1" y="1233"/>
                    <a:pt x="343" y="1598"/>
                    <a:pt x="799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5"/>
                    <a:pt x="1233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4" name="Google Shape;464;p6"/>
            <p:cNvSpPr/>
            <p:nvPr/>
          </p:nvSpPr>
          <p:spPr>
            <a:xfrm>
              <a:off x="1714900" y="4922900"/>
              <a:ext cx="164375" cy="388050"/>
            </a:xfrm>
            <a:custGeom>
              <a:avLst/>
              <a:gdLst/>
              <a:ahLst/>
              <a:cxnLst/>
              <a:rect l="l" t="t" r="r" b="b"/>
              <a:pathLst>
                <a:path w="6575" h="15522" fill="none" extrusionOk="0">
                  <a:moveTo>
                    <a:pt x="6575" y="15521"/>
                  </a:moveTo>
                  <a:lnTo>
                    <a:pt x="6575" y="6574"/>
                  </a:ln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5" name="Google Shape;465;p6"/>
            <p:cNvSpPr/>
            <p:nvPr/>
          </p:nvSpPr>
          <p:spPr>
            <a:xfrm>
              <a:off x="1693800" y="4903475"/>
              <a:ext cx="43950" cy="40275"/>
            </a:xfrm>
            <a:custGeom>
              <a:avLst/>
              <a:gdLst/>
              <a:ahLst/>
              <a:cxnLst/>
              <a:rect l="l" t="t" r="r" b="b"/>
              <a:pathLst>
                <a:path w="1758" h="1611" extrusionOk="0">
                  <a:moveTo>
                    <a:pt x="868" y="1"/>
                  </a:moveTo>
                  <a:cubicBezTo>
                    <a:pt x="662" y="1"/>
                    <a:pt x="457" y="92"/>
                    <a:pt x="297" y="252"/>
                  </a:cubicBezTo>
                  <a:cubicBezTo>
                    <a:pt x="0" y="549"/>
                    <a:pt x="0" y="1074"/>
                    <a:pt x="297" y="1370"/>
                  </a:cubicBezTo>
                  <a:cubicBezTo>
                    <a:pt x="457" y="1530"/>
                    <a:pt x="662" y="1610"/>
                    <a:pt x="868" y="1610"/>
                  </a:cubicBezTo>
                  <a:cubicBezTo>
                    <a:pt x="1073" y="1610"/>
                    <a:pt x="1279" y="1530"/>
                    <a:pt x="1438" y="1370"/>
                  </a:cubicBezTo>
                  <a:cubicBezTo>
                    <a:pt x="1758" y="1074"/>
                    <a:pt x="1758" y="549"/>
                    <a:pt x="1438" y="252"/>
                  </a:cubicBezTo>
                  <a:cubicBezTo>
                    <a:pt x="1279" y="92"/>
                    <a:pt x="1073" y="1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17143145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7" name="Google Shape;467;p7"/>
          <p:cNvGrpSpPr/>
          <p:nvPr/>
        </p:nvGrpSpPr>
        <p:grpSpPr>
          <a:xfrm rot="5400000">
            <a:off x="5945001" y="436734"/>
            <a:ext cx="54033" cy="1471500"/>
            <a:chOff x="4289175" y="3929550"/>
            <a:chExt cx="40525" cy="1103625"/>
          </a:xfrm>
        </p:grpSpPr>
        <p:sp>
          <p:nvSpPr>
            <p:cNvPr id="468" name="Google Shape;468;p7"/>
            <p:cNvSpPr/>
            <p:nvPr/>
          </p:nvSpPr>
          <p:spPr>
            <a:xfrm>
              <a:off x="4309150" y="3948375"/>
              <a:ext cx="25" cy="1084800"/>
            </a:xfrm>
            <a:custGeom>
              <a:avLst/>
              <a:gdLst/>
              <a:ahLst/>
              <a:cxnLst/>
              <a:rect l="l" t="t" r="r" b="b"/>
              <a:pathLst>
                <a:path w="1" h="43392" fill="none" extrusionOk="0">
                  <a:moveTo>
                    <a:pt x="0" y="43391"/>
                  </a:move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9" name="Google Shape;469;p7"/>
            <p:cNvSpPr/>
            <p:nvPr/>
          </p:nvSpPr>
          <p:spPr>
            <a:xfrm>
              <a:off x="4289175" y="3929550"/>
              <a:ext cx="40525" cy="39950"/>
            </a:xfrm>
            <a:custGeom>
              <a:avLst/>
              <a:gdLst/>
              <a:ahLst/>
              <a:cxnLst/>
              <a:rect l="l" t="t" r="r" b="b"/>
              <a:pathLst>
                <a:path w="1621" h="1598" extrusionOk="0">
                  <a:moveTo>
                    <a:pt x="799" y="0"/>
                  </a:moveTo>
                  <a:cubicBezTo>
                    <a:pt x="365" y="0"/>
                    <a:pt x="0" y="342"/>
                    <a:pt x="0" y="799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799"/>
                  </a:cubicBezTo>
                  <a:cubicBezTo>
                    <a:pt x="1621" y="342"/>
                    <a:pt x="1256" y="0"/>
                    <a:pt x="799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70" name="Google Shape;470;p7"/>
          <p:cNvSpPr txBox="1">
            <a:spLocks noGrp="1"/>
          </p:cNvSpPr>
          <p:nvPr>
            <p:ph type="title"/>
          </p:nvPr>
        </p:nvSpPr>
        <p:spPr>
          <a:xfrm>
            <a:off x="6552400" y="2133600"/>
            <a:ext cx="4679600" cy="782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471" name="Google Shape;471;p7"/>
          <p:cNvSpPr txBox="1">
            <a:spLocks noGrp="1"/>
          </p:cNvSpPr>
          <p:nvPr>
            <p:ph type="subTitle" idx="1"/>
          </p:nvPr>
        </p:nvSpPr>
        <p:spPr>
          <a:xfrm>
            <a:off x="6552233" y="3429000"/>
            <a:ext cx="4679600" cy="1991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grpSp>
        <p:nvGrpSpPr>
          <p:cNvPr id="472" name="Google Shape;472;p7"/>
          <p:cNvGrpSpPr/>
          <p:nvPr/>
        </p:nvGrpSpPr>
        <p:grpSpPr>
          <a:xfrm>
            <a:off x="1376867" y="2314002"/>
            <a:ext cx="3277628" cy="2851433"/>
            <a:chOff x="1032650" y="1735501"/>
            <a:chExt cx="2458221" cy="2138575"/>
          </a:xfrm>
        </p:grpSpPr>
        <p:sp>
          <p:nvSpPr>
            <p:cNvPr id="473" name="Google Shape;473;p7"/>
            <p:cNvSpPr/>
            <p:nvPr/>
          </p:nvSpPr>
          <p:spPr>
            <a:xfrm>
              <a:off x="1487148" y="1877758"/>
              <a:ext cx="1854040" cy="1854040"/>
            </a:xfrm>
            <a:custGeom>
              <a:avLst/>
              <a:gdLst/>
              <a:ahLst/>
              <a:cxnLst/>
              <a:rect l="l" t="t" r="r" b="b"/>
              <a:pathLst>
                <a:path w="4813" h="4813" fill="none" extrusionOk="0">
                  <a:moveTo>
                    <a:pt x="0" y="0"/>
                  </a:moveTo>
                  <a:lnTo>
                    <a:pt x="4812" y="0"/>
                  </a:lnTo>
                  <a:lnTo>
                    <a:pt x="4812" y="4812"/>
                  </a:lnTo>
                  <a:lnTo>
                    <a:pt x="0" y="4812"/>
                  </a:lnTo>
                  <a:close/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4" name="Google Shape;474;p7"/>
            <p:cNvSpPr/>
            <p:nvPr/>
          </p:nvSpPr>
          <p:spPr>
            <a:xfrm>
              <a:off x="1344890" y="1735501"/>
              <a:ext cx="2145981" cy="2138575"/>
            </a:xfrm>
            <a:custGeom>
              <a:avLst/>
              <a:gdLst/>
              <a:ahLst/>
              <a:cxnLst/>
              <a:rect l="l" t="t" r="r" b="b"/>
              <a:pathLst>
                <a:path w="7244" h="7219" fill="none" extrusionOk="0">
                  <a:moveTo>
                    <a:pt x="0" y="0"/>
                  </a:moveTo>
                  <a:lnTo>
                    <a:pt x="7243" y="0"/>
                  </a:lnTo>
                  <a:lnTo>
                    <a:pt x="7243" y="7218"/>
                  </a:lnTo>
                  <a:lnTo>
                    <a:pt x="0" y="7218"/>
                  </a:lnTo>
                  <a:close/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5" name="Google Shape;475;p7"/>
            <p:cNvSpPr/>
            <p:nvPr/>
          </p:nvSpPr>
          <p:spPr>
            <a:xfrm>
              <a:off x="1114412" y="3017876"/>
              <a:ext cx="230477" cy="296"/>
            </a:xfrm>
            <a:custGeom>
              <a:avLst/>
              <a:gdLst/>
              <a:ahLst/>
              <a:cxnLst/>
              <a:rect l="l" t="t" r="r" b="b"/>
              <a:pathLst>
                <a:path w="778" h="1" fill="none" extrusionOk="0">
                  <a:moveTo>
                    <a:pt x="778" y="1"/>
                  </a:moveTo>
                  <a:lnTo>
                    <a:pt x="1" y="1"/>
                  </a:ln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6" name="Google Shape;476;p7"/>
            <p:cNvSpPr/>
            <p:nvPr/>
          </p:nvSpPr>
          <p:spPr>
            <a:xfrm>
              <a:off x="1144037" y="2439021"/>
              <a:ext cx="200852" cy="296"/>
            </a:xfrm>
            <a:custGeom>
              <a:avLst/>
              <a:gdLst/>
              <a:ahLst/>
              <a:cxnLst/>
              <a:rect l="l" t="t" r="r" b="b"/>
              <a:pathLst>
                <a:path w="678" h="1" fill="none" extrusionOk="0">
                  <a:moveTo>
                    <a:pt x="678" y="0"/>
                  </a:move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7" name="Google Shape;477;p7"/>
            <p:cNvSpPr/>
            <p:nvPr/>
          </p:nvSpPr>
          <p:spPr>
            <a:xfrm>
              <a:off x="1032650" y="2025910"/>
              <a:ext cx="312240" cy="296"/>
            </a:xfrm>
            <a:custGeom>
              <a:avLst/>
              <a:gdLst/>
              <a:ahLst/>
              <a:cxnLst/>
              <a:rect l="l" t="t" r="r" b="b"/>
              <a:pathLst>
                <a:path w="1054" h="1" fill="none" extrusionOk="0">
                  <a:moveTo>
                    <a:pt x="1054" y="1"/>
                  </a:moveTo>
                  <a:lnTo>
                    <a:pt x="1" y="1"/>
                  </a:ln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78" name="Google Shape;478;p7"/>
          <p:cNvGrpSpPr/>
          <p:nvPr/>
        </p:nvGrpSpPr>
        <p:grpSpPr>
          <a:xfrm>
            <a:off x="-1810833" y="3714967"/>
            <a:ext cx="3503833" cy="358700"/>
            <a:chOff x="-1358125" y="2589925"/>
            <a:chExt cx="2627875" cy="269025"/>
          </a:xfrm>
        </p:grpSpPr>
        <p:sp>
          <p:nvSpPr>
            <p:cNvPr id="479" name="Google Shape;479;p7"/>
            <p:cNvSpPr/>
            <p:nvPr/>
          </p:nvSpPr>
          <p:spPr>
            <a:xfrm rot="5400000">
              <a:off x="-242262" y="1512438"/>
              <a:ext cx="112450" cy="2344175"/>
            </a:xfrm>
            <a:custGeom>
              <a:avLst/>
              <a:gdLst/>
              <a:ahLst/>
              <a:cxnLst/>
              <a:rect l="l" t="t" r="r" b="b"/>
              <a:pathLst>
                <a:path w="4498" h="93767" fill="none" extrusionOk="0">
                  <a:moveTo>
                    <a:pt x="4497" y="93766"/>
                  </a:moveTo>
                  <a:lnTo>
                    <a:pt x="4497" y="50855"/>
                  </a:lnTo>
                  <a:lnTo>
                    <a:pt x="1" y="46358"/>
                  </a:lnTo>
                  <a:lnTo>
                    <a:pt x="1" y="0"/>
                  </a:lnTo>
                </a:path>
              </a:pathLst>
            </a:custGeom>
            <a:noFill/>
            <a:ln w="13125" cap="flat" cmpd="sng">
              <a:solidFill>
                <a:schemeClr val="dk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0" name="Google Shape;480;p7"/>
            <p:cNvSpPr/>
            <p:nvPr/>
          </p:nvSpPr>
          <p:spPr>
            <a:xfrm rot="5400000">
              <a:off x="949513" y="2537563"/>
              <a:ext cx="192900" cy="374375"/>
            </a:xfrm>
            <a:custGeom>
              <a:avLst/>
              <a:gdLst/>
              <a:ahLst/>
              <a:cxnLst/>
              <a:rect l="l" t="t" r="r" b="b"/>
              <a:pathLst>
                <a:path w="7716" h="14975" fill="none" extrusionOk="0">
                  <a:moveTo>
                    <a:pt x="1" y="14974"/>
                  </a:moveTo>
                  <a:lnTo>
                    <a:pt x="7716" y="7259"/>
                  </a:lnTo>
                  <a:lnTo>
                    <a:pt x="7716" y="1"/>
                  </a:ln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1" name="Google Shape;481;p7"/>
            <p:cNvSpPr/>
            <p:nvPr/>
          </p:nvSpPr>
          <p:spPr>
            <a:xfrm rot="5400000">
              <a:off x="1194225" y="2783425"/>
              <a:ext cx="75525" cy="7552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2" name="Google Shape;482;p7"/>
            <p:cNvSpPr/>
            <p:nvPr/>
          </p:nvSpPr>
          <p:spPr>
            <a:xfrm rot="5400000">
              <a:off x="947950" y="2589925"/>
              <a:ext cx="75525" cy="7552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83" name="Google Shape;483;p7"/>
          <p:cNvGrpSpPr/>
          <p:nvPr/>
        </p:nvGrpSpPr>
        <p:grpSpPr>
          <a:xfrm>
            <a:off x="1218176" y="-1011211"/>
            <a:ext cx="14372897" cy="3803905"/>
            <a:chOff x="913631" y="-758409"/>
            <a:chExt cx="10779673" cy="2852929"/>
          </a:xfrm>
        </p:grpSpPr>
        <p:sp>
          <p:nvSpPr>
            <p:cNvPr id="484" name="Google Shape;484;p7"/>
            <p:cNvSpPr/>
            <p:nvPr/>
          </p:nvSpPr>
          <p:spPr>
            <a:xfrm>
              <a:off x="6227221" y="-646632"/>
              <a:ext cx="5466083" cy="1127132"/>
            </a:xfrm>
            <a:custGeom>
              <a:avLst/>
              <a:gdLst/>
              <a:ahLst/>
              <a:cxnLst/>
              <a:rect l="l" t="t" r="r" b="b"/>
              <a:pathLst>
                <a:path w="206136" h="44419" extrusionOk="0">
                  <a:moveTo>
                    <a:pt x="183" y="0"/>
                  </a:moveTo>
                  <a:cubicBezTo>
                    <a:pt x="91" y="0"/>
                    <a:pt x="0" y="92"/>
                    <a:pt x="0" y="206"/>
                  </a:cubicBezTo>
                  <a:cubicBezTo>
                    <a:pt x="0" y="297"/>
                    <a:pt x="91" y="388"/>
                    <a:pt x="183" y="388"/>
                  </a:cubicBezTo>
                  <a:lnTo>
                    <a:pt x="31887" y="388"/>
                  </a:lnTo>
                  <a:lnTo>
                    <a:pt x="54507" y="23031"/>
                  </a:lnTo>
                  <a:lnTo>
                    <a:pt x="101870" y="23031"/>
                  </a:lnTo>
                  <a:lnTo>
                    <a:pt x="123257" y="44418"/>
                  </a:lnTo>
                  <a:lnTo>
                    <a:pt x="205930" y="44418"/>
                  </a:lnTo>
                  <a:cubicBezTo>
                    <a:pt x="206044" y="44418"/>
                    <a:pt x="206136" y="44327"/>
                    <a:pt x="206136" y="44213"/>
                  </a:cubicBezTo>
                  <a:cubicBezTo>
                    <a:pt x="206136" y="44122"/>
                    <a:pt x="206044" y="44030"/>
                    <a:pt x="205930" y="44030"/>
                  </a:cubicBezTo>
                  <a:lnTo>
                    <a:pt x="123417" y="44030"/>
                  </a:lnTo>
                  <a:lnTo>
                    <a:pt x="102029" y="22643"/>
                  </a:lnTo>
                  <a:lnTo>
                    <a:pt x="54667" y="22643"/>
                  </a:lnTo>
                  <a:lnTo>
                    <a:pt x="320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5" name="Google Shape;485;p7"/>
            <p:cNvSpPr/>
            <p:nvPr/>
          </p:nvSpPr>
          <p:spPr>
            <a:xfrm>
              <a:off x="5068827" y="-472864"/>
              <a:ext cx="6393739" cy="1984325"/>
            </a:xfrm>
            <a:custGeom>
              <a:avLst/>
              <a:gdLst/>
              <a:ahLst/>
              <a:cxnLst/>
              <a:rect l="l" t="t" r="r" b="b"/>
              <a:pathLst>
                <a:path w="251970" h="78200" extrusionOk="0">
                  <a:moveTo>
                    <a:pt x="389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3"/>
                    <a:pt x="160" y="776"/>
                    <a:pt x="389" y="776"/>
                  </a:cubicBezTo>
                  <a:lnTo>
                    <a:pt x="66217" y="776"/>
                  </a:lnTo>
                  <a:lnTo>
                    <a:pt x="89179" y="23738"/>
                  </a:lnTo>
                  <a:lnTo>
                    <a:pt x="125197" y="23738"/>
                  </a:lnTo>
                  <a:lnTo>
                    <a:pt x="179659" y="78199"/>
                  </a:lnTo>
                  <a:lnTo>
                    <a:pt x="251581" y="78199"/>
                  </a:lnTo>
                  <a:cubicBezTo>
                    <a:pt x="251787" y="78199"/>
                    <a:pt x="251969" y="78040"/>
                    <a:pt x="251969" y="77834"/>
                  </a:cubicBezTo>
                  <a:cubicBezTo>
                    <a:pt x="251969" y="77606"/>
                    <a:pt x="251787" y="77446"/>
                    <a:pt x="251581" y="77446"/>
                  </a:cubicBezTo>
                  <a:lnTo>
                    <a:pt x="179978" y="77446"/>
                  </a:lnTo>
                  <a:lnTo>
                    <a:pt x="125517" y="22962"/>
                  </a:lnTo>
                  <a:lnTo>
                    <a:pt x="89499" y="22962"/>
                  </a:lnTo>
                  <a:lnTo>
                    <a:pt x="665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6" name="Google Shape;486;p7"/>
            <p:cNvSpPr/>
            <p:nvPr/>
          </p:nvSpPr>
          <p:spPr>
            <a:xfrm>
              <a:off x="5440673" y="120784"/>
              <a:ext cx="6252400" cy="1112085"/>
            </a:xfrm>
            <a:custGeom>
              <a:avLst/>
              <a:gdLst/>
              <a:ahLst/>
              <a:cxnLst/>
              <a:rect l="l" t="t" r="r" b="b"/>
              <a:pathLst>
                <a:path w="246400" h="43826" extrusionOk="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8"/>
                    <a:pt x="69" y="389"/>
                    <a:pt x="183" y="389"/>
                  </a:cubicBezTo>
                  <a:lnTo>
                    <a:pt x="61286" y="389"/>
                  </a:lnTo>
                  <a:lnTo>
                    <a:pt x="104723" y="43825"/>
                  </a:lnTo>
                  <a:lnTo>
                    <a:pt x="165210" y="43825"/>
                  </a:lnTo>
                  <a:lnTo>
                    <a:pt x="207414" y="1599"/>
                  </a:lnTo>
                  <a:lnTo>
                    <a:pt x="246217" y="1599"/>
                  </a:lnTo>
                  <a:cubicBezTo>
                    <a:pt x="246308" y="1599"/>
                    <a:pt x="246400" y="1507"/>
                    <a:pt x="246400" y="1416"/>
                  </a:cubicBezTo>
                  <a:cubicBezTo>
                    <a:pt x="246400" y="1302"/>
                    <a:pt x="246308" y="1233"/>
                    <a:pt x="246217" y="1233"/>
                  </a:cubicBezTo>
                  <a:lnTo>
                    <a:pt x="207254" y="1233"/>
                  </a:lnTo>
                  <a:lnTo>
                    <a:pt x="165050" y="43437"/>
                  </a:lnTo>
                  <a:lnTo>
                    <a:pt x="104883" y="43437"/>
                  </a:lnTo>
                  <a:lnTo>
                    <a:pt x="614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7" name="Google Shape;487;p7"/>
            <p:cNvSpPr/>
            <p:nvPr/>
          </p:nvSpPr>
          <p:spPr>
            <a:xfrm>
              <a:off x="4735806" y="252861"/>
              <a:ext cx="6722117" cy="1533132"/>
            </a:xfrm>
            <a:custGeom>
              <a:avLst/>
              <a:gdLst/>
              <a:ahLst/>
              <a:cxnLst/>
              <a:rect l="l" t="t" r="r" b="b"/>
              <a:pathLst>
                <a:path w="264911" h="60419" extrusionOk="0">
                  <a:moveTo>
                    <a:pt x="183" y="0"/>
                  </a:moveTo>
                  <a:cubicBezTo>
                    <a:pt x="91" y="0"/>
                    <a:pt x="0" y="69"/>
                    <a:pt x="0" y="183"/>
                  </a:cubicBezTo>
                  <a:cubicBezTo>
                    <a:pt x="0" y="297"/>
                    <a:pt x="91" y="365"/>
                    <a:pt x="183" y="365"/>
                  </a:cubicBezTo>
                  <a:lnTo>
                    <a:pt x="57177" y="365"/>
                  </a:lnTo>
                  <a:lnTo>
                    <a:pt x="70941" y="14129"/>
                  </a:lnTo>
                  <a:lnTo>
                    <a:pt x="129214" y="14129"/>
                  </a:lnTo>
                  <a:lnTo>
                    <a:pt x="175504" y="60419"/>
                  </a:lnTo>
                  <a:lnTo>
                    <a:pt x="203419" y="60419"/>
                  </a:lnTo>
                  <a:lnTo>
                    <a:pt x="232316" y="31499"/>
                  </a:lnTo>
                  <a:lnTo>
                    <a:pt x="264705" y="31499"/>
                  </a:lnTo>
                  <a:cubicBezTo>
                    <a:pt x="264819" y="31499"/>
                    <a:pt x="264911" y="31430"/>
                    <a:pt x="264911" y="31316"/>
                  </a:cubicBezTo>
                  <a:cubicBezTo>
                    <a:pt x="264911" y="31225"/>
                    <a:pt x="264819" y="31134"/>
                    <a:pt x="264705" y="31134"/>
                  </a:cubicBezTo>
                  <a:lnTo>
                    <a:pt x="232156" y="31134"/>
                  </a:lnTo>
                  <a:lnTo>
                    <a:pt x="203259" y="60031"/>
                  </a:lnTo>
                  <a:lnTo>
                    <a:pt x="175664" y="60031"/>
                  </a:lnTo>
                  <a:lnTo>
                    <a:pt x="129374" y="13764"/>
                  </a:lnTo>
                  <a:lnTo>
                    <a:pt x="71101" y="13764"/>
                  </a:lnTo>
                  <a:lnTo>
                    <a:pt x="573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8" name="Google Shape;488;p7"/>
            <p:cNvSpPr/>
            <p:nvPr/>
          </p:nvSpPr>
          <p:spPr>
            <a:xfrm>
              <a:off x="3886708" y="343196"/>
              <a:ext cx="3461835" cy="538686"/>
            </a:xfrm>
            <a:custGeom>
              <a:avLst/>
              <a:gdLst/>
              <a:ahLst/>
              <a:cxnLst/>
              <a:rect l="l" t="t" r="r" b="b"/>
              <a:pathLst>
                <a:path w="136427" h="21229" extrusionOk="0">
                  <a:moveTo>
                    <a:pt x="20748" y="1"/>
                  </a:moveTo>
                  <a:lnTo>
                    <a:pt x="160" y="20589"/>
                  </a:lnTo>
                  <a:cubicBezTo>
                    <a:pt x="0" y="20726"/>
                    <a:pt x="0" y="20977"/>
                    <a:pt x="160" y="21114"/>
                  </a:cubicBezTo>
                  <a:cubicBezTo>
                    <a:pt x="228" y="21205"/>
                    <a:pt x="342" y="21228"/>
                    <a:pt x="434" y="21228"/>
                  </a:cubicBezTo>
                  <a:cubicBezTo>
                    <a:pt x="525" y="21228"/>
                    <a:pt x="616" y="21205"/>
                    <a:pt x="708" y="21114"/>
                  </a:cubicBezTo>
                  <a:lnTo>
                    <a:pt x="21045" y="777"/>
                  </a:lnTo>
                  <a:lnTo>
                    <a:pt x="85390" y="777"/>
                  </a:lnTo>
                  <a:lnTo>
                    <a:pt x="103307" y="18672"/>
                  </a:lnTo>
                  <a:lnTo>
                    <a:pt x="136039" y="18672"/>
                  </a:lnTo>
                  <a:cubicBezTo>
                    <a:pt x="136267" y="18672"/>
                    <a:pt x="136427" y="18512"/>
                    <a:pt x="136427" y="18307"/>
                  </a:cubicBezTo>
                  <a:cubicBezTo>
                    <a:pt x="136427" y="18078"/>
                    <a:pt x="136267" y="17919"/>
                    <a:pt x="136039" y="17919"/>
                  </a:cubicBezTo>
                  <a:lnTo>
                    <a:pt x="103627" y="17919"/>
                  </a:lnTo>
                  <a:lnTo>
                    <a:pt x="857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9" name="Google Shape;489;p7"/>
            <p:cNvSpPr/>
            <p:nvPr/>
          </p:nvSpPr>
          <p:spPr>
            <a:xfrm>
              <a:off x="3809085" y="-758409"/>
              <a:ext cx="1679673" cy="520720"/>
            </a:xfrm>
            <a:custGeom>
              <a:avLst/>
              <a:gdLst/>
              <a:ahLst/>
              <a:cxnLst/>
              <a:rect l="l" t="t" r="r" b="b"/>
              <a:pathLst>
                <a:path w="66194" h="20521" extrusionOk="0">
                  <a:moveTo>
                    <a:pt x="183" y="0"/>
                  </a:moveTo>
                  <a:cubicBezTo>
                    <a:pt x="92" y="0"/>
                    <a:pt x="1" y="91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5245" y="388"/>
                  </a:lnTo>
                  <a:lnTo>
                    <a:pt x="45377" y="20520"/>
                  </a:lnTo>
                  <a:lnTo>
                    <a:pt x="66011" y="20520"/>
                  </a:lnTo>
                  <a:cubicBezTo>
                    <a:pt x="66103" y="20520"/>
                    <a:pt x="66194" y="20429"/>
                    <a:pt x="66194" y="20337"/>
                  </a:cubicBezTo>
                  <a:cubicBezTo>
                    <a:pt x="66194" y="20223"/>
                    <a:pt x="66103" y="20132"/>
                    <a:pt x="66011" y="20132"/>
                  </a:cubicBezTo>
                  <a:lnTo>
                    <a:pt x="45537" y="20132"/>
                  </a:lnTo>
                  <a:lnTo>
                    <a:pt x="25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0" name="Google Shape;490;p7"/>
            <p:cNvSpPr/>
            <p:nvPr/>
          </p:nvSpPr>
          <p:spPr>
            <a:xfrm>
              <a:off x="3809085" y="-490830"/>
              <a:ext cx="993913" cy="458755"/>
            </a:xfrm>
            <a:custGeom>
              <a:avLst/>
              <a:gdLst/>
              <a:ahLst/>
              <a:cxnLst/>
              <a:rect l="l" t="t" r="r" b="b"/>
              <a:pathLst>
                <a:path w="39169" h="18079" extrusionOk="0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1" name="Google Shape;491;p7"/>
            <p:cNvSpPr/>
            <p:nvPr/>
          </p:nvSpPr>
          <p:spPr>
            <a:xfrm>
              <a:off x="9826894" y="1712989"/>
              <a:ext cx="136721" cy="13672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66"/>
                  </a:moveTo>
                  <a:cubicBezTo>
                    <a:pt x="3972" y="366"/>
                    <a:pt x="5022" y="1416"/>
                    <a:pt x="5022" y="2694"/>
                  </a:cubicBezTo>
                  <a:cubicBezTo>
                    <a:pt x="5022" y="3949"/>
                    <a:pt x="3972" y="4999"/>
                    <a:pt x="2694" y="4999"/>
                  </a:cubicBezTo>
                  <a:cubicBezTo>
                    <a:pt x="1416" y="4999"/>
                    <a:pt x="388" y="3949"/>
                    <a:pt x="388" y="2694"/>
                  </a:cubicBezTo>
                  <a:cubicBezTo>
                    <a:pt x="388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187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187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2" name="Google Shape;492;p7"/>
            <p:cNvSpPr/>
            <p:nvPr/>
          </p:nvSpPr>
          <p:spPr>
            <a:xfrm>
              <a:off x="9850645" y="1736740"/>
              <a:ext cx="89218" cy="88635"/>
            </a:xfrm>
            <a:custGeom>
              <a:avLst/>
              <a:gdLst/>
              <a:ahLst/>
              <a:cxnLst/>
              <a:rect l="l" t="t" r="r" b="b"/>
              <a:pathLst>
                <a:path w="3516" h="3493" extrusionOk="0">
                  <a:moveTo>
                    <a:pt x="1758" y="0"/>
                  </a:moveTo>
                  <a:cubicBezTo>
                    <a:pt x="799" y="0"/>
                    <a:pt x="0" y="776"/>
                    <a:pt x="0" y="1758"/>
                  </a:cubicBezTo>
                  <a:cubicBezTo>
                    <a:pt x="0" y="2717"/>
                    <a:pt x="799" y="3493"/>
                    <a:pt x="1758" y="3493"/>
                  </a:cubicBezTo>
                  <a:cubicBezTo>
                    <a:pt x="2739" y="3493"/>
                    <a:pt x="3515" y="2717"/>
                    <a:pt x="3515" y="1758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3" name="Google Shape;493;p7"/>
            <p:cNvSpPr/>
            <p:nvPr/>
          </p:nvSpPr>
          <p:spPr>
            <a:xfrm>
              <a:off x="8592628" y="81402"/>
              <a:ext cx="89218" cy="89219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1"/>
                  </a:moveTo>
                  <a:cubicBezTo>
                    <a:pt x="777" y="1"/>
                    <a:pt x="1" y="777"/>
                    <a:pt x="1" y="1758"/>
                  </a:cubicBezTo>
                  <a:cubicBezTo>
                    <a:pt x="1" y="2717"/>
                    <a:pt x="777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4" name="Google Shape;494;p7"/>
            <p:cNvSpPr/>
            <p:nvPr/>
          </p:nvSpPr>
          <p:spPr>
            <a:xfrm>
              <a:off x="10934893" y="789187"/>
              <a:ext cx="89218" cy="88635"/>
            </a:xfrm>
            <a:custGeom>
              <a:avLst/>
              <a:gdLst/>
              <a:ahLst/>
              <a:cxnLst/>
              <a:rect l="l" t="t" r="r" b="b"/>
              <a:pathLst>
                <a:path w="3516" h="3493" extrusionOk="0">
                  <a:moveTo>
                    <a:pt x="1758" y="0"/>
                  </a:moveTo>
                  <a:cubicBezTo>
                    <a:pt x="799" y="0"/>
                    <a:pt x="0" y="776"/>
                    <a:pt x="0" y="1735"/>
                  </a:cubicBezTo>
                  <a:cubicBezTo>
                    <a:pt x="0" y="2716"/>
                    <a:pt x="799" y="3493"/>
                    <a:pt x="1758" y="3493"/>
                  </a:cubicBezTo>
                  <a:cubicBezTo>
                    <a:pt x="2739" y="3493"/>
                    <a:pt x="3515" y="2716"/>
                    <a:pt x="3515" y="1735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7339839" y="740517"/>
              <a:ext cx="136721" cy="136721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7363590" y="764268"/>
              <a:ext cx="89218" cy="89218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1"/>
                  </a:moveTo>
                  <a:cubicBezTo>
                    <a:pt x="776" y="1"/>
                    <a:pt x="0" y="777"/>
                    <a:pt x="0" y="1758"/>
                  </a:cubicBezTo>
                  <a:cubicBezTo>
                    <a:pt x="0" y="2717"/>
                    <a:pt x="776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6100372" y="-709765"/>
              <a:ext cx="136721" cy="136721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2"/>
                    <a:pt x="3972" y="4999"/>
                    <a:pt x="2694" y="4999"/>
                  </a:cubicBezTo>
                  <a:cubicBezTo>
                    <a:pt x="1416" y="4999"/>
                    <a:pt x="366" y="3972"/>
                    <a:pt x="366" y="2694"/>
                  </a:cubicBezTo>
                  <a:cubicBezTo>
                    <a:pt x="366" y="1416"/>
                    <a:pt x="1416" y="366"/>
                    <a:pt x="2694" y="366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6124123" y="-686014"/>
              <a:ext cx="88635" cy="89218"/>
            </a:xfrm>
            <a:custGeom>
              <a:avLst/>
              <a:gdLst/>
              <a:ahLst/>
              <a:cxnLst/>
              <a:rect l="l" t="t" r="r" b="b"/>
              <a:pathLst>
                <a:path w="3493" h="3516" extrusionOk="0">
                  <a:moveTo>
                    <a:pt x="1758" y="0"/>
                  </a:moveTo>
                  <a:cubicBezTo>
                    <a:pt x="776" y="0"/>
                    <a:pt x="0" y="776"/>
                    <a:pt x="0" y="1758"/>
                  </a:cubicBezTo>
                  <a:cubicBezTo>
                    <a:pt x="0" y="2717"/>
                    <a:pt x="776" y="3515"/>
                    <a:pt x="1758" y="3515"/>
                  </a:cubicBezTo>
                  <a:cubicBezTo>
                    <a:pt x="2716" y="3515"/>
                    <a:pt x="3493" y="2717"/>
                    <a:pt x="3493" y="1758"/>
                  </a:cubicBezTo>
                  <a:cubicBezTo>
                    <a:pt x="3493" y="776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6720105" y="-695276"/>
              <a:ext cx="107742" cy="107742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310" y="4246"/>
                    <a:pt x="4246" y="3287"/>
                    <a:pt x="4246" y="2123"/>
                  </a:cubicBezTo>
                  <a:cubicBezTo>
                    <a:pt x="4246" y="936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10327898" y="421401"/>
              <a:ext cx="107742" cy="107742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59" y="0"/>
                    <a:pt x="0" y="959"/>
                    <a:pt x="0" y="2123"/>
                  </a:cubicBezTo>
                  <a:cubicBezTo>
                    <a:pt x="0" y="3310"/>
                    <a:pt x="959" y="4246"/>
                    <a:pt x="2123" y="4246"/>
                  </a:cubicBezTo>
                  <a:cubicBezTo>
                    <a:pt x="3310" y="4246"/>
                    <a:pt x="4246" y="3310"/>
                    <a:pt x="4246" y="2123"/>
                  </a:cubicBezTo>
                  <a:cubicBezTo>
                    <a:pt x="4246" y="959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10136748" y="1466826"/>
              <a:ext cx="70695" cy="70695"/>
            </a:xfrm>
            <a:custGeom>
              <a:avLst/>
              <a:gdLst/>
              <a:ahLst/>
              <a:cxnLst/>
              <a:rect l="l" t="t" r="r" b="b"/>
              <a:pathLst>
                <a:path w="2786" h="2786" extrusionOk="0">
                  <a:moveTo>
                    <a:pt x="1393" y="1"/>
                  </a:moveTo>
                  <a:cubicBezTo>
                    <a:pt x="617" y="1"/>
                    <a:pt x="1" y="617"/>
                    <a:pt x="1" y="1393"/>
                  </a:cubicBezTo>
                  <a:cubicBezTo>
                    <a:pt x="1" y="2146"/>
                    <a:pt x="617" y="2786"/>
                    <a:pt x="1393" y="2786"/>
                  </a:cubicBezTo>
                  <a:cubicBezTo>
                    <a:pt x="2169" y="2786"/>
                    <a:pt x="2786" y="2146"/>
                    <a:pt x="2786" y="1393"/>
                  </a:cubicBezTo>
                  <a:cubicBezTo>
                    <a:pt x="2786" y="617"/>
                    <a:pt x="2169" y="1"/>
                    <a:pt x="1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8601890" y="1192877"/>
              <a:ext cx="70695" cy="70111"/>
            </a:xfrm>
            <a:custGeom>
              <a:avLst/>
              <a:gdLst/>
              <a:ahLst/>
              <a:cxnLst/>
              <a:rect l="l" t="t" r="r" b="b"/>
              <a:pathLst>
                <a:path w="2786" h="2763" extrusionOk="0">
                  <a:moveTo>
                    <a:pt x="1393" y="0"/>
                  </a:moveTo>
                  <a:cubicBezTo>
                    <a:pt x="617" y="0"/>
                    <a:pt x="1" y="617"/>
                    <a:pt x="1" y="1393"/>
                  </a:cubicBezTo>
                  <a:cubicBezTo>
                    <a:pt x="1" y="2146"/>
                    <a:pt x="617" y="2762"/>
                    <a:pt x="1393" y="2762"/>
                  </a:cubicBezTo>
                  <a:cubicBezTo>
                    <a:pt x="2169" y="2762"/>
                    <a:pt x="2786" y="2146"/>
                    <a:pt x="2786" y="1393"/>
                  </a:cubicBezTo>
                  <a:cubicBezTo>
                    <a:pt x="2786" y="617"/>
                    <a:pt x="2169" y="0"/>
                    <a:pt x="1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7411092" y="536655"/>
              <a:ext cx="141922" cy="141339"/>
            </a:xfrm>
            <a:custGeom>
              <a:avLst/>
              <a:gdLst/>
              <a:ahLst/>
              <a:cxnLst/>
              <a:rect l="l" t="t" r="r" b="b"/>
              <a:pathLst>
                <a:path w="5593" h="5570" extrusionOk="0">
                  <a:moveTo>
                    <a:pt x="2808" y="0"/>
                  </a:moveTo>
                  <a:cubicBezTo>
                    <a:pt x="1255" y="0"/>
                    <a:pt x="0" y="1233"/>
                    <a:pt x="0" y="2785"/>
                  </a:cubicBezTo>
                  <a:cubicBezTo>
                    <a:pt x="0" y="4314"/>
                    <a:pt x="1255" y="5570"/>
                    <a:pt x="2808" y="5570"/>
                  </a:cubicBezTo>
                  <a:cubicBezTo>
                    <a:pt x="4337" y="5570"/>
                    <a:pt x="5592" y="4314"/>
                    <a:pt x="5592" y="2785"/>
                  </a:cubicBezTo>
                  <a:cubicBezTo>
                    <a:pt x="5592" y="1233"/>
                    <a:pt x="4337" y="0"/>
                    <a:pt x="2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9285340" y="1156972"/>
              <a:ext cx="141922" cy="141922"/>
            </a:xfrm>
            <a:custGeom>
              <a:avLst/>
              <a:gdLst/>
              <a:ahLst/>
              <a:cxnLst/>
              <a:rect l="l" t="t" r="r" b="b"/>
              <a:pathLst>
                <a:path w="5593" h="5593" extrusionOk="0">
                  <a:moveTo>
                    <a:pt x="2785" y="0"/>
                  </a:moveTo>
                  <a:cubicBezTo>
                    <a:pt x="1256" y="0"/>
                    <a:pt x="1" y="1256"/>
                    <a:pt x="1" y="2808"/>
                  </a:cubicBezTo>
                  <a:cubicBezTo>
                    <a:pt x="1" y="4337"/>
                    <a:pt x="1256" y="5592"/>
                    <a:pt x="2785" y="5592"/>
                  </a:cubicBezTo>
                  <a:cubicBezTo>
                    <a:pt x="4338" y="5592"/>
                    <a:pt x="5593" y="4337"/>
                    <a:pt x="5593" y="2808"/>
                  </a:cubicBezTo>
                  <a:cubicBezTo>
                    <a:pt x="5593" y="1256"/>
                    <a:pt x="4338" y="0"/>
                    <a:pt x="27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7145822" y="-69174"/>
              <a:ext cx="66051" cy="66051"/>
            </a:xfrm>
            <a:custGeom>
              <a:avLst/>
              <a:gdLst/>
              <a:ahLst/>
              <a:cxnLst/>
              <a:rect l="l" t="t" r="r" b="b"/>
              <a:pathLst>
                <a:path w="2603" h="2603" extrusionOk="0">
                  <a:moveTo>
                    <a:pt x="1301" y="0"/>
                  </a:moveTo>
                  <a:cubicBezTo>
                    <a:pt x="594" y="0"/>
                    <a:pt x="0" y="571"/>
                    <a:pt x="0" y="1301"/>
                  </a:cubicBezTo>
                  <a:cubicBezTo>
                    <a:pt x="0" y="2009"/>
                    <a:pt x="594" y="2602"/>
                    <a:pt x="1301" y="2602"/>
                  </a:cubicBezTo>
                  <a:cubicBezTo>
                    <a:pt x="2009" y="2602"/>
                    <a:pt x="2602" y="2009"/>
                    <a:pt x="2602" y="1301"/>
                  </a:cubicBezTo>
                  <a:cubicBezTo>
                    <a:pt x="2602" y="571"/>
                    <a:pt x="2009" y="0"/>
                    <a:pt x="1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7338672" y="-341397"/>
              <a:ext cx="145982" cy="146566"/>
            </a:xfrm>
            <a:custGeom>
              <a:avLst/>
              <a:gdLst/>
              <a:ahLst/>
              <a:cxnLst/>
              <a:rect l="l" t="t" r="r" b="b"/>
              <a:pathLst>
                <a:path w="5753" h="5776" extrusionOk="0">
                  <a:moveTo>
                    <a:pt x="2877" y="388"/>
                  </a:moveTo>
                  <a:cubicBezTo>
                    <a:pt x="4246" y="388"/>
                    <a:pt x="5388" y="1507"/>
                    <a:pt x="5388" y="2899"/>
                  </a:cubicBezTo>
                  <a:cubicBezTo>
                    <a:pt x="5388" y="4269"/>
                    <a:pt x="4246" y="5410"/>
                    <a:pt x="2877" y="5410"/>
                  </a:cubicBezTo>
                  <a:cubicBezTo>
                    <a:pt x="1485" y="5410"/>
                    <a:pt x="366" y="4269"/>
                    <a:pt x="366" y="2899"/>
                  </a:cubicBezTo>
                  <a:cubicBezTo>
                    <a:pt x="366" y="1507"/>
                    <a:pt x="1485" y="388"/>
                    <a:pt x="2877" y="388"/>
                  </a:cubicBezTo>
                  <a:close/>
                  <a:moveTo>
                    <a:pt x="2877" y="0"/>
                  </a:moveTo>
                  <a:cubicBezTo>
                    <a:pt x="1279" y="0"/>
                    <a:pt x="1" y="1301"/>
                    <a:pt x="1" y="2899"/>
                  </a:cubicBezTo>
                  <a:cubicBezTo>
                    <a:pt x="1" y="4497"/>
                    <a:pt x="1279" y="5775"/>
                    <a:pt x="2877" y="5775"/>
                  </a:cubicBezTo>
                  <a:cubicBezTo>
                    <a:pt x="4475" y="5775"/>
                    <a:pt x="5753" y="4497"/>
                    <a:pt x="5753" y="2899"/>
                  </a:cubicBezTo>
                  <a:cubicBezTo>
                    <a:pt x="5753" y="1301"/>
                    <a:pt x="4475" y="0"/>
                    <a:pt x="2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7364174" y="-315336"/>
              <a:ext cx="95004" cy="94446"/>
            </a:xfrm>
            <a:custGeom>
              <a:avLst/>
              <a:gdLst/>
              <a:ahLst/>
              <a:cxnLst/>
              <a:rect l="l" t="t" r="r" b="b"/>
              <a:pathLst>
                <a:path w="3744" h="3722" extrusionOk="0">
                  <a:moveTo>
                    <a:pt x="1872" y="0"/>
                  </a:moveTo>
                  <a:cubicBezTo>
                    <a:pt x="845" y="0"/>
                    <a:pt x="0" y="845"/>
                    <a:pt x="0" y="1872"/>
                  </a:cubicBezTo>
                  <a:cubicBezTo>
                    <a:pt x="0" y="2899"/>
                    <a:pt x="845" y="3721"/>
                    <a:pt x="1872" y="3721"/>
                  </a:cubicBezTo>
                  <a:cubicBezTo>
                    <a:pt x="2899" y="3721"/>
                    <a:pt x="3744" y="2899"/>
                    <a:pt x="3744" y="1872"/>
                  </a:cubicBezTo>
                  <a:cubicBezTo>
                    <a:pt x="3744" y="845"/>
                    <a:pt x="2899" y="0"/>
                    <a:pt x="1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5743599" y="-296229"/>
              <a:ext cx="107742" cy="107768"/>
            </a:xfrm>
            <a:custGeom>
              <a:avLst/>
              <a:gdLst/>
              <a:ahLst/>
              <a:cxnLst/>
              <a:rect l="l" t="t" r="r" b="b"/>
              <a:pathLst>
                <a:path w="4246" h="4247" extrusionOk="0">
                  <a:moveTo>
                    <a:pt x="2123" y="1"/>
                  </a:moveTo>
                  <a:cubicBezTo>
                    <a:pt x="959" y="1"/>
                    <a:pt x="0" y="937"/>
                    <a:pt x="0" y="2123"/>
                  </a:cubicBezTo>
                  <a:cubicBezTo>
                    <a:pt x="0" y="3288"/>
                    <a:pt x="959" y="4246"/>
                    <a:pt x="2123" y="4246"/>
                  </a:cubicBezTo>
                  <a:cubicBezTo>
                    <a:pt x="3310" y="4246"/>
                    <a:pt x="4246" y="3288"/>
                    <a:pt x="4246" y="2123"/>
                  </a:cubicBezTo>
                  <a:cubicBezTo>
                    <a:pt x="4246" y="937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5430243" y="-296229"/>
              <a:ext cx="107768" cy="107768"/>
            </a:xfrm>
            <a:custGeom>
              <a:avLst/>
              <a:gdLst/>
              <a:ahLst/>
              <a:cxnLst/>
              <a:rect l="l" t="t" r="r" b="b"/>
              <a:pathLst>
                <a:path w="4247" h="4247" extrusionOk="0">
                  <a:moveTo>
                    <a:pt x="2123" y="1"/>
                  </a:moveTo>
                  <a:cubicBezTo>
                    <a:pt x="936" y="1"/>
                    <a:pt x="1" y="937"/>
                    <a:pt x="1" y="2123"/>
                  </a:cubicBezTo>
                  <a:cubicBezTo>
                    <a:pt x="1" y="3288"/>
                    <a:pt x="936" y="4246"/>
                    <a:pt x="2123" y="4246"/>
                  </a:cubicBezTo>
                  <a:cubicBezTo>
                    <a:pt x="3287" y="4246"/>
                    <a:pt x="4246" y="3288"/>
                    <a:pt x="4246" y="2123"/>
                  </a:cubicBezTo>
                  <a:cubicBezTo>
                    <a:pt x="4246" y="937"/>
                    <a:pt x="3287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4743317" y="-91199"/>
              <a:ext cx="107768" cy="107768"/>
            </a:xfrm>
            <a:custGeom>
              <a:avLst/>
              <a:gdLst/>
              <a:ahLst/>
              <a:cxnLst/>
              <a:rect l="l" t="t" r="r" b="b"/>
              <a:pathLst>
                <a:path w="4247" h="4247" extrusionOk="0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4288089" y="-539474"/>
              <a:ext cx="107742" cy="107742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7000423" y="-678478"/>
              <a:ext cx="73588" cy="74146"/>
            </a:xfrm>
            <a:custGeom>
              <a:avLst/>
              <a:gdLst/>
              <a:ahLst/>
              <a:cxnLst/>
              <a:rect l="l" t="t" r="r" b="b"/>
              <a:pathLst>
                <a:path w="2900" h="2922" extrusionOk="0">
                  <a:moveTo>
                    <a:pt x="1462" y="0"/>
                  </a:moveTo>
                  <a:cubicBezTo>
                    <a:pt x="640" y="0"/>
                    <a:pt x="1" y="639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1" y="2922"/>
                    <a:pt x="2900" y="2260"/>
                    <a:pt x="2900" y="1461"/>
                  </a:cubicBezTo>
                  <a:cubicBezTo>
                    <a:pt x="2900" y="639"/>
                    <a:pt x="2261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5041600" y="-500092"/>
              <a:ext cx="74171" cy="74146"/>
            </a:xfrm>
            <a:custGeom>
              <a:avLst/>
              <a:gdLst/>
              <a:ahLst/>
              <a:cxnLst/>
              <a:rect l="l" t="t" r="r" b="b"/>
              <a:pathLst>
                <a:path w="2923" h="2922" extrusionOk="0">
                  <a:moveTo>
                    <a:pt x="1462" y="0"/>
                  </a:moveTo>
                  <a:cubicBezTo>
                    <a:pt x="640" y="0"/>
                    <a:pt x="1" y="662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0" y="2922"/>
                    <a:pt x="2922" y="2260"/>
                    <a:pt x="2922" y="1461"/>
                  </a:cubicBezTo>
                  <a:cubicBezTo>
                    <a:pt x="2922" y="662"/>
                    <a:pt x="2260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8632010" y="121240"/>
              <a:ext cx="2335337" cy="717199"/>
            </a:xfrm>
            <a:custGeom>
              <a:avLst/>
              <a:gdLst/>
              <a:ahLst/>
              <a:cxnLst/>
              <a:rect l="l" t="t" r="r" b="b"/>
              <a:pathLst>
                <a:path w="92033" h="28264" extrusionOk="0">
                  <a:moveTo>
                    <a:pt x="206" y="0"/>
                  </a:moveTo>
                  <a:cubicBezTo>
                    <a:pt x="155" y="0"/>
                    <a:pt x="104" y="17"/>
                    <a:pt x="69" y="51"/>
                  </a:cubicBezTo>
                  <a:cubicBezTo>
                    <a:pt x="1" y="120"/>
                    <a:pt x="1" y="234"/>
                    <a:pt x="69" y="325"/>
                  </a:cubicBezTo>
                  <a:lnTo>
                    <a:pt x="28007" y="28263"/>
                  </a:lnTo>
                  <a:lnTo>
                    <a:pt x="91850" y="28263"/>
                  </a:lnTo>
                  <a:cubicBezTo>
                    <a:pt x="91941" y="28263"/>
                    <a:pt x="92032" y="28172"/>
                    <a:pt x="92032" y="28058"/>
                  </a:cubicBezTo>
                  <a:cubicBezTo>
                    <a:pt x="92032" y="27967"/>
                    <a:pt x="91941" y="27875"/>
                    <a:pt x="91850" y="27875"/>
                  </a:cubicBezTo>
                  <a:lnTo>
                    <a:pt x="28167" y="27875"/>
                  </a:lnTo>
                  <a:lnTo>
                    <a:pt x="343" y="51"/>
                  </a:lnTo>
                  <a:cubicBezTo>
                    <a:pt x="309" y="17"/>
                    <a:pt x="258" y="0"/>
                    <a:pt x="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7355470" y="170595"/>
              <a:ext cx="151793" cy="94446"/>
            </a:xfrm>
            <a:custGeom>
              <a:avLst/>
              <a:gdLst/>
              <a:ahLst/>
              <a:cxnLst/>
              <a:rect l="l" t="t" r="r" b="b"/>
              <a:pathLst>
                <a:path w="5982" h="3722" extrusionOk="0">
                  <a:moveTo>
                    <a:pt x="1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7469581" y="170595"/>
              <a:ext cx="151184" cy="94446"/>
            </a:xfrm>
            <a:custGeom>
              <a:avLst/>
              <a:gdLst/>
              <a:ahLst/>
              <a:cxnLst/>
              <a:rect l="l" t="t" r="r" b="b"/>
              <a:pathLst>
                <a:path w="5958" h="3722" extrusionOk="0">
                  <a:moveTo>
                    <a:pt x="0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7583109" y="170595"/>
              <a:ext cx="151768" cy="94446"/>
            </a:xfrm>
            <a:custGeom>
              <a:avLst/>
              <a:gdLst/>
              <a:ahLst/>
              <a:cxnLst/>
              <a:rect l="l" t="t" r="r" b="b"/>
              <a:pathLst>
                <a:path w="5981" h="3722" extrusionOk="0">
                  <a:moveTo>
                    <a:pt x="0" y="1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7697195" y="170595"/>
              <a:ext cx="151210" cy="94446"/>
            </a:xfrm>
            <a:custGeom>
              <a:avLst/>
              <a:gdLst/>
              <a:ahLst/>
              <a:cxnLst/>
              <a:rect l="l" t="t" r="r" b="b"/>
              <a:pathLst>
                <a:path w="5959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7810723" y="170595"/>
              <a:ext cx="151184" cy="94446"/>
            </a:xfrm>
            <a:custGeom>
              <a:avLst/>
              <a:gdLst/>
              <a:ahLst/>
              <a:cxnLst/>
              <a:rect l="l" t="t" r="r" b="b"/>
              <a:pathLst>
                <a:path w="5958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7924251" y="170595"/>
              <a:ext cx="151768" cy="94446"/>
            </a:xfrm>
            <a:custGeom>
              <a:avLst/>
              <a:gdLst/>
              <a:ahLst/>
              <a:cxnLst/>
              <a:rect l="l" t="t" r="r" b="b"/>
              <a:pathLst>
                <a:path w="5981" h="3722" extrusionOk="0">
                  <a:moveTo>
                    <a:pt x="0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8038337" y="170595"/>
              <a:ext cx="151210" cy="94446"/>
            </a:xfrm>
            <a:custGeom>
              <a:avLst/>
              <a:gdLst/>
              <a:ahLst/>
              <a:cxnLst/>
              <a:rect l="l" t="t" r="r" b="b"/>
              <a:pathLst>
                <a:path w="5959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8151864" y="170595"/>
              <a:ext cx="151768" cy="94446"/>
            </a:xfrm>
            <a:custGeom>
              <a:avLst/>
              <a:gdLst/>
              <a:ahLst/>
              <a:cxnLst/>
              <a:rect l="l" t="t" r="r" b="b"/>
              <a:pathLst>
                <a:path w="5981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6543445" y="958895"/>
              <a:ext cx="280952" cy="175519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6754286" y="958895"/>
              <a:ext cx="280927" cy="175519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0" y="0"/>
                  </a:moveTo>
                  <a:lnTo>
                    <a:pt x="6665" y="6916"/>
                  </a:lnTo>
                  <a:lnTo>
                    <a:pt x="11070" y="6916"/>
                  </a:lnTo>
                  <a:lnTo>
                    <a:pt x="4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6965101" y="958895"/>
              <a:ext cx="280927" cy="175519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7176500" y="958895"/>
              <a:ext cx="280952" cy="175519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1" y="0"/>
                  </a:moveTo>
                  <a:lnTo>
                    <a:pt x="6643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7387341" y="958895"/>
              <a:ext cx="280927" cy="175519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0" y="0"/>
                  </a:moveTo>
                  <a:lnTo>
                    <a:pt x="6665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7598157" y="958895"/>
              <a:ext cx="280927" cy="175519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529" name="Google Shape;529;p7"/>
            <p:cNvCxnSpPr/>
            <p:nvPr/>
          </p:nvCxnSpPr>
          <p:spPr>
            <a:xfrm rot="10800000">
              <a:off x="1697950" y="877825"/>
              <a:ext cx="22332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sp>
          <p:nvSpPr>
            <p:cNvPr id="530" name="Google Shape;530;p7"/>
            <p:cNvSpPr/>
            <p:nvPr/>
          </p:nvSpPr>
          <p:spPr>
            <a:xfrm>
              <a:off x="3748885" y="-197980"/>
              <a:ext cx="993913" cy="458755"/>
            </a:xfrm>
            <a:custGeom>
              <a:avLst/>
              <a:gdLst/>
              <a:ahLst/>
              <a:cxnLst/>
              <a:rect l="l" t="t" r="r" b="b"/>
              <a:pathLst>
                <a:path w="39169" h="18079" extrusionOk="0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4708100" y="215949"/>
              <a:ext cx="69046" cy="69077"/>
            </a:xfrm>
            <a:custGeom>
              <a:avLst/>
              <a:gdLst/>
              <a:ahLst/>
              <a:cxnLst/>
              <a:rect l="l" t="t" r="r" b="b"/>
              <a:pathLst>
                <a:path w="4247" h="4247" extrusionOk="0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532" name="Google Shape;532;p7"/>
            <p:cNvGrpSpPr/>
            <p:nvPr/>
          </p:nvGrpSpPr>
          <p:grpSpPr>
            <a:xfrm rot="-5400000" flipH="1">
              <a:off x="266770" y="647027"/>
              <a:ext cx="2094354" cy="800631"/>
              <a:chOff x="5593937" y="1366150"/>
              <a:chExt cx="1612903" cy="622575"/>
            </a:xfrm>
          </p:grpSpPr>
          <p:sp>
            <p:nvSpPr>
              <p:cNvPr id="533" name="Google Shape;533;p7"/>
              <p:cNvSpPr/>
              <p:nvPr/>
            </p:nvSpPr>
            <p:spPr>
              <a:xfrm>
                <a:off x="5593937" y="1408375"/>
                <a:ext cx="1529900" cy="580350"/>
              </a:xfrm>
              <a:custGeom>
                <a:avLst/>
                <a:gdLst/>
                <a:ahLst/>
                <a:cxnLst/>
                <a:rect l="l" t="t" r="r" b="b"/>
                <a:pathLst>
                  <a:path w="61196" h="23214" extrusionOk="0">
                    <a:moveTo>
                      <a:pt x="49121" y="0"/>
                    </a:moveTo>
                    <a:lnTo>
                      <a:pt x="26661" y="22460"/>
                    </a:lnTo>
                    <a:lnTo>
                      <a:pt x="389" y="22460"/>
                    </a:lnTo>
                    <a:cubicBezTo>
                      <a:pt x="161" y="22460"/>
                      <a:pt x="1" y="22620"/>
                      <a:pt x="1" y="22848"/>
                    </a:cubicBezTo>
                    <a:cubicBezTo>
                      <a:pt x="1" y="23054"/>
                      <a:pt x="161" y="23214"/>
                      <a:pt x="389" y="23214"/>
                    </a:cubicBezTo>
                    <a:lnTo>
                      <a:pt x="26980" y="23214"/>
                    </a:lnTo>
                    <a:lnTo>
                      <a:pt x="49441" y="776"/>
                    </a:lnTo>
                    <a:lnTo>
                      <a:pt x="60808" y="776"/>
                    </a:lnTo>
                    <a:cubicBezTo>
                      <a:pt x="61013" y="776"/>
                      <a:pt x="61196" y="594"/>
                      <a:pt x="61196" y="388"/>
                    </a:cubicBezTo>
                    <a:cubicBezTo>
                      <a:pt x="61196" y="183"/>
                      <a:pt x="61013" y="0"/>
                      <a:pt x="608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4" name="Google Shape;534;p7"/>
              <p:cNvSpPr/>
              <p:nvPr/>
            </p:nvSpPr>
            <p:spPr>
              <a:xfrm>
                <a:off x="7100690" y="1366150"/>
                <a:ext cx="106150" cy="106150"/>
              </a:xfrm>
              <a:custGeom>
                <a:avLst/>
                <a:gdLst/>
                <a:ahLst/>
                <a:cxnLst/>
                <a:rect l="l" t="t" r="r" b="b"/>
                <a:pathLst>
                  <a:path w="4246" h="4246" extrusionOk="0">
                    <a:moveTo>
                      <a:pt x="2123" y="0"/>
                    </a:moveTo>
                    <a:cubicBezTo>
                      <a:pt x="936" y="0"/>
                      <a:pt x="0" y="959"/>
                      <a:pt x="0" y="2123"/>
                    </a:cubicBezTo>
                    <a:cubicBezTo>
                      <a:pt x="0" y="3310"/>
                      <a:pt x="936" y="4246"/>
                      <a:pt x="2123" y="4246"/>
                    </a:cubicBezTo>
                    <a:cubicBezTo>
                      <a:pt x="3287" y="4246"/>
                      <a:pt x="4246" y="3310"/>
                      <a:pt x="4246" y="2123"/>
                    </a:cubicBezTo>
                    <a:cubicBezTo>
                      <a:pt x="4246" y="959"/>
                      <a:pt x="3287" y="0"/>
                      <a:pt x="21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535" name="Google Shape;535;p7"/>
          <p:cNvSpPr/>
          <p:nvPr/>
        </p:nvSpPr>
        <p:spPr>
          <a:xfrm rot="10800000" flipH="1">
            <a:off x="-5186933" y="8465859"/>
            <a:ext cx="98895" cy="98861"/>
          </a:xfrm>
          <a:custGeom>
            <a:avLst/>
            <a:gdLst/>
            <a:ahLst/>
            <a:cxnLst/>
            <a:rect l="l" t="t" r="r" b="b"/>
            <a:pathLst>
              <a:path w="2923" h="2922" extrusionOk="0">
                <a:moveTo>
                  <a:pt x="1462" y="0"/>
                </a:moveTo>
                <a:cubicBezTo>
                  <a:pt x="640" y="0"/>
                  <a:pt x="1" y="662"/>
                  <a:pt x="1" y="1461"/>
                </a:cubicBezTo>
                <a:cubicBezTo>
                  <a:pt x="1" y="2260"/>
                  <a:pt x="640" y="2922"/>
                  <a:pt x="1462" y="2922"/>
                </a:cubicBezTo>
                <a:cubicBezTo>
                  <a:pt x="2260" y="2922"/>
                  <a:pt x="2922" y="2260"/>
                  <a:pt x="2922" y="1461"/>
                </a:cubicBezTo>
                <a:cubicBezTo>
                  <a:pt x="2922" y="662"/>
                  <a:pt x="2260" y="0"/>
                  <a:pt x="1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36" name="Google Shape;536;p7"/>
          <p:cNvGrpSpPr/>
          <p:nvPr/>
        </p:nvGrpSpPr>
        <p:grpSpPr>
          <a:xfrm>
            <a:off x="4921277" y="6091830"/>
            <a:ext cx="1174713" cy="387569"/>
            <a:chOff x="3690957" y="4568872"/>
            <a:chExt cx="881035" cy="290677"/>
          </a:xfrm>
        </p:grpSpPr>
        <p:sp>
          <p:nvSpPr>
            <p:cNvPr id="537" name="Google Shape;537;p7"/>
            <p:cNvSpPr/>
            <p:nvPr/>
          </p:nvSpPr>
          <p:spPr>
            <a:xfrm>
              <a:off x="3690957" y="4568872"/>
              <a:ext cx="148483" cy="290677"/>
            </a:xfrm>
            <a:custGeom>
              <a:avLst/>
              <a:gdLst/>
              <a:ahLst/>
              <a:cxnLst/>
              <a:rect l="l" t="t" r="r" b="b"/>
              <a:pathLst>
                <a:path w="1204" h="2357" fill="none" extrusionOk="0">
                  <a:moveTo>
                    <a:pt x="0" y="0"/>
                  </a:moveTo>
                  <a:lnTo>
                    <a:pt x="1203" y="1178"/>
                  </a:lnTo>
                  <a:lnTo>
                    <a:pt x="0" y="2356"/>
                  </a:lnTo>
                </a:path>
              </a:pathLst>
            </a:custGeom>
            <a:noFill/>
            <a:ln w="19050" cap="flat" cmpd="sng">
              <a:solidFill>
                <a:schemeClr val="accent5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3839318" y="4568872"/>
              <a:ext cx="145400" cy="290677"/>
            </a:xfrm>
            <a:custGeom>
              <a:avLst/>
              <a:gdLst/>
              <a:ahLst/>
              <a:cxnLst/>
              <a:rect l="l" t="t" r="r" b="b"/>
              <a:pathLst>
                <a:path w="1179" h="2357" fill="none" extrusionOk="0">
                  <a:moveTo>
                    <a:pt x="0" y="0"/>
                  </a:moveTo>
                  <a:lnTo>
                    <a:pt x="1178" y="1178"/>
                  </a:lnTo>
                  <a:lnTo>
                    <a:pt x="0" y="2356"/>
                  </a:lnTo>
                </a:path>
              </a:pathLst>
            </a:custGeom>
            <a:noFill/>
            <a:ln w="19050" cap="flat" cmpd="sng">
              <a:solidFill>
                <a:schemeClr val="accent5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3984595" y="4568872"/>
              <a:ext cx="148483" cy="290677"/>
            </a:xfrm>
            <a:custGeom>
              <a:avLst/>
              <a:gdLst/>
              <a:ahLst/>
              <a:cxnLst/>
              <a:rect l="l" t="t" r="r" b="b"/>
              <a:pathLst>
                <a:path w="1204" h="2357" fill="none" extrusionOk="0">
                  <a:moveTo>
                    <a:pt x="0" y="0"/>
                  </a:moveTo>
                  <a:lnTo>
                    <a:pt x="1203" y="1178"/>
                  </a:lnTo>
                  <a:lnTo>
                    <a:pt x="0" y="2356"/>
                  </a:lnTo>
                </a:path>
              </a:pathLst>
            </a:custGeom>
            <a:noFill/>
            <a:ln w="19050" cap="flat" cmpd="sng">
              <a:solidFill>
                <a:schemeClr val="accent5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4132955" y="4568872"/>
              <a:ext cx="145400" cy="290677"/>
            </a:xfrm>
            <a:custGeom>
              <a:avLst/>
              <a:gdLst/>
              <a:ahLst/>
              <a:cxnLst/>
              <a:rect l="l" t="t" r="r" b="b"/>
              <a:pathLst>
                <a:path w="1179" h="2357" fill="none" extrusionOk="0">
                  <a:moveTo>
                    <a:pt x="0" y="0"/>
                  </a:moveTo>
                  <a:lnTo>
                    <a:pt x="1178" y="1178"/>
                  </a:lnTo>
                  <a:lnTo>
                    <a:pt x="0" y="2356"/>
                  </a:lnTo>
                </a:path>
              </a:pathLst>
            </a:custGeom>
            <a:noFill/>
            <a:ln w="19050" cap="flat" cmpd="sng">
              <a:solidFill>
                <a:schemeClr val="accent5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4278232" y="4568872"/>
              <a:ext cx="148483" cy="290677"/>
            </a:xfrm>
            <a:custGeom>
              <a:avLst/>
              <a:gdLst/>
              <a:ahLst/>
              <a:cxnLst/>
              <a:rect l="l" t="t" r="r" b="b"/>
              <a:pathLst>
                <a:path w="1204" h="2357" fill="none" extrusionOk="0">
                  <a:moveTo>
                    <a:pt x="0" y="0"/>
                  </a:moveTo>
                  <a:lnTo>
                    <a:pt x="1203" y="1178"/>
                  </a:lnTo>
                  <a:lnTo>
                    <a:pt x="0" y="2356"/>
                  </a:lnTo>
                </a:path>
              </a:pathLst>
            </a:custGeom>
            <a:noFill/>
            <a:ln w="19050" cap="flat" cmpd="sng">
              <a:solidFill>
                <a:schemeClr val="accent5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4426592" y="4568872"/>
              <a:ext cx="145400" cy="290677"/>
            </a:xfrm>
            <a:custGeom>
              <a:avLst/>
              <a:gdLst/>
              <a:ahLst/>
              <a:cxnLst/>
              <a:rect l="l" t="t" r="r" b="b"/>
              <a:pathLst>
                <a:path w="1179" h="2357" fill="none" extrusionOk="0">
                  <a:moveTo>
                    <a:pt x="0" y="0"/>
                  </a:moveTo>
                  <a:lnTo>
                    <a:pt x="1178" y="1178"/>
                  </a:lnTo>
                  <a:lnTo>
                    <a:pt x="0" y="2356"/>
                  </a:lnTo>
                </a:path>
              </a:pathLst>
            </a:custGeom>
            <a:noFill/>
            <a:ln w="19050" cap="flat" cmpd="sng">
              <a:solidFill>
                <a:schemeClr val="accent5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72647189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8"/>
          <p:cNvSpPr/>
          <p:nvPr/>
        </p:nvSpPr>
        <p:spPr>
          <a:xfrm>
            <a:off x="1207400" y="1760800"/>
            <a:ext cx="9777200" cy="3336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45" name="Google Shape;545;p8"/>
          <p:cNvSpPr txBox="1">
            <a:spLocks noGrp="1"/>
          </p:cNvSpPr>
          <p:nvPr>
            <p:ph type="title"/>
          </p:nvPr>
        </p:nvSpPr>
        <p:spPr>
          <a:xfrm>
            <a:off x="2351000" y="2466400"/>
            <a:ext cx="7490000" cy="192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6020347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7" name="Google Shape;547;p9"/>
          <p:cNvGrpSpPr/>
          <p:nvPr/>
        </p:nvGrpSpPr>
        <p:grpSpPr>
          <a:xfrm flipH="1">
            <a:off x="-362299" y="-2607399"/>
            <a:ext cx="10356937" cy="4510700"/>
            <a:chOff x="24125" y="294775"/>
            <a:chExt cx="7767703" cy="3383025"/>
          </a:xfrm>
        </p:grpSpPr>
        <p:sp>
          <p:nvSpPr>
            <p:cNvPr id="548" name="Google Shape;548;p9"/>
            <p:cNvSpPr/>
            <p:nvPr/>
          </p:nvSpPr>
          <p:spPr>
            <a:xfrm>
              <a:off x="1686375" y="607200"/>
              <a:ext cx="142125" cy="129550"/>
            </a:xfrm>
            <a:custGeom>
              <a:avLst/>
              <a:gdLst/>
              <a:ahLst/>
              <a:cxnLst/>
              <a:rect l="l" t="t" r="r" b="b"/>
              <a:pathLst>
                <a:path w="5685" h="5182" extrusionOk="0">
                  <a:moveTo>
                    <a:pt x="2834" y="1"/>
                  </a:moveTo>
                  <a:cubicBezTo>
                    <a:pt x="2169" y="1"/>
                    <a:pt x="1507" y="252"/>
                    <a:pt x="1005" y="754"/>
                  </a:cubicBezTo>
                  <a:cubicBezTo>
                    <a:pt x="1" y="1781"/>
                    <a:pt x="1" y="3402"/>
                    <a:pt x="1005" y="4429"/>
                  </a:cubicBezTo>
                  <a:cubicBezTo>
                    <a:pt x="1507" y="4931"/>
                    <a:pt x="2169" y="5182"/>
                    <a:pt x="2834" y="5182"/>
                  </a:cubicBezTo>
                  <a:cubicBezTo>
                    <a:pt x="3499" y="5182"/>
                    <a:pt x="4166" y="4931"/>
                    <a:pt x="4680" y="4429"/>
                  </a:cubicBezTo>
                  <a:cubicBezTo>
                    <a:pt x="5684" y="3402"/>
                    <a:pt x="5684" y="1781"/>
                    <a:pt x="4680" y="754"/>
                  </a:cubicBezTo>
                  <a:cubicBezTo>
                    <a:pt x="4166" y="252"/>
                    <a:pt x="3499" y="1"/>
                    <a:pt x="28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9" name="Google Shape;549;p9"/>
            <p:cNvSpPr/>
            <p:nvPr/>
          </p:nvSpPr>
          <p:spPr>
            <a:xfrm>
              <a:off x="6609800" y="3191600"/>
              <a:ext cx="148950" cy="93025"/>
            </a:xfrm>
            <a:custGeom>
              <a:avLst/>
              <a:gdLst/>
              <a:ahLst/>
              <a:cxnLst/>
              <a:rect l="l" t="t" r="r" b="b"/>
              <a:pathLst>
                <a:path w="5958" h="3721" extrusionOk="0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0" name="Google Shape;550;p9"/>
            <p:cNvSpPr/>
            <p:nvPr/>
          </p:nvSpPr>
          <p:spPr>
            <a:xfrm>
              <a:off x="6721650" y="3191600"/>
              <a:ext cx="149525" cy="93025"/>
            </a:xfrm>
            <a:custGeom>
              <a:avLst/>
              <a:gdLst/>
              <a:ahLst/>
              <a:cxnLst/>
              <a:rect l="l" t="t" r="r" b="b"/>
              <a:pathLst>
                <a:path w="5981" h="3721" extrusionOk="0">
                  <a:moveTo>
                    <a:pt x="0" y="0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1" name="Google Shape;551;p9"/>
            <p:cNvSpPr/>
            <p:nvPr/>
          </p:nvSpPr>
          <p:spPr>
            <a:xfrm>
              <a:off x="6834050" y="3191600"/>
              <a:ext cx="148975" cy="93025"/>
            </a:xfrm>
            <a:custGeom>
              <a:avLst/>
              <a:gdLst/>
              <a:ahLst/>
              <a:cxnLst/>
              <a:rect l="l" t="t" r="r" b="b"/>
              <a:pathLst>
                <a:path w="5959" h="3721" extrusionOk="0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2" name="Google Shape;552;p9"/>
            <p:cNvSpPr/>
            <p:nvPr/>
          </p:nvSpPr>
          <p:spPr>
            <a:xfrm>
              <a:off x="6945900" y="3191600"/>
              <a:ext cx="148950" cy="93025"/>
            </a:xfrm>
            <a:custGeom>
              <a:avLst/>
              <a:gdLst/>
              <a:ahLst/>
              <a:cxnLst/>
              <a:rect l="l" t="t" r="r" b="b"/>
              <a:pathLst>
                <a:path w="5958" h="3721" extrusionOk="0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3" name="Google Shape;553;p9"/>
            <p:cNvSpPr/>
            <p:nvPr/>
          </p:nvSpPr>
          <p:spPr>
            <a:xfrm>
              <a:off x="7057750" y="3191600"/>
              <a:ext cx="149525" cy="93025"/>
            </a:xfrm>
            <a:custGeom>
              <a:avLst/>
              <a:gdLst/>
              <a:ahLst/>
              <a:cxnLst/>
              <a:rect l="l" t="t" r="r" b="b"/>
              <a:pathLst>
                <a:path w="5981" h="3721" extrusionOk="0">
                  <a:moveTo>
                    <a:pt x="0" y="0"/>
                  </a:moveTo>
                  <a:lnTo>
                    <a:pt x="3607" y="3721"/>
                  </a:lnTo>
                  <a:lnTo>
                    <a:pt x="5980" y="3721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4" name="Google Shape;554;p9"/>
            <p:cNvSpPr/>
            <p:nvPr/>
          </p:nvSpPr>
          <p:spPr>
            <a:xfrm>
              <a:off x="7170150" y="3191600"/>
              <a:ext cx="148975" cy="93025"/>
            </a:xfrm>
            <a:custGeom>
              <a:avLst/>
              <a:gdLst/>
              <a:ahLst/>
              <a:cxnLst/>
              <a:rect l="l" t="t" r="r" b="b"/>
              <a:pathLst>
                <a:path w="5959" h="3721" extrusionOk="0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5" name="Google Shape;555;p9"/>
            <p:cNvSpPr/>
            <p:nvPr/>
          </p:nvSpPr>
          <p:spPr>
            <a:xfrm>
              <a:off x="7282000" y="3191600"/>
              <a:ext cx="149525" cy="93025"/>
            </a:xfrm>
            <a:custGeom>
              <a:avLst/>
              <a:gdLst/>
              <a:ahLst/>
              <a:cxnLst/>
              <a:rect l="l" t="t" r="r" b="b"/>
              <a:pathLst>
                <a:path w="5981" h="3721" extrusionOk="0">
                  <a:moveTo>
                    <a:pt x="1" y="0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6" name="Google Shape;556;p9"/>
            <p:cNvSpPr/>
            <p:nvPr/>
          </p:nvSpPr>
          <p:spPr>
            <a:xfrm>
              <a:off x="2406525" y="1218350"/>
              <a:ext cx="5385303" cy="1110475"/>
            </a:xfrm>
            <a:custGeom>
              <a:avLst/>
              <a:gdLst/>
              <a:ahLst/>
              <a:cxnLst/>
              <a:rect l="l" t="t" r="r" b="b"/>
              <a:pathLst>
                <a:path w="206136" h="44419" extrusionOk="0">
                  <a:moveTo>
                    <a:pt x="183" y="0"/>
                  </a:moveTo>
                  <a:cubicBezTo>
                    <a:pt x="91" y="0"/>
                    <a:pt x="0" y="92"/>
                    <a:pt x="0" y="206"/>
                  </a:cubicBezTo>
                  <a:cubicBezTo>
                    <a:pt x="0" y="297"/>
                    <a:pt x="91" y="388"/>
                    <a:pt x="183" y="388"/>
                  </a:cubicBezTo>
                  <a:lnTo>
                    <a:pt x="31887" y="388"/>
                  </a:lnTo>
                  <a:lnTo>
                    <a:pt x="54507" y="23031"/>
                  </a:lnTo>
                  <a:lnTo>
                    <a:pt x="101870" y="23031"/>
                  </a:lnTo>
                  <a:lnTo>
                    <a:pt x="123257" y="44418"/>
                  </a:lnTo>
                  <a:lnTo>
                    <a:pt x="205930" y="44418"/>
                  </a:lnTo>
                  <a:cubicBezTo>
                    <a:pt x="206044" y="44418"/>
                    <a:pt x="206136" y="44327"/>
                    <a:pt x="206136" y="44213"/>
                  </a:cubicBezTo>
                  <a:cubicBezTo>
                    <a:pt x="206136" y="44122"/>
                    <a:pt x="206044" y="44030"/>
                    <a:pt x="205930" y="44030"/>
                  </a:cubicBezTo>
                  <a:lnTo>
                    <a:pt x="123417" y="44030"/>
                  </a:lnTo>
                  <a:lnTo>
                    <a:pt x="102029" y="22643"/>
                  </a:lnTo>
                  <a:lnTo>
                    <a:pt x="54667" y="22643"/>
                  </a:lnTo>
                  <a:lnTo>
                    <a:pt x="320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7" name="Google Shape;557;p9"/>
            <p:cNvSpPr/>
            <p:nvPr/>
          </p:nvSpPr>
          <p:spPr>
            <a:xfrm>
              <a:off x="987925" y="355975"/>
              <a:ext cx="6210225" cy="1468400"/>
            </a:xfrm>
            <a:custGeom>
              <a:avLst/>
              <a:gdLst/>
              <a:ahLst/>
              <a:cxnLst/>
              <a:rect l="l" t="t" r="r" b="b"/>
              <a:pathLst>
                <a:path w="248409" h="58736" extrusionOk="0">
                  <a:moveTo>
                    <a:pt x="248203" y="1"/>
                  </a:moveTo>
                  <a:cubicBezTo>
                    <a:pt x="248151" y="1"/>
                    <a:pt x="248100" y="18"/>
                    <a:pt x="248066" y="52"/>
                  </a:cubicBezTo>
                  <a:lnTo>
                    <a:pt x="196663" y="51455"/>
                  </a:lnTo>
                  <a:lnTo>
                    <a:pt x="175778" y="51455"/>
                  </a:lnTo>
                  <a:lnTo>
                    <a:pt x="155760" y="31460"/>
                  </a:lnTo>
                  <a:lnTo>
                    <a:pt x="121112" y="31460"/>
                  </a:lnTo>
                  <a:lnTo>
                    <a:pt x="94200" y="58371"/>
                  </a:lnTo>
                  <a:lnTo>
                    <a:pt x="183" y="58371"/>
                  </a:lnTo>
                  <a:cubicBezTo>
                    <a:pt x="92" y="58371"/>
                    <a:pt x="0" y="58439"/>
                    <a:pt x="0" y="58553"/>
                  </a:cubicBezTo>
                  <a:cubicBezTo>
                    <a:pt x="0" y="58645"/>
                    <a:pt x="92" y="58736"/>
                    <a:pt x="183" y="58736"/>
                  </a:cubicBezTo>
                  <a:lnTo>
                    <a:pt x="94360" y="58736"/>
                  </a:lnTo>
                  <a:lnTo>
                    <a:pt x="121248" y="31848"/>
                  </a:lnTo>
                  <a:lnTo>
                    <a:pt x="155623" y="31848"/>
                  </a:lnTo>
                  <a:lnTo>
                    <a:pt x="175618" y="51843"/>
                  </a:lnTo>
                  <a:lnTo>
                    <a:pt x="196823" y="51843"/>
                  </a:lnTo>
                  <a:lnTo>
                    <a:pt x="248340" y="326"/>
                  </a:lnTo>
                  <a:cubicBezTo>
                    <a:pt x="248408" y="235"/>
                    <a:pt x="248408" y="121"/>
                    <a:pt x="248340" y="52"/>
                  </a:cubicBezTo>
                  <a:cubicBezTo>
                    <a:pt x="248306" y="18"/>
                    <a:pt x="248254" y="1"/>
                    <a:pt x="2482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8" name="Google Shape;558;p9"/>
            <p:cNvSpPr/>
            <p:nvPr/>
          </p:nvSpPr>
          <p:spPr>
            <a:xfrm>
              <a:off x="1265250" y="1389550"/>
              <a:ext cx="6299250" cy="1955000"/>
            </a:xfrm>
            <a:custGeom>
              <a:avLst/>
              <a:gdLst/>
              <a:ahLst/>
              <a:cxnLst/>
              <a:rect l="l" t="t" r="r" b="b"/>
              <a:pathLst>
                <a:path w="251970" h="78200" extrusionOk="0">
                  <a:moveTo>
                    <a:pt x="389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3"/>
                    <a:pt x="160" y="776"/>
                    <a:pt x="389" y="776"/>
                  </a:cubicBezTo>
                  <a:lnTo>
                    <a:pt x="66217" y="776"/>
                  </a:lnTo>
                  <a:lnTo>
                    <a:pt x="89179" y="23738"/>
                  </a:lnTo>
                  <a:lnTo>
                    <a:pt x="125197" y="23738"/>
                  </a:lnTo>
                  <a:lnTo>
                    <a:pt x="179659" y="78199"/>
                  </a:lnTo>
                  <a:lnTo>
                    <a:pt x="251581" y="78199"/>
                  </a:lnTo>
                  <a:cubicBezTo>
                    <a:pt x="251787" y="78199"/>
                    <a:pt x="251969" y="78040"/>
                    <a:pt x="251969" y="77834"/>
                  </a:cubicBezTo>
                  <a:cubicBezTo>
                    <a:pt x="251969" y="77606"/>
                    <a:pt x="251787" y="77446"/>
                    <a:pt x="251581" y="77446"/>
                  </a:cubicBezTo>
                  <a:lnTo>
                    <a:pt x="179978" y="77446"/>
                  </a:lnTo>
                  <a:lnTo>
                    <a:pt x="125517" y="22962"/>
                  </a:lnTo>
                  <a:lnTo>
                    <a:pt x="89499" y="22962"/>
                  </a:lnTo>
                  <a:lnTo>
                    <a:pt x="665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9" name="Google Shape;559;p9"/>
            <p:cNvSpPr/>
            <p:nvPr/>
          </p:nvSpPr>
          <p:spPr>
            <a:xfrm>
              <a:off x="1631600" y="1974425"/>
              <a:ext cx="6160000" cy="1095650"/>
            </a:xfrm>
            <a:custGeom>
              <a:avLst/>
              <a:gdLst/>
              <a:ahLst/>
              <a:cxnLst/>
              <a:rect l="l" t="t" r="r" b="b"/>
              <a:pathLst>
                <a:path w="246400" h="43826" extrusionOk="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8"/>
                    <a:pt x="69" y="389"/>
                    <a:pt x="183" y="389"/>
                  </a:cubicBezTo>
                  <a:lnTo>
                    <a:pt x="61286" y="389"/>
                  </a:lnTo>
                  <a:lnTo>
                    <a:pt x="104723" y="43825"/>
                  </a:lnTo>
                  <a:lnTo>
                    <a:pt x="165210" y="43825"/>
                  </a:lnTo>
                  <a:lnTo>
                    <a:pt x="207414" y="1599"/>
                  </a:lnTo>
                  <a:lnTo>
                    <a:pt x="246217" y="1599"/>
                  </a:lnTo>
                  <a:cubicBezTo>
                    <a:pt x="246308" y="1599"/>
                    <a:pt x="246400" y="1507"/>
                    <a:pt x="246400" y="1416"/>
                  </a:cubicBezTo>
                  <a:cubicBezTo>
                    <a:pt x="246400" y="1302"/>
                    <a:pt x="246308" y="1233"/>
                    <a:pt x="246217" y="1233"/>
                  </a:cubicBezTo>
                  <a:lnTo>
                    <a:pt x="207254" y="1233"/>
                  </a:lnTo>
                  <a:lnTo>
                    <a:pt x="165050" y="43437"/>
                  </a:lnTo>
                  <a:lnTo>
                    <a:pt x="104883" y="43437"/>
                  </a:lnTo>
                  <a:lnTo>
                    <a:pt x="6144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0" name="Google Shape;560;p9"/>
            <p:cNvSpPr/>
            <p:nvPr/>
          </p:nvSpPr>
          <p:spPr>
            <a:xfrm>
              <a:off x="1978550" y="331575"/>
              <a:ext cx="4691750" cy="1289675"/>
            </a:xfrm>
            <a:custGeom>
              <a:avLst/>
              <a:gdLst/>
              <a:ahLst/>
              <a:cxnLst/>
              <a:rect l="l" t="t" r="r" b="b"/>
              <a:pathLst>
                <a:path w="187670" h="51587" extrusionOk="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1" name="Google Shape;561;p9"/>
            <p:cNvSpPr/>
            <p:nvPr/>
          </p:nvSpPr>
          <p:spPr>
            <a:xfrm>
              <a:off x="937150" y="2104550"/>
              <a:ext cx="6622775" cy="1510475"/>
            </a:xfrm>
            <a:custGeom>
              <a:avLst/>
              <a:gdLst/>
              <a:ahLst/>
              <a:cxnLst/>
              <a:rect l="l" t="t" r="r" b="b"/>
              <a:pathLst>
                <a:path w="264911" h="60419" extrusionOk="0">
                  <a:moveTo>
                    <a:pt x="183" y="0"/>
                  </a:moveTo>
                  <a:cubicBezTo>
                    <a:pt x="91" y="0"/>
                    <a:pt x="0" y="69"/>
                    <a:pt x="0" y="183"/>
                  </a:cubicBezTo>
                  <a:cubicBezTo>
                    <a:pt x="0" y="297"/>
                    <a:pt x="91" y="365"/>
                    <a:pt x="183" y="365"/>
                  </a:cubicBezTo>
                  <a:lnTo>
                    <a:pt x="57177" y="365"/>
                  </a:lnTo>
                  <a:lnTo>
                    <a:pt x="70941" y="14129"/>
                  </a:lnTo>
                  <a:lnTo>
                    <a:pt x="129214" y="14129"/>
                  </a:lnTo>
                  <a:lnTo>
                    <a:pt x="175504" y="60419"/>
                  </a:lnTo>
                  <a:lnTo>
                    <a:pt x="203419" y="60419"/>
                  </a:lnTo>
                  <a:lnTo>
                    <a:pt x="232316" y="31499"/>
                  </a:lnTo>
                  <a:lnTo>
                    <a:pt x="264705" y="31499"/>
                  </a:lnTo>
                  <a:cubicBezTo>
                    <a:pt x="264819" y="31499"/>
                    <a:pt x="264911" y="31430"/>
                    <a:pt x="264911" y="31316"/>
                  </a:cubicBezTo>
                  <a:cubicBezTo>
                    <a:pt x="264911" y="31225"/>
                    <a:pt x="264819" y="31134"/>
                    <a:pt x="264705" y="31134"/>
                  </a:cubicBezTo>
                  <a:lnTo>
                    <a:pt x="232156" y="31134"/>
                  </a:lnTo>
                  <a:lnTo>
                    <a:pt x="203259" y="60031"/>
                  </a:lnTo>
                  <a:lnTo>
                    <a:pt x="175664" y="60031"/>
                  </a:lnTo>
                  <a:lnTo>
                    <a:pt x="129374" y="13764"/>
                  </a:lnTo>
                  <a:lnTo>
                    <a:pt x="71101" y="13764"/>
                  </a:lnTo>
                  <a:lnTo>
                    <a:pt x="573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2" name="Google Shape;562;p9"/>
            <p:cNvSpPr/>
            <p:nvPr/>
          </p:nvSpPr>
          <p:spPr>
            <a:xfrm>
              <a:off x="1664700" y="294775"/>
              <a:ext cx="3135650" cy="766675"/>
            </a:xfrm>
            <a:custGeom>
              <a:avLst/>
              <a:gdLst/>
              <a:ahLst/>
              <a:cxnLst/>
              <a:rect l="l" t="t" r="r" b="b"/>
              <a:pathLst>
                <a:path w="125426" h="30667" extrusionOk="0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3" name="Google Shape;563;p9"/>
            <p:cNvSpPr/>
            <p:nvPr/>
          </p:nvSpPr>
          <p:spPr>
            <a:xfrm>
              <a:off x="100600" y="2193550"/>
              <a:ext cx="3410675" cy="530725"/>
            </a:xfrm>
            <a:custGeom>
              <a:avLst/>
              <a:gdLst/>
              <a:ahLst/>
              <a:cxnLst/>
              <a:rect l="l" t="t" r="r" b="b"/>
              <a:pathLst>
                <a:path w="136427" h="21229" extrusionOk="0">
                  <a:moveTo>
                    <a:pt x="20748" y="1"/>
                  </a:moveTo>
                  <a:lnTo>
                    <a:pt x="160" y="20589"/>
                  </a:lnTo>
                  <a:cubicBezTo>
                    <a:pt x="0" y="20726"/>
                    <a:pt x="0" y="20977"/>
                    <a:pt x="160" y="21114"/>
                  </a:cubicBezTo>
                  <a:cubicBezTo>
                    <a:pt x="228" y="21205"/>
                    <a:pt x="342" y="21228"/>
                    <a:pt x="434" y="21228"/>
                  </a:cubicBezTo>
                  <a:cubicBezTo>
                    <a:pt x="525" y="21228"/>
                    <a:pt x="616" y="21205"/>
                    <a:pt x="708" y="21114"/>
                  </a:cubicBezTo>
                  <a:lnTo>
                    <a:pt x="21045" y="777"/>
                  </a:lnTo>
                  <a:lnTo>
                    <a:pt x="85390" y="777"/>
                  </a:lnTo>
                  <a:lnTo>
                    <a:pt x="103307" y="18672"/>
                  </a:lnTo>
                  <a:lnTo>
                    <a:pt x="136039" y="18672"/>
                  </a:lnTo>
                  <a:cubicBezTo>
                    <a:pt x="136267" y="18672"/>
                    <a:pt x="136427" y="18512"/>
                    <a:pt x="136427" y="18307"/>
                  </a:cubicBezTo>
                  <a:cubicBezTo>
                    <a:pt x="136427" y="18078"/>
                    <a:pt x="136267" y="17919"/>
                    <a:pt x="136039" y="17919"/>
                  </a:cubicBezTo>
                  <a:lnTo>
                    <a:pt x="103627" y="17919"/>
                  </a:lnTo>
                  <a:lnTo>
                    <a:pt x="857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4" name="Google Shape;564;p9"/>
            <p:cNvSpPr/>
            <p:nvPr/>
          </p:nvSpPr>
          <p:spPr>
            <a:xfrm>
              <a:off x="106300" y="832600"/>
              <a:ext cx="2024625" cy="395475"/>
            </a:xfrm>
            <a:custGeom>
              <a:avLst/>
              <a:gdLst/>
              <a:ahLst/>
              <a:cxnLst/>
              <a:rect l="l" t="t" r="r" b="b"/>
              <a:pathLst>
                <a:path w="80985" h="15819" extrusionOk="0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5" name="Google Shape;565;p9"/>
            <p:cNvSpPr/>
            <p:nvPr/>
          </p:nvSpPr>
          <p:spPr>
            <a:xfrm>
              <a:off x="24125" y="1108225"/>
              <a:ext cx="1654850" cy="513025"/>
            </a:xfrm>
            <a:custGeom>
              <a:avLst/>
              <a:gdLst/>
              <a:ahLst/>
              <a:cxnLst/>
              <a:rect l="l" t="t" r="r" b="b"/>
              <a:pathLst>
                <a:path w="66194" h="20521" extrusionOk="0">
                  <a:moveTo>
                    <a:pt x="183" y="0"/>
                  </a:moveTo>
                  <a:cubicBezTo>
                    <a:pt x="92" y="0"/>
                    <a:pt x="1" y="91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5245" y="388"/>
                  </a:lnTo>
                  <a:lnTo>
                    <a:pt x="45377" y="20520"/>
                  </a:lnTo>
                  <a:lnTo>
                    <a:pt x="66011" y="20520"/>
                  </a:lnTo>
                  <a:cubicBezTo>
                    <a:pt x="66103" y="20520"/>
                    <a:pt x="66194" y="20429"/>
                    <a:pt x="66194" y="20337"/>
                  </a:cubicBezTo>
                  <a:cubicBezTo>
                    <a:pt x="66194" y="20223"/>
                    <a:pt x="66103" y="20132"/>
                    <a:pt x="66011" y="20132"/>
                  </a:cubicBezTo>
                  <a:lnTo>
                    <a:pt x="45537" y="20132"/>
                  </a:lnTo>
                  <a:lnTo>
                    <a:pt x="25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6" name="Google Shape;566;p9"/>
            <p:cNvSpPr/>
            <p:nvPr/>
          </p:nvSpPr>
          <p:spPr>
            <a:xfrm>
              <a:off x="24125" y="1371850"/>
              <a:ext cx="979225" cy="451975"/>
            </a:xfrm>
            <a:custGeom>
              <a:avLst/>
              <a:gdLst/>
              <a:ahLst/>
              <a:cxnLst/>
              <a:rect l="l" t="t" r="r" b="b"/>
              <a:pathLst>
                <a:path w="39169" h="18079" extrusionOk="0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7" name="Google Shape;567;p9"/>
            <p:cNvSpPr/>
            <p:nvPr/>
          </p:nvSpPr>
          <p:spPr>
            <a:xfrm>
              <a:off x="5585500" y="1408375"/>
              <a:ext cx="1529900" cy="580350"/>
            </a:xfrm>
            <a:custGeom>
              <a:avLst/>
              <a:gdLst/>
              <a:ahLst/>
              <a:cxnLst/>
              <a:rect l="l" t="t" r="r" b="b"/>
              <a:pathLst>
                <a:path w="61196" h="23214" extrusionOk="0">
                  <a:moveTo>
                    <a:pt x="49121" y="0"/>
                  </a:moveTo>
                  <a:lnTo>
                    <a:pt x="26661" y="22460"/>
                  </a:lnTo>
                  <a:lnTo>
                    <a:pt x="389" y="22460"/>
                  </a:lnTo>
                  <a:cubicBezTo>
                    <a:pt x="161" y="22460"/>
                    <a:pt x="1" y="22620"/>
                    <a:pt x="1" y="22848"/>
                  </a:cubicBezTo>
                  <a:cubicBezTo>
                    <a:pt x="1" y="23054"/>
                    <a:pt x="161" y="23214"/>
                    <a:pt x="389" y="23214"/>
                  </a:cubicBezTo>
                  <a:lnTo>
                    <a:pt x="26980" y="23214"/>
                  </a:lnTo>
                  <a:lnTo>
                    <a:pt x="49441" y="776"/>
                  </a:lnTo>
                  <a:lnTo>
                    <a:pt x="60808" y="776"/>
                  </a:lnTo>
                  <a:cubicBezTo>
                    <a:pt x="61013" y="776"/>
                    <a:pt x="61196" y="594"/>
                    <a:pt x="61196" y="388"/>
                  </a:cubicBezTo>
                  <a:cubicBezTo>
                    <a:pt x="61196" y="183"/>
                    <a:pt x="61013" y="0"/>
                    <a:pt x="60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8" name="Google Shape;568;p9"/>
            <p:cNvSpPr/>
            <p:nvPr/>
          </p:nvSpPr>
          <p:spPr>
            <a:xfrm>
              <a:off x="5953000" y="3543100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66"/>
                  </a:moveTo>
                  <a:cubicBezTo>
                    <a:pt x="3972" y="366"/>
                    <a:pt x="5022" y="1416"/>
                    <a:pt x="5022" y="2694"/>
                  </a:cubicBezTo>
                  <a:cubicBezTo>
                    <a:pt x="5022" y="3949"/>
                    <a:pt x="3972" y="4999"/>
                    <a:pt x="2694" y="4999"/>
                  </a:cubicBezTo>
                  <a:cubicBezTo>
                    <a:pt x="1416" y="4999"/>
                    <a:pt x="388" y="3949"/>
                    <a:pt x="388" y="2694"/>
                  </a:cubicBezTo>
                  <a:cubicBezTo>
                    <a:pt x="388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187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187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9" name="Google Shape;569;p9"/>
            <p:cNvSpPr/>
            <p:nvPr/>
          </p:nvSpPr>
          <p:spPr>
            <a:xfrm>
              <a:off x="5976400" y="3566500"/>
              <a:ext cx="87900" cy="87325"/>
            </a:xfrm>
            <a:custGeom>
              <a:avLst/>
              <a:gdLst/>
              <a:ahLst/>
              <a:cxnLst/>
              <a:rect l="l" t="t" r="r" b="b"/>
              <a:pathLst>
                <a:path w="3516" h="3493" extrusionOk="0">
                  <a:moveTo>
                    <a:pt x="1758" y="0"/>
                  </a:moveTo>
                  <a:cubicBezTo>
                    <a:pt x="799" y="0"/>
                    <a:pt x="0" y="776"/>
                    <a:pt x="0" y="1758"/>
                  </a:cubicBezTo>
                  <a:cubicBezTo>
                    <a:pt x="0" y="2717"/>
                    <a:pt x="799" y="3493"/>
                    <a:pt x="1758" y="3493"/>
                  </a:cubicBezTo>
                  <a:cubicBezTo>
                    <a:pt x="2739" y="3493"/>
                    <a:pt x="3515" y="2717"/>
                    <a:pt x="3515" y="1758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0" name="Google Shape;570;p9"/>
            <p:cNvSpPr/>
            <p:nvPr/>
          </p:nvSpPr>
          <p:spPr>
            <a:xfrm>
              <a:off x="5421175" y="2256325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2"/>
                    <a:pt x="3972" y="5022"/>
                    <a:pt x="2694" y="5022"/>
                  </a:cubicBezTo>
                  <a:cubicBezTo>
                    <a:pt x="1415" y="5022"/>
                    <a:pt x="365" y="3972"/>
                    <a:pt x="365" y="2694"/>
                  </a:cubicBezTo>
                  <a:cubicBezTo>
                    <a:pt x="365" y="1416"/>
                    <a:pt x="1415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1" name="Google Shape;571;p9"/>
            <p:cNvSpPr/>
            <p:nvPr/>
          </p:nvSpPr>
          <p:spPr>
            <a:xfrm>
              <a:off x="5444575" y="2279725"/>
              <a:ext cx="87900" cy="87900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0"/>
                  </a:moveTo>
                  <a:cubicBezTo>
                    <a:pt x="776" y="0"/>
                    <a:pt x="0" y="799"/>
                    <a:pt x="0" y="1758"/>
                  </a:cubicBezTo>
                  <a:cubicBezTo>
                    <a:pt x="0" y="2739"/>
                    <a:pt x="776" y="3516"/>
                    <a:pt x="1758" y="3516"/>
                  </a:cubicBezTo>
                  <a:cubicBezTo>
                    <a:pt x="2716" y="3516"/>
                    <a:pt x="3515" y="2739"/>
                    <a:pt x="3515" y="1758"/>
                  </a:cubicBezTo>
                  <a:cubicBezTo>
                    <a:pt x="3515" y="799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2" name="Google Shape;572;p9"/>
            <p:cNvSpPr/>
            <p:nvPr/>
          </p:nvSpPr>
          <p:spPr>
            <a:xfrm>
              <a:off x="5459400" y="1912225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3" name="Google Shape;573;p9"/>
            <p:cNvSpPr/>
            <p:nvPr/>
          </p:nvSpPr>
          <p:spPr>
            <a:xfrm>
              <a:off x="5482800" y="1935625"/>
              <a:ext cx="87900" cy="87900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1"/>
                  </a:moveTo>
                  <a:cubicBezTo>
                    <a:pt x="799" y="1"/>
                    <a:pt x="0" y="777"/>
                    <a:pt x="0" y="1758"/>
                  </a:cubicBezTo>
                  <a:cubicBezTo>
                    <a:pt x="0" y="2717"/>
                    <a:pt x="799" y="3516"/>
                    <a:pt x="1758" y="3516"/>
                  </a:cubicBezTo>
                  <a:cubicBezTo>
                    <a:pt x="2739" y="3516"/>
                    <a:pt x="3515" y="2717"/>
                    <a:pt x="3515" y="1758"/>
                  </a:cubicBezTo>
                  <a:cubicBezTo>
                    <a:pt x="3515" y="777"/>
                    <a:pt x="2739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4" name="Google Shape;574;p9"/>
            <p:cNvSpPr/>
            <p:nvPr/>
          </p:nvSpPr>
          <p:spPr>
            <a:xfrm>
              <a:off x="4736975" y="1935625"/>
              <a:ext cx="87900" cy="87900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1"/>
                  </a:moveTo>
                  <a:cubicBezTo>
                    <a:pt x="777" y="1"/>
                    <a:pt x="1" y="777"/>
                    <a:pt x="1" y="1758"/>
                  </a:cubicBezTo>
                  <a:cubicBezTo>
                    <a:pt x="1" y="2717"/>
                    <a:pt x="777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5" name="Google Shape;575;p9"/>
            <p:cNvSpPr/>
            <p:nvPr/>
          </p:nvSpPr>
          <p:spPr>
            <a:xfrm>
              <a:off x="7044625" y="2632950"/>
              <a:ext cx="87900" cy="87325"/>
            </a:xfrm>
            <a:custGeom>
              <a:avLst/>
              <a:gdLst/>
              <a:ahLst/>
              <a:cxnLst/>
              <a:rect l="l" t="t" r="r" b="b"/>
              <a:pathLst>
                <a:path w="3516" h="3493" extrusionOk="0">
                  <a:moveTo>
                    <a:pt x="1758" y="0"/>
                  </a:moveTo>
                  <a:cubicBezTo>
                    <a:pt x="799" y="0"/>
                    <a:pt x="0" y="776"/>
                    <a:pt x="0" y="1735"/>
                  </a:cubicBezTo>
                  <a:cubicBezTo>
                    <a:pt x="0" y="2716"/>
                    <a:pt x="799" y="3493"/>
                    <a:pt x="1758" y="3493"/>
                  </a:cubicBezTo>
                  <a:cubicBezTo>
                    <a:pt x="2739" y="3493"/>
                    <a:pt x="3515" y="2716"/>
                    <a:pt x="3515" y="1735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6" name="Google Shape;576;p9"/>
            <p:cNvSpPr/>
            <p:nvPr/>
          </p:nvSpPr>
          <p:spPr>
            <a:xfrm>
              <a:off x="4222850" y="1085400"/>
              <a:ext cx="134675" cy="134675"/>
            </a:xfrm>
            <a:custGeom>
              <a:avLst/>
              <a:gdLst/>
              <a:ahLst/>
              <a:cxnLst/>
              <a:rect l="l" t="t" r="r" b="b"/>
              <a:pathLst>
                <a:path w="5387" h="5387" extrusionOk="0">
                  <a:moveTo>
                    <a:pt x="2694" y="388"/>
                  </a:moveTo>
                  <a:cubicBezTo>
                    <a:pt x="3972" y="388"/>
                    <a:pt x="5022" y="1415"/>
                    <a:pt x="5022" y="2694"/>
                  </a:cubicBezTo>
                  <a:cubicBezTo>
                    <a:pt x="5022" y="3972"/>
                    <a:pt x="3972" y="4999"/>
                    <a:pt x="2694" y="4999"/>
                  </a:cubicBezTo>
                  <a:cubicBezTo>
                    <a:pt x="1415" y="4999"/>
                    <a:pt x="388" y="3972"/>
                    <a:pt x="388" y="2694"/>
                  </a:cubicBezTo>
                  <a:cubicBezTo>
                    <a:pt x="388" y="1415"/>
                    <a:pt x="1415" y="388"/>
                    <a:pt x="2694" y="388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7"/>
                    <a:pt x="1210" y="5387"/>
                    <a:pt x="2694" y="5387"/>
                  </a:cubicBezTo>
                  <a:cubicBezTo>
                    <a:pt x="4177" y="5387"/>
                    <a:pt x="5387" y="4177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7" name="Google Shape;577;p9"/>
            <p:cNvSpPr/>
            <p:nvPr/>
          </p:nvSpPr>
          <p:spPr>
            <a:xfrm>
              <a:off x="4246800" y="1108775"/>
              <a:ext cx="87350" cy="87925"/>
            </a:xfrm>
            <a:custGeom>
              <a:avLst/>
              <a:gdLst/>
              <a:ahLst/>
              <a:cxnLst/>
              <a:rect l="l" t="t" r="r" b="b"/>
              <a:pathLst>
                <a:path w="3494" h="3517" extrusionOk="0">
                  <a:moveTo>
                    <a:pt x="1736" y="1"/>
                  </a:moveTo>
                  <a:cubicBezTo>
                    <a:pt x="777" y="1"/>
                    <a:pt x="1" y="800"/>
                    <a:pt x="1" y="1759"/>
                  </a:cubicBezTo>
                  <a:cubicBezTo>
                    <a:pt x="1" y="2717"/>
                    <a:pt x="777" y="3516"/>
                    <a:pt x="1736" y="3516"/>
                  </a:cubicBezTo>
                  <a:cubicBezTo>
                    <a:pt x="2717" y="3516"/>
                    <a:pt x="3493" y="2717"/>
                    <a:pt x="3493" y="1759"/>
                  </a:cubicBezTo>
                  <a:cubicBezTo>
                    <a:pt x="3493" y="800"/>
                    <a:pt x="2717" y="1"/>
                    <a:pt x="17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8" name="Google Shape;578;p9"/>
            <p:cNvSpPr/>
            <p:nvPr/>
          </p:nvSpPr>
          <p:spPr>
            <a:xfrm>
              <a:off x="3502700" y="2585000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9" name="Google Shape;579;p9"/>
            <p:cNvSpPr/>
            <p:nvPr/>
          </p:nvSpPr>
          <p:spPr>
            <a:xfrm>
              <a:off x="3526100" y="2608400"/>
              <a:ext cx="87900" cy="87900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1"/>
                  </a:moveTo>
                  <a:cubicBezTo>
                    <a:pt x="776" y="1"/>
                    <a:pt x="0" y="777"/>
                    <a:pt x="0" y="1758"/>
                  </a:cubicBezTo>
                  <a:cubicBezTo>
                    <a:pt x="0" y="2717"/>
                    <a:pt x="776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0" name="Google Shape;580;p9"/>
            <p:cNvSpPr/>
            <p:nvPr/>
          </p:nvSpPr>
          <p:spPr>
            <a:xfrm>
              <a:off x="2281550" y="1156150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2"/>
                    <a:pt x="3972" y="4999"/>
                    <a:pt x="2694" y="4999"/>
                  </a:cubicBezTo>
                  <a:cubicBezTo>
                    <a:pt x="1416" y="4999"/>
                    <a:pt x="366" y="3972"/>
                    <a:pt x="366" y="2694"/>
                  </a:cubicBezTo>
                  <a:cubicBezTo>
                    <a:pt x="366" y="1416"/>
                    <a:pt x="1416" y="366"/>
                    <a:pt x="2694" y="366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1" name="Google Shape;581;p9"/>
            <p:cNvSpPr/>
            <p:nvPr/>
          </p:nvSpPr>
          <p:spPr>
            <a:xfrm>
              <a:off x="2304950" y="1179550"/>
              <a:ext cx="87325" cy="87900"/>
            </a:xfrm>
            <a:custGeom>
              <a:avLst/>
              <a:gdLst/>
              <a:ahLst/>
              <a:cxnLst/>
              <a:rect l="l" t="t" r="r" b="b"/>
              <a:pathLst>
                <a:path w="3493" h="3516" extrusionOk="0">
                  <a:moveTo>
                    <a:pt x="1758" y="0"/>
                  </a:moveTo>
                  <a:cubicBezTo>
                    <a:pt x="776" y="0"/>
                    <a:pt x="0" y="776"/>
                    <a:pt x="0" y="1758"/>
                  </a:cubicBezTo>
                  <a:cubicBezTo>
                    <a:pt x="0" y="2717"/>
                    <a:pt x="776" y="3515"/>
                    <a:pt x="1758" y="3515"/>
                  </a:cubicBezTo>
                  <a:cubicBezTo>
                    <a:pt x="2716" y="3515"/>
                    <a:pt x="3493" y="2717"/>
                    <a:pt x="3493" y="1758"/>
                  </a:cubicBezTo>
                  <a:cubicBezTo>
                    <a:pt x="3493" y="776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2" name="Google Shape;582;p9"/>
            <p:cNvSpPr/>
            <p:nvPr/>
          </p:nvSpPr>
          <p:spPr>
            <a:xfrm>
              <a:off x="1577950" y="1004925"/>
              <a:ext cx="94750" cy="94750"/>
            </a:xfrm>
            <a:custGeom>
              <a:avLst/>
              <a:gdLst/>
              <a:ahLst/>
              <a:cxnLst/>
              <a:rect l="l" t="t" r="r" b="b"/>
              <a:pathLst>
                <a:path w="3790" h="3790" extrusionOk="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3" name="Google Shape;583;p9"/>
            <p:cNvSpPr/>
            <p:nvPr/>
          </p:nvSpPr>
          <p:spPr>
            <a:xfrm>
              <a:off x="1595075" y="1022050"/>
              <a:ext cx="59950" cy="59950"/>
            </a:xfrm>
            <a:custGeom>
              <a:avLst/>
              <a:gdLst/>
              <a:ahLst/>
              <a:cxnLst/>
              <a:rect l="l" t="t" r="r" b="b"/>
              <a:pathLst>
                <a:path w="2398" h="2398" extrusionOk="0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4" name="Google Shape;584;p9"/>
            <p:cNvSpPr/>
            <p:nvPr/>
          </p:nvSpPr>
          <p:spPr>
            <a:xfrm>
              <a:off x="2892125" y="1170425"/>
              <a:ext cx="106150" cy="106150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310" y="4246"/>
                    <a:pt x="4246" y="3287"/>
                    <a:pt x="4246" y="2123"/>
                  </a:cubicBezTo>
                  <a:cubicBezTo>
                    <a:pt x="4246" y="936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5" name="Google Shape;585;p9"/>
            <p:cNvSpPr/>
            <p:nvPr/>
          </p:nvSpPr>
          <p:spPr>
            <a:xfrm>
              <a:off x="7004675" y="1366150"/>
              <a:ext cx="106150" cy="106150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36" y="0"/>
                    <a:pt x="0" y="959"/>
                    <a:pt x="0" y="2123"/>
                  </a:cubicBezTo>
                  <a:cubicBezTo>
                    <a:pt x="0" y="3310"/>
                    <a:pt x="936" y="4246"/>
                    <a:pt x="2123" y="4246"/>
                  </a:cubicBezTo>
                  <a:cubicBezTo>
                    <a:pt x="3287" y="4246"/>
                    <a:pt x="4246" y="3310"/>
                    <a:pt x="4246" y="2123"/>
                  </a:cubicBezTo>
                  <a:cubicBezTo>
                    <a:pt x="4246" y="959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6" name="Google Shape;586;p9"/>
            <p:cNvSpPr/>
            <p:nvPr/>
          </p:nvSpPr>
          <p:spPr>
            <a:xfrm>
              <a:off x="6446600" y="2270600"/>
              <a:ext cx="106150" cy="106150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59" y="0"/>
                    <a:pt x="0" y="959"/>
                    <a:pt x="0" y="2123"/>
                  </a:cubicBezTo>
                  <a:cubicBezTo>
                    <a:pt x="0" y="3310"/>
                    <a:pt x="959" y="4246"/>
                    <a:pt x="2123" y="4246"/>
                  </a:cubicBezTo>
                  <a:cubicBezTo>
                    <a:pt x="3310" y="4246"/>
                    <a:pt x="4246" y="3310"/>
                    <a:pt x="4246" y="2123"/>
                  </a:cubicBezTo>
                  <a:cubicBezTo>
                    <a:pt x="4246" y="959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7" name="Google Shape;587;p9"/>
            <p:cNvSpPr/>
            <p:nvPr/>
          </p:nvSpPr>
          <p:spPr>
            <a:xfrm>
              <a:off x="6258275" y="3300575"/>
              <a:ext cx="69650" cy="69650"/>
            </a:xfrm>
            <a:custGeom>
              <a:avLst/>
              <a:gdLst/>
              <a:ahLst/>
              <a:cxnLst/>
              <a:rect l="l" t="t" r="r" b="b"/>
              <a:pathLst>
                <a:path w="2786" h="2786" extrusionOk="0">
                  <a:moveTo>
                    <a:pt x="1393" y="1"/>
                  </a:moveTo>
                  <a:cubicBezTo>
                    <a:pt x="617" y="1"/>
                    <a:pt x="1" y="617"/>
                    <a:pt x="1" y="1393"/>
                  </a:cubicBezTo>
                  <a:cubicBezTo>
                    <a:pt x="1" y="2146"/>
                    <a:pt x="617" y="2786"/>
                    <a:pt x="1393" y="2786"/>
                  </a:cubicBezTo>
                  <a:cubicBezTo>
                    <a:pt x="2169" y="2786"/>
                    <a:pt x="2786" y="2146"/>
                    <a:pt x="2786" y="1393"/>
                  </a:cubicBezTo>
                  <a:cubicBezTo>
                    <a:pt x="2786" y="617"/>
                    <a:pt x="2169" y="1"/>
                    <a:pt x="1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8" name="Google Shape;588;p9"/>
            <p:cNvSpPr/>
            <p:nvPr/>
          </p:nvSpPr>
          <p:spPr>
            <a:xfrm>
              <a:off x="4746100" y="3030675"/>
              <a:ext cx="69650" cy="69075"/>
            </a:xfrm>
            <a:custGeom>
              <a:avLst/>
              <a:gdLst/>
              <a:ahLst/>
              <a:cxnLst/>
              <a:rect l="l" t="t" r="r" b="b"/>
              <a:pathLst>
                <a:path w="2786" h="2763" extrusionOk="0">
                  <a:moveTo>
                    <a:pt x="1393" y="0"/>
                  </a:moveTo>
                  <a:cubicBezTo>
                    <a:pt x="617" y="0"/>
                    <a:pt x="1" y="617"/>
                    <a:pt x="1" y="1393"/>
                  </a:cubicBezTo>
                  <a:cubicBezTo>
                    <a:pt x="1" y="2146"/>
                    <a:pt x="617" y="2762"/>
                    <a:pt x="1393" y="2762"/>
                  </a:cubicBezTo>
                  <a:cubicBezTo>
                    <a:pt x="2169" y="2762"/>
                    <a:pt x="2786" y="2146"/>
                    <a:pt x="2786" y="1393"/>
                  </a:cubicBezTo>
                  <a:cubicBezTo>
                    <a:pt x="2786" y="617"/>
                    <a:pt x="2169" y="0"/>
                    <a:pt x="1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9" name="Google Shape;589;p9"/>
            <p:cNvSpPr/>
            <p:nvPr/>
          </p:nvSpPr>
          <p:spPr>
            <a:xfrm>
              <a:off x="5111875" y="1378700"/>
              <a:ext cx="106175" cy="106150"/>
            </a:xfrm>
            <a:custGeom>
              <a:avLst/>
              <a:gdLst/>
              <a:ahLst/>
              <a:cxnLst/>
              <a:rect l="l" t="t" r="r" b="b"/>
              <a:pathLst>
                <a:path w="4247" h="4246" extrusionOk="0">
                  <a:moveTo>
                    <a:pt x="2124" y="0"/>
                  </a:moveTo>
                  <a:cubicBezTo>
                    <a:pt x="960" y="0"/>
                    <a:pt x="1" y="959"/>
                    <a:pt x="1" y="2123"/>
                  </a:cubicBezTo>
                  <a:cubicBezTo>
                    <a:pt x="1" y="3310"/>
                    <a:pt x="960" y="4246"/>
                    <a:pt x="2124" y="4246"/>
                  </a:cubicBezTo>
                  <a:cubicBezTo>
                    <a:pt x="3288" y="4246"/>
                    <a:pt x="4246" y="3310"/>
                    <a:pt x="4246" y="2123"/>
                  </a:cubicBezTo>
                  <a:cubicBezTo>
                    <a:pt x="4246" y="959"/>
                    <a:pt x="3288" y="0"/>
                    <a:pt x="21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0" name="Google Shape;590;p9"/>
            <p:cNvSpPr/>
            <p:nvPr/>
          </p:nvSpPr>
          <p:spPr>
            <a:xfrm>
              <a:off x="5692225" y="1404950"/>
              <a:ext cx="75350" cy="74775"/>
            </a:xfrm>
            <a:custGeom>
              <a:avLst/>
              <a:gdLst/>
              <a:ahLst/>
              <a:cxnLst/>
              <a:rect l="l" t="t" r="r" b="b"/>
              <a:pathLst>
                <a:path w="3014" h="2991" extrusionOk="0">
                  <a:moveTo>
                    <a:pt x="1507" y="0"/>
                  </a:moveTo>
                  <a:cubicBezTo>
                    <a:pt x="685" y="0"/>
                    <a:pt x="0" y="662"/>
                    <a:pt x="0" y="1507"/>
                  </a:cubicBezTo>
                  <a:cubicBezTo>
                    <a:pt x="0" y="2328"/>
                    <a:pt x="685" y="2990"/>
                    <a:pt x="1507" y="2990"/>
                  </a:cubicBezTo>
                  <a:cubicBezTo>
                    <a:pt x="2328" y="2990"/>
                    <a:pt x="3013" y="2328"/>
                    <a:pt x="3013" y="1507"/>
                  </a:cubicBezTo>
                  <a:cubicBezTo>
                    <a:pt x="3013" y="662"/>
                    <a:pt x="2328" y="0"/>
                    <a:pt x="1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1" name="Google Shape;591;p9"/>
            <p:cNvSpPr/>
            <p:nvPr/>
          </p:nvSpPr>
          <p:spPr>
            <a:xfrm>
              <a:off x="5821750" y="1469425"/>
              <a:ext cx="79350" cy="79350"/>
            </a:xfrm>
            <a:custGeom>
              <a:avLst/>
              <a:gdLst/>
              <a:ahLst/>
              <a:cxnLst/>
              <a:rect l="l" t="t" r="r" b="b"/>
              <a:pathLst>
                <a:path w="3174" h="3174" extrusionOk="0">
                  <a:moveTo>
                    <a:pt x="1598" y="1"/>
                  </a:moveTo>
                  <a:cubicBezTo>
                    <a:pt x="708" y="1"/>
                    <a:pt x="1" y="708"/>
                    <a:pt x="1" y="1575"/>
                  </a:cubicBezTo>
                  <a:cubicBezTo>
                    <a:pt x="1" y="2466"/>
                    <a:pt x="708" y="3173"/>
                    <a:pt x="1598" y="3173"/>
                  </a:cubicBezTo>
                  <a:cubicBezTo>
                    <a:pt x="2466" y="3173"/>
                    <a:pt x="3173" y="2466"/>
                    <a:pt x="3173" y="1575"/>
                  </a:cubicBezTo>
                  <a:cubicBezTo>
                    <a:pt x="3173" y="708"/>
                    <a:pt x="2466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2" name="Google Shape;592;p9"/>
            <p:cNvSpPr/>
            <p:nvPr/>
          </p:nvSpPr>
          <p:spPr>
            <a:xfrm>
              <a:off x="3572900" y="2384150"/>
              <a:ext cx="139825" cy="139250"/>
            </a:xfrm>
            <a:custGeom>
              <a:avLst/>
              <a:gdLst/>
              <a:ahLst/>
              <a:cxnLst/>
              <a:rect l="l" t="t" r="r" b="b"/>
              <a:pathLst>
                <a:path w="5593" h="5570" extrusionOk="0">
                  <a:moveTo>
                    <a:pt x="2808" y="0"/>
                  </a:moveTo>
                  <a:cubicBezTo>
                    <a:pt x="1255" y="0"/>
                    <a:pt x="0" y="1233"/>
                    <a:pt x="0" y="2785"/>
                  </a:cubicBezTo>
                  <a:cubicBezTo>
                    <a:pt x="0" y="4314"/>
                    <a:pt x="1255" y="5570"/>
                    <a:pt x="2808" y="5570"/>
                  </a:cubicBezTo>
                  <a:cubicBezTo>
                    <a:pt x="4337" y="5570"/>
                    <a:pt x="5592" y="4314"/>
                    <a:pt x="5592" y="2785"/>
                  </a:cubicBezTo>
                  <a:cubicBezTo>
                    <a:pt x="5592" y="1233"/>
                    <a:pt x="4337" y="0"/>
                    <a:pt x="28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3" name="Google Shape;593;p9"/>
            <p:cNvSpPr/>
            <p:nvPr/>
          </p:nvSpPr>
          <p:spPr>
            <a:xfrm>
              <a:off x="5419450" y="2995300"/>
              <a:ext cx="139825" cy="139825"/>
            </a:xfrm>
            <a:custGeom>
              <a:avLst/>
              <a:gdLst/>
              <a:ahLst/>
              <a:cxnLst/>
              <a:rect l="l" t="t" r="r" b="b"/>
              <a:pathLst>
                <a:path w="5593" h="5593" extrusionOk="0">
                  <a:moveTo>
                    <a:pt x="2785" y="0"/>
                  </a:moveTo>
                  <a:cubicBezTo>
                    <a:pt x="1256" y="0"/>
                    <a:pt x="1" y="1256"/>
                    <a:pt x="1" y="2808"/>
                  </a:cubicBezTo>
                  <a:cubicBezTo>
                    <a:pt x="1" y="4337"/>
                    <a:pt x="1256" y="5592"/>
                    <a:pt x="2785" y="5592"/>
                  </a:cubicBezTo>
                  <a:cubicBezTo>
                    <a:pt x="4338" y="5592"/>
                    <a:pt x="5593" y="4337"/>
                    <a:pt x="5593" y="2808"/>
                  </a:cubicBezTo>
                  <a:cubicBezTo>
                    <a:pt x="5593" y="1256"/>
                    <a:pt x="4338" y="0"/>
                    <a:pt x="27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4" name="Google Shape;594;p9"/>
            <p:cNvSpPr/>
            <p:nvPr/>
          </p:nvSpPr>
          <p:spPr>
            <a:xfrm>
              <a:off x="3311550" y="1787275"/>
              <a:ext cx="65075" cy="65075"/>
            </a:xfrm>
            <a:custGeom>
              <a:avLst/>
              <a:gdLst/>
              <a:ahLst/>
              <a:cxnLst/>
              <a:rect l="l" t="t" r="r" b="b"/>
              <a:pathLst>
                <a:path w="2603" h="2603" extrusionOk="0">
                  <a:moveTo>
                    <a:pt x="1301" y="0"/>
                  </a:moveTo>
                  <a:cubicBezTo>
                    <a:pt x="594" y="0"/>
                    <a:pt x="0" y="571"/>
                    <a:pt x="0" y="1301"/>
                  </a:cubicBezTo>
                  <a:cubicBezTo>
                    <a:pt x="0" y="2009"/>
                    <a:pt x="594" y="2602"/>
                    <a:pt x="1301" y="2602"/>
                  </a:cubicBezTo>
                  <a:cubicBezTo>
                    <a:pt x="2009" y="2602"/>
                    <a:pt x="2602" y="2009"/>
                    <a:pt x="2602" y="1301"/>
                  </a:cubicBezTo>
                  <a:cubicBezTo>
                    <a:pt x="2602" y="571"/>
                    <a:pt x="2009" y="0"/>
                    <a:pt x="1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5" name="Google Shape;595;p9"/>
            <p:cNvSpPr/>
            <p:nvPr/>
          </p:nvSpPr>
          <p:spPr>
            <a:xfrm>
              <a:off x="3501550" y="1519075"/>
              <a:ext cx="143825" cy="144400"/>
            </a:xfrm>
            <a:custGeom>
              <a:avLst/>
              <a:gdLst/>
              <a:ahLst/>
              <a:cxnLst/>
              <a:rect l="l" t="t" r="r" b="b"/>
              <a:pathLst>
                <a:path w="5753" h="5776" extrusionOk="0">
                  <a:moveTo>
                    <a:pt x="2877" y="388"/>
                  </a:moveTo>
                  <a:cubicBezTo>
                    <a:pt x="4246" y="388"/>
                    <a:pt x="5388" y="1507"/>
                    <a:pt x="5388" y="2899"/>
                  </a:cubicBezTo>
                  <a:cubicBezTo>
                    <a:pt x="5388" y="4269"/>
                    <a:pt x="4246" y="5410"/>
                    <a:pt x="2877" y="5410"/>
                  </a:cubicBezTo>
                  <a:cubicBezTo>
                    <a:pt x="1485" y="5410"/>
                    <a:pt x="366" y="4269"/>
                    <a:pt x="366" y="2899"/>
                  </a:cubicBezTo>
                  <a:cubicBezTo>
                    <a:pt x="366" y="1507"/>
                    <a:pt x="1485" y="388"/>
                    <a:pt x="2877" y="388"/>
                  </a:cubicBezTo>
                  <a:close/>
                  <a:moveTo>
                    <a:pt x="2877" y="0"/>
                  </a:moveTo>
                  <a:cubicBezTo>
                    <a:pt x="1279" y="0"/>
                    <a:pt x="1" y="1301"/>
                    <a:pt x="1" y="2899"/>
                  </a:cubicBezTo>
                  <a:cubicBezTo>
                    <a:pt x="1" y="4497"/>
                    <a:pt x="1279" y="5775"/>
                    <a:pt x="2877" y="5775"/>
                  </a:cubicBezTo>
                  <a:cubicBezTo>
                    <a:pt x="4475" y="5775"/>
                    <a:pt x="5753" y="4497"/>
                    <a:pt x="5753" y="2899"/>
                  </a:cubicBezTo>
                  <a:cubicBezTo>
                    <a:pt x="5753" y="1301"/>
                    <a:pt x="4475" y="0"/>
                    <a:pt x="2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6" name="Google Shape;596;p9"/>
            <p:cNvSpPr/>
            <p:nvPr/>
          </p:nvSpPr>
          <p:spPr>
            <a:xfrm>
              <a:off x="3526675" y="1544750"/>
              <a:ext cx="93600" cy="93050"/>
            </a:xfrm>
            <a:custGeom>
              <a:avLst/>
              <a:gdLst/>
              <a:ahLst/>
              <a:cxnLst/>
              <a:rect l="l" t="t" r="r" b="b"/>
              <a:pathLst>
                <a:path w="3744" h="3722" extrusionOk="0">
                  <a:moveTo>
                    <a:pt x="1872" y="0"/>
                  </a:moveTo>
                  <a:cubicBezTo>
                    <a:pt x="845" y="0"/>
                    <a:pt x="0" y="845"/>
                    <a:pt x="0" y="1872"/>
                  </a:cubicBezTo>
                  <a:cubicBezTo>
                    <a:pt x="0" y="2899"/>
                    <a:pt x="845" y="3721"/>
                    <a:pt x="1872" y="3721"/>
                  </a:cubicBezTo>
                  <a:cubicBezTo>
                    <a:pt x="2899" y="3721"/>
                    <a:pt x="3744" y="2899"/>
                    <a:pt x="3744" y="1872"/>
                  </a:cubicBezTo>
                  <a:cubicBezTo>
                    <a:pt x="3744" y="845"/>
                    <a:pt x="2899" y="0"/>
                    <a:pt x="1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" name="Google Shape;597;p9"/>
            <p:cNvSpPr/>
            <p:nvPr/>
          </p:nvSpPr>
          <p:spPr>
            <a:xfrm>
              <a:off x="1930050" y="1563575"/>
              <a:ext cx="106150" cy="106175"/>
            </a:xfrm>
            <a:custGeom>
              <a:avLst/>
              <a:gdLst/>
              <a:ahLst/>
              <a:cxnLst/>
              <a:rect l="l" t="t" r="r" b="b"/>
              <a:pathLst>
                <a:path w="4246" h="4247" extrusionOk="0">
                  <a:moveTo>
                    <a:pt x="2123" y="1"/>
                  </a:moveTo>
                  <a:cubicBezTo>
                    <a:pt x="959" y="1"/>
                    <a:pt x="0" y="937"/>
                    <a:pt x="0" y="2123"/>
                  </a:cubicBezTo>
                  <a:cubicBezTo>
                    <a:pt x="0" y="3288"/>
                    <a:pt x="959" y="4246"/>
                    <a:pt x="2123" y="4246"/>
                  </a:cubicBezTo>
                  <a:cubicBezTo>
                    <a:pt x="3310" y="4246"/>
                    <a:pt x="4246" y="3288"/>
                    <a:pt x="4246" y="2123"/>
                  </a:cubicBezTo>
                  <a:cubicBezTo>
                    <a:pt x="4246" y="937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8" name="Google Shape;598;p9"/>
            <p:cNvSpPr/>
            <p:nvPr/>
          </p:nvSpPr>
          <p:spPr>
            <a:xfrm>
              <a:off x="1621325" y="1563575"/>
              <a:ext cx="106175" cy="106175"/>
            </a:xfrm>
            <a:custGeom>
              <a:avLst/>
              <a:gdLst/>
              <a:ahLst/>
              <a:cxnLst/>
              <a:rect l="l" t="t" r="r" b="b"/>
              <a:pathLst>
                <a:path w="4247" h="4247" extrusionOk="0">
                  <a:moveTo>
                    <a:pt x="2123" y="1"/>
                  </a:moveTo>
                  <a:cubicBezTo>
                    <a:pt x="936" y="1"/>
                    <a:pt x="1" y="937"/>
                    <a:pt x="1" y="2123"/>
                  </a:cubicBezTo>
                  <a:cubicBezTo>
                    <a:pt x="1" y="3288"/>
                    <a:pt x="936" y="4246"/>
                    <a:pt x="2123" y="4246"/>
                  </a:cubicBezTo>
                  <a:cubicBezTo>
                    <a:pt x="3287" y="4246"/>
                    <a:pt x="4246" y="3288"/>
                    <a:pt x="4246" y="2123"/>
                  </a:cubicBezTo>
                  <a:cubicBezTo>
                    <a:pt x="4246" y="937"/>
                    <a:pt x="3287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9" name="Google Shape;599;p9"/>
            <p:cNvSpPr/>
            <p:nvPr/>
          </p:nvSpPr>
          <p:spPr>
            <a:xfrm>
              <a:off x="944550" y="1765575"/>
              <a:ext cx="106175" cy="106175"/>
            </a:xfrm>
            <a:custGeom>
              <a:avLst/>
              <a:gdLst/>
              <a:ahLst/>
              <a:cxnLst/>
              <a:rect l="l" t="t" r="r" b="b"/>
              <a:pathLst>
                <a:path w="4247" h="4247" extrusionOk="0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0" name="Google Shape;600;p9"/>
            <p:cNvSpPr/>
            <p:nvPr/>
          </p:nvSpPr>
          <p:spPr>
            <a:xfrm>
              <a:off x="496050" y="1323925"/>
              <a:ext cx="106150" cy="106150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1" name="Google Shape;601;p9"/>
            <p:cNvSpPr/>
            <p:nvPr/>
          </p:nvSpPr>
          <p:spPr>
            <a:xfrm>
              <a:off x="3168300" y="1186975"/>
              <a:ext cx="72500" cy="73050"/>
            </a:xfrm>
            <a:custGeom>
              <a:avLst/>
              <a:gdLst/>
              <a:ahLst/>
              <a:cxnLst/>
              <a:rect l="l" t="t" r="r" b="b"/>
              <a:pathLst>
                <a:path w="2900" h="2922" extrusionOk="0">
                  <a:moveTo>
                    <a:pt x="1462" y="0"/>
                  </a:moveTo>
                  <a:cubicBezTo>
                    <a:pt x="640" y="0"/>
                    <a:pt x="1" y="639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1" y="2922"/>
                    <a:pt x="2900" y="2260"/>
                    <a:pt x="2900" y="1461"/>
                  </a:cubicBezTo>
                  <a:cubicBezTo>
                    <a:pt x="2900" y="639"/>
                    <a:pt x="2261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2" name="Google Shape;602;p9"/>
            <p:cNvSpPr/>
            <p:nvPr/>
          </p:nvSpPr>
          <p:spPr>
            <a:xfrm>
              <a:off x="1238425" y="1362725"/>
              <a:ext cx="73075" cy="73050"/>
            </a:xfrm>
            <a:custGeom>
              <a:avLst/>
              <a:gdLst/>
              <a:ahLst/>
              <a:cxnLst/>
              <a:rect l="l" t="t" r="r" b="b"/>
              <a:pathLst>
                <a:path w="2923" h="2922" extrusionOk="0">
                  <a:moveTo>
                    <a:pt x="1462" y="0"/>
                  </a:moveTo>
                  <a:cubicBezTo>
                    <a:pt x="640" y="0"/>
                    <a:pt x="1" y="662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0" y="2922"/>
                    <a:pt x="2922" y="2260"/>
                    <a:pt x="2922" y="1461"/>
                  </a:cubicBezTo>
                  <a:cubicBezTo>
                    <a:pt x="2922" y="662"/>
                    <a:pt x="2260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3" name="Google Shape;603;p9"/>
            <p:cNvSpPr/>
            <p:nvPr/>
          </p:nvSpPr>
          <p:spPr>
            <a:xfrm>
              <a:off x="2281550" y="832600"/>
              <a:ext cx="2995850" cy="9725"/>
            </a:xfrm>
            <a:custGeom>
              <a:avLst/>
              <a:gdLst/>
              <a:ahLst/>
              <a:cxnLst/>
              <a:rect l="l" t="t" r="r" b="b"/>
              <a:pathLst>
                <a:path w="119834" h="389" extrusionOk="0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4" name="Google Shape;604;p9"/>
            <p:cNvSpPr/>
            <p:nvPr/>
          </p:nvSpPr>
          <p:spPr>
            <a:xfrm>
              <a:off x="2222775" y="800650"/>
              <a:ext cx="73075" cy="73050"/>
            </a:xfrm>
            <a:custGeom>
              <a:avLst/>
              <a:gdLst/>
              <a:ahLst/>
              <a:cxnLst/>
              <a:rect l="l" t="t" r="r" b="b"/>
              <a:pathLst>
                <a:path w="2923" h="2922" extrusionOk="0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5" name="Google Shape;605;p9"/>
            <p:cNvSpPr/>
            <p:nvPr/>
          </p:nvSpPr>
          <p:spPr>
            <a:xfrm>
              <a:off x="5235725" y="800650"/>
              <a:ext cx="73050" cy="73050"/>
            </a:xfrm>
            <a:custGeom>
              <a:avLst/>
              <a:gdLst/>
              <a:ahLst/>
              <a:cxnLst/>
              <a:rect l="l" t="t" r="r" b="b"/>
              <a:pathLst>
                <a:path w="2922" h="2922" extrusionOk="0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6" name="Google Shape;606;p9"/>
            <p:cNvSpPr/>
            <p:nvPr/>
          </p:nvSpPr>
          <p:spPr>
            <a:xfrm>
              <a:off x="5732175" y="319450"/>
              <a:ext cx="1118450" cy="1117475"/>
            </a:xfrm>
            <a:custGeom>
              <a:avLst/>
              <a:gdLst/>
              <a:ahLst/>
              <a:cxnLst/>
              <a:rect l="l" t="t" r="r" b="b"/>
              <a:pathLst>
                <a:path w="44738" h="44699" extrusionOk="0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7" name="Google Shape;607;p9"/>
            <p:cNvSpPr/>
            <p:nvPr/>
          </p:nvSpPr>
          <p:spPr>
            <a:xfrm>
              <a:off x="5870250" y="381100"/>
              <a:ext cx="1118475" cy="1117450"/>
            </a:xfrm>
            <a:custGeom>
              <a:avLst/>
              <a:gdLst/>
              <a:ahLst/>
              <a:cxnLst/>
              <a:rect l="l" t="t" r="r" b="b"/>
              <a:pathLst>
                <a:path w="44739" h="44698" extrusionOk="0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8" name="Google Shape;608;p9"/>
            <p:cNvSpPr/>
            <p:nvPr/>
          </p:nvSpPr>
          <p:spPr>
            <a:xfrm>
              <a:off x="4775775" y="1974875"/>
              <a:ext cx="2300825" cy="706600"/>
            </a:xfrm>
            <a:custGeom>
              <a:avLst/>
              <a:gdLst/>
              <a:ahLst/>
              <a:cxnLst/>
              <a:rect l="l" t="t" r="r" b="b"/>
              <a:pathLst>
                <a:path w="92033" h="28264" extrusionOk="0">
                  <a:moveTo>
                    <a:pt x="206" y="0"/>
                  </a:moveTo>
                  <a:cubicBezTo>
                    <a:pt x="155" y="0"/>
                    <a:pt x="104" y="17"/>
                    <a:pt x="69" y="51"/>
                  </a:cubicBezTo>
                  <a:cubicBezTo>
                    <a:pt x="1" y="120"/>
                    <a:pt x="1" y="234"/>
                    <a:pt x="69" y="325"/>
                  </a:cubicBezTo>
                  <a:lnTo>
                    <a:pt x="28007" y="28263"/>
                  </a:lnTo>
                  <a:lnTo>
                    <a:pt x="91850" y="28263"/>
                  </a:lnTo>
                  <a:cubicBezTo>
                    <a:pt x="91941" y="28263"/>
                    <a:pt x="92032" y="28172"/>
                    <a:pt x="92032" y="28058"/>
                  </a:cubicBezTo>
                  <a:cubicBezTo>
                    <a:pt x="92032" y="27967"/>
                    <a:pt x="91941" y="27875"/>
                    <a:pt x="91850" y="27875"/>
                  </a:cubicBezTo>
                  <a:lnTo>
                    <a:pt x="28167" y="27875"/>
                  </a:lnTo>
                  <a:lnTo>
                    <a:pt x="343" y="51"/>
                  </a:lnTo>
                  <a:cubicBezTo>
                    <a:pt x="309" y="17"/>
                    <a:pt x="258" y="0"/>
                    <a:pt x="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9" name="Google Shape;609;p9"/>
            <p:cNvSpPr/>
            <p:nvPr/>
          </p:nvSpPr>
          <p:spPr>
            <a:xfrm>
              <a:off x="3518100" y="2023500"/>
              <a:ext cx="149550" cy="93050"/>
            </a:xfrm>
            <a:custGeom>
              <a:avLst/>
              <a:gdLst/>
              <a:ahLst/>
              <a:cxnLst/>
              <a:rect l="l" t="t" r="r" b="b"/>
              <a:pathLst>
                <a:path w="5982" h="3722" extrusionOk="0">
                  <a:moveTo>
                    <a:pt x="1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0" name="Google Shape;610;p9"/>
            <p:cNvSpPr/>
            <p:nvPr/>
          </p:nvSpPr>
          <p:spPr>
            <a:xfrm>
              <a:off x="3630525" y="2023500"/>
              <a:ext cx="148950" cy="93050"/>
            </a:xfrm>
            <a:custGeom>
              <a:avLst/>
              <a:gdLst/>
              <a:ahLst/>
              <a:cxnLst/>
              <a:rect l="l" t="t" r="r" b="b"/>
              <a:pathLst>
                <a:path w="5958" h="3722" extrusionOk="0">
                  <a:moveTo>
                    <a:pt x="0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1" name="Google Shape;611;p9"/>
            <p:cNvSpPr/>
            <p:nvPr/>
          </p:nvSpPr>
          <p:spPr>
            <a:xfrm>
              <a:off x="3742375" y="2023500"/>
              <a:ext cx="149525" cy="93050"/>
            </a:xfrm>
            <a:custGeom>
              <a:avLst/>
              <a:gdLst/>
              <a:ahLst/>
              <a:cxnLst/>
              <a:rect l="l" t="t" r="r" b="b"/>
              <a:pathLst>
                <a:path w="5981" h="3722" extrusionOk="0">
                  <a:moveTo>
                    <a:pt x="0" y="1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2" name="Google Shape;612;p9"/>
            <p:cNvSpPr/>
            <p:nvPr/>
          </p:nvSpPr>
          <p:spPr>
            <a:xfrm>
              <a:off x="3854775" y="2023500"/>
              <a:ext cx="148975" cy="93050"/>
            </a:xfrm>
            <a:custGeom>
              <a:avLst/>
              <a:gdLst/>
              <a:ahLst/>
              <a:cxnLst/>
              <a:rect l="l" t="t" r="r" b="b"/>
              <a:pathLst>
                <a:path w="5959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3" name="Google Shape;613;p9"/>
            <p:cNvSpPr/>
            <p:nvPr/>
          </p:nvSpPr>
          <p:spPr>
            <a:xfrm>
              <a:off x="3966625" y="2023500"/>
              <a:ext cx="148950" cy="93050"/>
            </a:xfrm>
            <a:custGeom>
              <a:avLst/>
              <a:gdLst/>
              <a:ahLst/>
              <a:cxnLst/>
              <a:rect l="l" t="t" r="r" b="b"/>
              <a:pathLst>
                <a:path w="5958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4" name="Google Shape;614;p9"/>
            <p:cNvSpPr/>
            <p:nvPr/>
          </p:nvSpPr>
          <p:spPr>
            <a:xfrm>
              <a:off x="4078475" y="2023500"/>
              <a:ext cx="149525" cy="93050"/>
            </a:xfrm>
            <a:custGeom>
              <a:avLst/>
              <a:gdLst/>
              <a:ahLst/>
              <a:cxnLst/>
              <a:rect l="l" t="t" r="r" b="b"/>
              <a:pathLst>
                <a:path w="5981" h="3722" extrusionOk="0">
                  <a:moveTo>
                    <a:pt x="0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5" name="Google Shape;615;p9"/>
            <p:cNvSpPr/>
            <p:nvPr/>
          </p:nvSpPr>
          <p:spPr>
            <a:xfrm>
              <a:off x="4190875" y="2023500"/>
              <a:ext cx="148975" cy="93050"/>
            </a:xfrm>
            <a:custGeom>
              <a:avLst/>
              <a:gdLst/>
              <a:ahLst/>
              <a:cxnLst/>
              <a:rect l="l" t="t" r="r" b="b"/>
              <a:pathLst>
                <a:path w="5959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6" name="Google Shape;616;p9"/>
            <p:cNvSpPr/>
            <p:nvPr/>
          </p:nvSpPr>
          <p:spPr>
            <a:xfrm>
              <a:off x="4302725" y="2023500"/>
              <a:ext cx="149525" cy="93050"/>
            </a:xfrm>
            <a:custGeom>
              <a:avLst/>
              <a:gdLst/>
              <a:ahLst/>
              <a:cxnLst/>
              <a:rect l="l" t="t" r="r" b="b"/>
              <a:pathLst>
                <a:path w="5981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7" name="Google Shape;617;p9"/>
            <p:cNvSpPr/>
            <p:nvPr/>
          </p:nvSpPr>
          <p:spPr>
            <a:xfrm>
              <a:off x="2718075" y="2800150"/>
              <a:ext cx="276800" cy="172925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8" name="Google Shape;618;p9"/>
            <p:cNvSpPr/>
            <p:nvPr/>
          </p:nvSpPr>
          <p:spPr>
            <a:xfrm>
              <a:off x="2925800" y="28001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0" y="0"/>
                  </a:moveTo>
                  <a:lnTo>
                    <a:pt x="6665" y="6916"/>
                  </a:lnTo>
                  <a:lnTo>
                    <a:pt x="11070" y="6916"/>
                  </a:lnTo>
                  <a:lnTo>
                    <a:pt x="4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9" name="Google Shape;619;p9"/>
            <p:cNvSpPr/>
            <p:nvPr/>
          </p:nvSpPr>
          <p:spPr>
            <a:xfrm>
              <a:off x="3133500" y="28001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0" name="Google Shape;620;p9"/>
            <p:cNvSpPr/>
            <p:nvPr/>
          </p:nvSpPr>
          <p:spPr>
            <a:xfrm>
              <a:off x="3341775" y="2800150"/>
              <a:ext cx="276800" cy="172925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1" y="0"/>
                  </a:moveTo>
                  <a:lnTo>
                    <a:pt x="6643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1" name="Google Shape;621;p9"/>
            <p:cNvSpPr/>
            <p:nvPr/>
          </p:nvSpPr>
          <p:spPr>
            <a:xfrm>
              <a:off x="3549500" y="28001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0" y="0"/>
                  </a:moveTo>
                  <a:lnTo>
                    <a:pt x="6665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2" name="Google Shape;622;p9"/>
            <p:cNvSpPr/>
            <p:nvPr/>
          </p:nvSpPr>
          <p:spPr>
            <a:xfrm>
              <a:off x="3757200" y="28001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3" name="Google Shape;623;p9"/>
            <p:cNvSpPr/>
            <p:nvPr/>
          </p:nvSpPr>
          <p:spPr>
            <a:xfrm>
              <a:off x="6113925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4" name="Google Shape;624;p9"/>
            <p:cNvSpPr/>
            <p:nvPr/>
          </p:nvSpPr>
          <p:spPr>
            <a:xfrm>
              <a:off x="5906200" y="435450"/>
              <a:ext cx="276800" cy="172925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5" name="Google Shape;625;p9"/>
            <p:cNvSpPr/>
            <p:nvPr/>
          </p:nvSpPr>
          <p:spPr>
            <a:xfrm>
              <a:off x="5698500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6" name="Google Shape;626;p9"/>
            <p:cNvSpPr/>
            <p:nvPr/>
          </p:nvSpPr>
          <p:spPr>
            <a:xfrm>
              <a:off x="5490225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7" name="Google Shape;627;p9"/>
            <p:cNvSpPr/>
            <p:nvPr/>
          </p:nvSpPr>
          <p:spPr>
            <a:xfrm>
              <a:off x="5282500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8" name="Google Shape;628;p9"/>
            <p:cNvSpPr/>
            <p:nvPr/>
          </p:nvSpPr>
          <p:spPr>
            <a:xfrm>
              <a:off x="5074800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9" name="Google Shape;629;p9"/>
            <p:cNvSpPr/>
            <p:nvPr/>
          </p:nvSpPr>
          <p:spPr>
            <a:xfrm>
              <a:off x="4867075" y="435450"/>
              <a:ext cx="276800" cy="172925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0" name="Google Shape;630;p9"/>
            <p:cNvSpPr/>
            <p:nvPr/>
          </p:nvSpPr>
          <p:spPr>
            <a:xfrm>
              <a:off x="4658800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1" name="Google Shape;631;p9"/>
            <p:cNvSpPr/>
            <p:nvPr/>
          </p:nvSpPr>
          <p:spPr>
            <a:xfrm>
              <a:off x="4853400" y="927325"/>
              <a:ext cx="143250" cy="155250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2" name="Google Shape;632;p9"/>
            <p:cNvSpPr/>
            <p:nvPr/>
          </p:nvSpPr>
          <p:spPr>
            <a:xfrm>
              <a:off x="4940700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3" name="Google Shape;633;p9"/>
            <p:cNvSpPr/>
            <p:nvPr/>
          </p:nvSpPr>
          <p:spPr>
            <a:xfrm>
              <a:off x="5028000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4" name="Google Shape;634;p9"/>
            <p:cNvSpPr/>
            <p:nvPr/>
          </p:nvSpPr>
          <p:spPr>
            <a:xfrm>
              <a:off x="5115300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5" name="Google Shape;635;p9"/>
            <p:cNvSpPr/>
            <p:nvPr/>
          </p:nvSpPr>
          <p:spPr>
            <a:xfrm>
              <a:off x="52026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6" name="Google Shape;636;p9"/>
            <p:cNvSpPr/>
            <p:nvPr/>
          </p:nvSpPr>
          <p:spPr>
            <a:xfrm>
              <a:off x="52899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7" name="Google Shape;637;p9"/>
            <p:cNvSpPr/>
            <p:nvPr/>
          </p:nvSpPr>
          <p:spPr>
            <a:xfrm>
              <a:off x="53772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8" name="Google Shape;638;p9"/>
            <p:cNvSpPr/>
            <p:nvPr/>
          </p:nvSpPr>
          <p:spPr>
            <a:xfrm>
              <a:off x="5465100" y="927325"/>
              <a:ext cx="143250" cy="155250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9" name="Google Shape;639;p9"/>
            <p:cNvSpPr/>
            <p:nvPr/>
          </p:nvSpPr>
          <p:spPr>
            <a:xfrm>
              <a:off x="5552425" y="927325"/>
              <a:ext cx="143250" cy="155250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0" name="Google Shape;640;p9"/>
            <p:cNvSpPr/>
            <p:nvPr/>
          </p:nvSpPr>
          <p:spPr>
            <a:xfrm>
              <a:off x="56397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1" name="Google Shape;641;p9"/>
            <p:cNvSpPr/>
            <p:nvPr/>
          </p:nvSpPr>
          <p:spPr>
            <a:xfrm>
              <a:off x="57270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42" name="Google Shape;642;p9"/>
          <p:cNvGrpSpPr/>
          <p:nvPr/>
        </p:nvGrpSpPr>
        <p:grpSpPr>
          <a:xfrm>
            <a:off x="-86387" y="4446606"/>
            <a:ext cx="3251716" cy="2476687"/>
            <a:chOff x="-64791" y="3334954"/>
            <a:chExt cx="2438787" cy="1857515"/>
          </a:xfrm>
        </p:grpSpPr>
        <p:sp>
          <p:nvSpPr>
            <p:cNvPr id="643" name="Google Shape;643;p9"/>
            <p:cNvSpPr/>
            <p:nvPr/>
          </p:nvSpPr>
          <p:spPr>
            <a:xfrm>
              <a:off x="153233" y="4953367"/>
              <a:ext cx="101" cy="10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4" name="Google Shape;644;p9"/>
            <p:cNvSpPr/>
            <p:nvPr/>
          </p:nvSpPr>
          <p:spPr>
            <a:xfrm>
              <a:off x="735872" y="4953367"/>
              <a:ext cx="101" cy="10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5" name="Google Shape;645;p9"/>
            <p:cNvSpPr/>
            <p:nvPr/>
          </p:nvSpPr>
          <p:spPr>
            <a:xfrm>
              <a:off x="173449" y="4953367"/>
              <a:ext cx="527044" cy="101"/>
            </a:xfrm>
            <a:custGeom>
              <a:avLst/>
              <a:gdLst/>
              <a:ahLst/>
              <a:cxnLst/>
              <a:rect l="l" t="t" r="r" b="b"/>
              <a:pathLst>
                <a:path w="5214" h="1" fill="none" extrusionOk="0">
                  <a:moveTo>
                    <a:pt x="5214" y="0"/>
                  </a:move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6" name="Google Shape;646;p9"/>
            <p:cNvSpPr/>
            <p:nvPr/>
          </p:nvSpPr>
          <p:spPr>
            <a:xfrm>
              <a:off x="-26784" y="4811455"/>
              <a:ext cx="106541" cy="101"/>
            </a:xfrm>
            <a:custGeom>
              <a:avLst/>
              <a:gdLst/>
              <a:ahLst/>
              <a:cxnLst/>
              <a:rect l="l" t="t" r="r" b="b"/>
              <a:pathLst>
                <a:path w="1054" h="1" fill="none" extrusionOk="0">
                  <a:moveTo>
                    <a:pt x="1054" y="1"/>
                  </a:moveTo>
                  <a:lnTo>
                    <a:pt x="1" y="1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7" name="Google Shape;647;p9"/>
            <p:cNvSpPr/>
            <p:nvPr/>
          </p:nvSpPr>
          <p:spPr>
            <a:xfrm>
              <a:off x="1115" y="4735444"/>
              <a:ext cx="78642" cy="101"/>
            </a:xfrm>
            <a:custGeom>
              <a:avLst/>
              <a:gdLst/>
              <a:ahLst/>
              <a:cxnLst/>
              <a:rect l="l" t="t" r="r" b="b"/>
              <a:pathLst>
                <a:path w="778" h="1" fill="none" extrusionOk="0">
                  <a:moveTo>
                    <a:pt x="778" y="1"/>
                  </a:moveTo>
                  <a:lnTo>
                    <a:pt x="1" y="1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8" name="Google Shape;648;p9"/>
            <p:cNvSpPr/>
            <p:nvPr/>
          </p:nvSpPr>
          <p:spPr>
            <a:xfrm>
              <a:off x="811974" y="4755761"/>
              <a:ext cx="53372" cy="101"/>
            </a:xfrm>
            <a:custGeom>
              <a:avLst/>
              <a:gdLst/>
              <a:ahLst/>
              <a:cxnLst/>
              <a:rect l="l" t="t" r="r" b="b"/>
              <a:pathLst>
                <a:path w="528" h="1" fill="none" extrusionOk="0">
                  <a:moveTo>
                    <a:pt x="1" y="0"/>
                  </a:moveTo>
                  <a:lnTo>
                    <a:pt x="527" y="0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9" name="Google Shape;649;p9"/>
            <p:cNvSpPr/>
            <p:nvPr/>
          </p:nvSpPr>
          <p:spPr>
            <a:xfrm>
              <a:off x="459715" y="5029378"/>
              <a:ext cx="101" cy="114116"/>
            </a:xfrm>
            <a:custGeom>
              <a:avLst/>
              <a:gdLst/>
              <a:ahLst/>
              <a:cxnLst/>
              <a:rect l="l" t="t" r="r" b="b"/>
              <a:pathLst>
                <a:path w="1" h="1129" fill="none" extrusionOk="0">
                  <a:moveTo>
                    <a:pt x="1" y="0"/>
                  </a:moveTo>
                  <a:lnTo>
                    <a:pt x="1" y="1128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0" name="Google Shape;650;p9"/>
            <p:cNvSpPr/>
            <p:nvPr/>
          </p:nvSpPr>
          <p:spPr>
            <a:xfrm>
              <a:off x="335585" y="5029378"/>
              <a:ext cx="101" cy="53268"/>
            </a:xfrm>
            <a:custGeom>
              <a:avLst/>
              <a:gdLst/>
              <a:ahLst/>
              <a:cxnLst/>
              <a:rect l="l" t="t" r="r" b="b"/>
              <a:pathLst>
                <a:path w="1" h="527" fill="none" extrusionOk="0">
                  <a:moveTo>
                    <a:pt x="1" y="0"/>
                  </a:moveTo>
                  <a:lnTo>
                    <a:pt x="1" y="527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1" name="Google Shape;651;p9"/>
            <p:cNvSpPr/>
            <p:nvPr/>
          </p:nvSpPr>
          <p:spPr>
            <a:xfrm>
              <a:off x="244409" y="5029378"/>
              <a:ext cx="101" cy="83692"/>
            </a:xfrm>
            <a:custGeom>
              <a:avLst/>
              <a:gdLst/>
              <a:ahLst/>
              <a:cxnLst/>
              <a:rect l="l" t="t" r="r" b="b"/>
              <a:pathLst>
                <a:path w="1" h="828" fill="none" extrusionOk="0">
                  <a:moveTo>
                    <a:pt x="0" y="0"/>
                  </a:moveTo>
                  <a:lnTo>
                    <a:pt x="0" y="827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2" name="Google Shape;652;p9"/>
            <p:cNvSpPr/>
            <p:nvPr/>
          </p:nvSpPr>
          <p:spPr>
            <a:xfrm>
              <a:off x="611743" y="5029378"/>
              <a:ext cx="101" cy="83692"/>
            </a:xfrm>
            <a:custGeom>
              <a:avLst/>
              <a:gdLst/>
              <a:ahLst/>
              <a:cxnLst/>
              <a:rect l="l" t="t" r="r" b="b"/>
              <a:pathLst>
                <a:path w="1" h="828" fill="none" extrusionOk="0">
                  <a:moveTo>
                    <a:pt x="0" y="0"/>
                  </a:moveTo>
                  <a:lnTo>
                    <a:pt x="0" y="827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3" name="Google Shape;653;p9"/>
            <p:cNvSpPr/>
            <p:nvPr/>
          </p:nvSpPr>
          <p:spPr>
            <a:xfrm>
              <a:off x="535729" y="5029378"/>
              <a:ext cx="101" cy="63376"/>
            </a:xfrm>
            <a:custGeom>
              <a:avLst/>
              <a:gdLst/>
              <a:ahLst/>
              <a:cxnLst/>
              <a:rect l="l" t="t" r="r" b="b"/>
              <a:pathLst>
                <a:path w="1" h="627" fill="none" extrusionOk="0">
                  <a:moveTo>
                    <a:pt x="1" y="0"/>
                  </a:moveTo>
                  <a:lnTo>
                    <a:pt x="1" y="627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4" name="Google Shape;654;p9"/>
            <p:cNvSpPr/>
            <p:nvPr/>
          </p:nvSpPr>
          <p:spPr>
            <a:xfrm rot="5400000" flipH="1">
              <a:off x="1339300" y="4319646"/>
              <a:ext cx="345501" cy="1400147"/>
            </a:xfrm>
            <a:custGeom>
              <a:avLst/>
              <a:gdLst/>
              <a:ahLst/>
              <a:cxnLst/>
              <a:rect l="l" t="t" r="r" b="b"/>
              <a:pathLst>
                <a:path w="1330" h="5390" fill="none" extrusionOk="0">
                  <a:moveTo>
                    <a:pt x="1329" y="5389"/>
                  </a:moveTo>
                  <a:lnTo>
                    <a:pt x="1329" y="2808"/>
                  </a:lnTo>
                  <a:lnTo>
                    <a:pt x="1" y="1504"/>
                  </a:ln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5" name="Google Shape;655;p9"/>
            <p:cNvSpPr/>
            <p:nvPr/>
          </p:nvSpPr>
          <p:spPr>
            <a:xfrm>
              <a:off x="201348" y="4418870"/>
              <a:ext cx="486510" cy="486486"/>
            </a:xfrm>
            <a:custGeom>
              <a:avLst/>
              <a:gdLst/>
              <a:ahLst/>
              <a:cxnLst/>
              <a:rect l="l" t="t" r="r" b="b"/>
              <a:pathLst>
                <a:path w="4813" h="4813" fill="none" extrusionOk="0">
                  <a:moveTo>
                    <a:pt x="0" y="0"/>
                  </a:moveTo>
                  <a:lnTo>
                    <a:pt x="4812" y="0"/>
                  </a:lnTo>
                  <a:lnTo>
                    <a:pt x="4812" y="4812"/>
                  </a:lnTo>
                  <a:lnTo>
                    <a:pt x="0" y="4812"/>
                  </a:lnTo>
                  <a:close/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6" name="Google Shape;656;p9"/>
            <p:cNvSpPr/>
            <p:nvPr/>
          </p:nvSpPr>
          <p:spPr>
            <a:xfrm>
              <a:off x="282416" y="4499934"/>
              <a:ext cx="324374" cy="324358"/>
            </a:xfrm>
            <a:custGeom>
              <a:avLst/>
              <a:gdLst/>
              <a:ahLst/>
              <a:cxnLst/>
              <a:rect l="l" t="t" r="r" b="b"/>
              <a:pathLst>
                <a:path w="3209" h="3209" extrusionOk="0">
                  <a:moveTo>
                    <a:pt x="0" y="0"/>
                  </a:moveTo>
                  <a:lnTo>
                    <a:pt x="0" y="3208"/>
                  </a:lnTo>
                  <a:lnTo>
                    <a:pt x="3208" y="3208"/>
                  </a:lnTo>
                  <a:lnTo>
                    <a:pt x="3208" y="0"/>
                  </a:ln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7" name="Google Shape;657;p9"/>
            <p:cNvSpPr/>
            <p:nvPr/>
          </p:nvSpPr>
          <p:spPr>
            <a:xfrm>
              <a:off x="153233" y="4388445"/>
              <a:ext cx="101" cy="527018"/>
            </a:xfrm>
            <a:custGeom>
              <a:avLst/>
              <a:gdLst/>
              <a:ahLst/>
              <a:cxnLst/>
              <a:rect l="l" t="t" r="r" b="b"/>
              <a:pathLst>
                <a:path w="1" h="5214" fill="none" extrusionOk="0">
                  <a:moveTo>
                    <a:pt x="0" y="5213"/>
                  </a:moveTo>
                  <a:lnTo>
                    <a:pt x="0" y="0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8" name="Google Shape;658;p9"/>
            <p:cNvSpPr/>
            <p:nvPr/>
          </p:nvSpPr>
          <p:spPr>
            <a:xfrm>
              <a:off x="153233" y="4370656"/>
              <a:ext cx="101" cy="10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9" name="Google Shape;659;p9"/>
            <p:cNvSpPr/>
            <p:nvPr/>
          </p:nvSpPr>
          <p:spPr>
            <a:xfrm>
              <a:off x="191139" y="4370656"/>
              <a:ext cx="527145" cy="101"/>
            </a:xfrm>
            <a:custGeom>
              <a:avLst/>
              <a:gdLst/>
              <a:ahLst/>
              <a:cxnLst/>
              <a:rect l="l" t="t" r="r" b="b"/>
              <a:pathLst>
                <a:path w="5215" h="1" fill="none" extrusionOk="0">
                  <a:moveTo>
                    <a:pt x="1" y="1"/>
                  </a:moveTo>
                  <a:lnTo>
                    <a:pt x="5214" y="1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0" name="Google Shape;660;p9"/>
            <p:cNvSpPr/>
            <p:nvPr/>
          </p:nvSpPr>
          <p:spPr>
            <a:xfrm>
              <a:off x="735872" y="4370656"/>
              <a:ext cx="101" cy="10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1" name="Google Shape;661;p9"/>
            <p:cNvSpPr/>
            <p:nvPr/>
          </p:nvSpPr>
          <p:spPr>
            <a:xfrm>
              <a:off x="735872" y="4406134"/>
              <a:ext cx="101" cy="527018"/>
            </a:xfrm>
            <a:custGeom>
              <a:avLst/>
              <a:gdLst/>
              <a:ahLst/>
              <a:cxnLst/>
              <a:rect l="l" t="t" r="r" b="b"/>
              <a:pathLst>
                <a:path w="1" h="5214" fill="none" extrusionOk="0">
                  <a:moveTo>
                    <a:pt x="0" y="1"/>
                  </a:moveTo>
                  <a:lnTo>
                    <a:pt x="0" y="5214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2" name="Google Shape;662;p9"/>
            <p:cNvSpPr/>
            <p:nvPr/>
          </p:nvSpPr>
          <p:spPr>
            <a:xfrm>
              <a:off x="79746" y="4297273"/>
              <a:ext cx="732242" cy="729678"/>
            </a:xfrm>
            <a:custGeom>
              <a:avLst/>
              <a:gdLst/>
              <a:ahLst/>
              <a:cxnLst/>
              <a:rect l="l" t="t" r="r" b="b"/>
              <a:pathLst>
                <a:path w="7244" h="7219" fill="none" extrusionOk="0">
                  <a:moveTo>
                    <a:pt x="0" y="0"/>
                  </a:moveTo>
                  <a:lnTo>
                    <a:pt x="7243" y="0"/>
                  </a:lnTo>
                  <a:lnTo>
                    <a:pt x="7243" y="7218"/>
                  </a:lnTo>
                  <a:lnTo>
                    <a:pt x="0" y="7218"/>
                  </a:lnTo>
                  <a:close/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3" name="Google Shape;663;p9"/>
            <p:cNvSpPr/>
            <p:nvPr/>
          </p:nvSpPr>
          <p:spPr>
            <a:xfrm>
              <a:off x="331917" y="3334954"/>
              <a:ext cx="201068" cy="201068"/>
            </a:xfrm>
            <a:custGeom>
              <a:avLst/>
              <a:gdLst/>
              <a:ahLst/>
              <a:cxnLst/>
              <a:rect l="l" t="t" r="r" b="b"/>
              <a:pathLst>
                <a:path w="1204" h="1204" fill="none" extrusionOk="0">
                  <a:moveTo>
                    <a:pt x="602" y="0"/>
                  </a:moveTo>
                  <a:cubicBezTo>
                    <a:pt x="928" y="0"/>
                    <a:pt x="1204" y="276"/>
                    <a:pt x="1204" y="602"/>
                  </a:cubicBezTo>
                  <a:cubicBezTo>
                    <a:pt x="1204" y="928"/>
                    <a:pt x="928" y="1203"/>
                    <a:pt x="602" y="1203"/>
                  </a:cubicBezTo>
                  <a:cubicBezTo>
                    <a:pt x="276" y="1203"/>
                    <a:pt x="1" y="928"/>
                    <a:pt x="1" y="602"/>
                  </a:cubicBezTo>
                  <a:cubicBezTo>
                    <a:pt x="1" y="276"/>
                    <a:pt x="276" y="0"/>
                    <a:pt x="602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664" name="Google Shape;664;p9"/>
            <p:cNvCxnSpPr/>
            <p:nvPr/>
          </p:nvCxnSpPr>
          <p:spPr>
            <a:xfrm rot="10800000">
              <a:off x="432450" y="3536025"/>
              <a:ext cx="0" cy="7647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65" name="Google Shape;665;p9"/>
            <p:cNvSpPr/>
            <p:nvPr/>
          </p:nvSpPr>
          <p:spPr>
            <a:xfrm>
              <a:off x="553421" y="3371325"/>
              <a:ext cx="163326" cy="921005"/>
            </a:xfrm>
            <a:custGeom>
              <a:avLst/>
              <a:gdLst/>
              <a:ahLst/>
              <a:cxnLst/>
              <a:rect l="l" t="t" r="r" b="b"/>
              <a:pathLst>
                <a:path w="978" h="5515" fill="none" extrusionOk="0">
                  <a:moveTo>
                    <a:pt x="0" y="5514"/>
                  </a:moveTo>
                  <a:lnTo>
                    <a:pt x="0" y="3509"/>
                  </a:lnTo>
                  <a:lnTo>
                    <a:pt x="977" y="2532"/>
                  </a:lnTo>
                  <a:lnTo>
                    <a:pt x="977" y="0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6" name="Google Shape;666;p9"/>
            <p:cNvSpPr/>
            <p:nvPr/>
          </p:nvSpPr>
          <p:spPr>
            <a:xfrm>
              <a:off x="133388" y="3392200"/>
              <a:ext cx="222110" cy="900130"/>
            </a:xfrm>
            <a:custGeom>
              <a:avLst/>
              <a:gdLst/>
              <a:ahLst/>
              <a:cxnLst/>
              <a:rect l="l" t="t" r="r" b="b"/>
              <a:pathLst>
                <a:path w="1330" h="5390" fill="none" extrusionOk="0">
                  <a:moveTo>
                    <a:pt x="1329" y="5389"/>
                  </a:moveTo>
                  <a:lnTo>
                    <a:pt x="1329" y="2808"/>
                  </a:lnTo>
                  <a:lnTo>
                    <a:pt x="1" y="1504"/>
                  </a:ln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7" name="Google Shape;667;p9"/>
            <p:cNvSpPr/>
            <p:nvPr/>
          </p:nvSpPr>
          <p:spPr>
            <a:xfrm>
              <a:off x="279842" y="3919750"/>
              <a:ext cx="167" cy="372577"/>
            </a:xfrm>
            <a:custGeom>
              <a:avLst/>
              <a:gdLst/>
              <a:ahLst/>
              <a:cxnLst/>
              <a:rect l="l" t="t" r="r" b="b"/>
              <a:pathLst>
                <a:path w="1" h="2231" fill="none" extrusionOk="0">
                  <a:moveTo>
                    <a:pt x="1" y="2231"/>
                  </a:move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8" name="Google Shape;668;p9"/>
            <p:cNvSpPr/>
            <p:nvPr/>
          </p:nvSpPr>
          <p:spPr>
            <a:xfrm>
              <a:off x="647217" y="3919750"/>
              <a:ext cx="167" cy="372577"/>
            </a:xfrm>
            <a:custGeom>
              <a:avLst/>
              <a:gdLst/>
              <a:ahLst/>
              <a:cxnLst/>
              <a:rect l="l" t="t" r="r" b="b"/>
              <a:pathLst>
                <a:path w="1" h="2231" fill="none" extrusionOk="0">
                  <a:moveTo>
                    <a:pt x="0" y="2231"/>
                  </a:moveTo>
                  <a:lnTo>
                    <a:pt x="0" y="0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9" name="Google Shape;669;p9"/>
            <p:cNvSpPr/>
            <p:nvPr/>
          </p:nvSpPr>
          <p:spPr>
            <a:xfrm>
              <a:off x="-64791" y="4659535"/>
              <a:ext cx="144548" cy="101"/>
            </a:xfrm>
            <a:custGeom>
              <a:avLst/>
              <a:gdLst/>
              <a:ahLst/>
              <a:cxnLst/>
              <a:rect l="l" t="t" r="r" b="b"/>
              <a:pathLst>
                <a:path w="1430" h="1" fill="none" extrusionOk="0">
                  <a:moveTo>
                    <a:pt x="1430" y="0"/>
                  </a:move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0" name="Google Shape;670;p9"/>
            <p:cNvSpPr/>
            <p:nvPr/>
          </p:nvSpPr>
          <p:spPr>
            <a:xfrm>
              <a:off x="11223" y="4537939"/>
              <a:ext cx="68534" cy="101"/>
            </a:xfrm>
            <a:custGeom>
              <a:avLst/>
              <a:gdLst/>
              <a:ahLst/>
              <a:cxnLst/>
              <a:rect l="l" t="t" r="r" b="b"/>
              <a:pathLst>
                <a:path w="678" h="1" fill="none" extrusionOk="0">
                  <a:moveTo>
                    <a:pt x="678" y="0"/>
                  </a:move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1" name="Google Shape;671;p9"/>
            <p:cNvSpPr/>
            <p:nvPr/>
          </p:nvSpPr>
          <p:spPr>
            <a:xfrm>
              <a:off x="-26784" y="4444139"/>
              <a:ext cx="106541" cy="101"/>
            </a:xfrm>
            <a:custGeom>
              <a:avLst/>
              <a:gdLst/>
              <a:ahLst/>
              <a:cxnLst/>
              <a:rect l="l" t="t" r="r" b="b"/>
              <a:pathLst>
                <a:path w="1054" h="1" fill="none" extrusionOk="0">
                  <a:moveTo>
                    <a:pt x="1054" y="1"/>
                  </a:moveTo>
                  <a:lnTo>
                    <a:pt x="1" y="1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2" name="Google Shape;672;p9"/>
            <p:cNvSpPr/>
            <p:nvPr/>
          </p:nvSpPr>
          <p:spPr>
            <a:xfrm>
              <a:off x="811974" y="4479617"/>
              <a:ext cx="83696" cy="101"/>
            </a:xfrm>
            <a:custGeom>
              <a:avLst/>
              <a:gdLst/>
              <a:ahLst/>
              <a:cxnLst/>
              <a:rect l="l" t="t" r="r" b="b"/>
              <a:pathLst>
                <a:path w="828" h="1" fill="none" extrusionOk="0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3" name="Google Shape;673;p9"/>
            <p:cNvSpPr/>
            <p:nvPr/>
          </p:nvSpPr>
          <p:spPr>
            <a:xfrm>
              <a:off x="811974" y="4555627"/>
              <a:ext cx="63480" cy="101"/>
            </a:xfrm>
            <a:custGeom>
              <a:avLst/>
              <a:gdLst/>
              <a:ahLst/>
              <a:cxnLst/>
              <a:rect l="l" t="t" r="r" b="b"/>
              <a:pathLst>
                <a:path w="628" h="1" fill="none" extrusionOk="0">
                  <a:moveTo>
                    <a:pt x="1" y="1"/>
                  </a:moveTo>
                  <a:lnTo>
                    <a:pt x="627" y="1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4" name="Google Shape;674;p9"/>
            <p:cNvSpPr/>
            <p:nvPr/>
          </p:nvSpPr>
          <p:spPr>
            <a:xfrm rot="5400000">
              <a:off x="2172928" y="4531170"/>
              <a:ext cx="201068" cy="201068"/>
            </a:xfrm>
            <a:custGeom>
              <a:avLst/>
              <a:gdLst/>
              <a:ahLst/>
              <a:cxnLst/>
              <a:rect l="l" t="t" r="r" b="b"/>
              <a:pathLst>
                <a:path w="1204" h="1204" fill="none" extrusionOk="0">
                  <a:moveTo>
                    <a:pt x="602" y="0"/>
                  </a:moveTo>
                  <a:cubicBezTo>
                    <a:pt x="928" y="0"/>
                    <a:pt x="1204" y="276"/>
                    <a:pt x="1204" y="602"/>
                  </a:cubicBezTo>
                  <a:cubicBezTo>
                    <a:pt x="1204" y="928"/>
                    <a:pt x="928" y="1203"/>
                    <a:pt x="602" y="1203"/>
                  </a:cubicBezTo>
                  <a:cubicBezTo>
                    <a:pt x="276" y="1203"/>
                    <a:pt x="1" y="928"/>
                    <a:pt x="1" y="602"/>
                  </a:cubicBezTo>
                  <a:cubicBezTo>
                    <a:pt x="1" y="276"/>
                    <a:pt x="276" y="0"/>
                    <a:pt x="602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675" name="Google Shape;675;p9"/>
            <p:cNvCxnSpPr/>
            <p:nvPr/>
          </p:nvCxnSpPr>
          <p:spPr>
            <a:xfrm>
              <a:off x="809451" y="4631704"/>
              <a:ext cx="13662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76" name="Google Shape;676;p9"/>
          <p:cNvGrpSpPr/>
          <p:nvPr/>
        </p:nvGrpSpPr>
        <p:grpSpPr>
          <a:xfrm>
            <a:off x="7021664" y="6091825"/>
            <a:ext cx="4210344" cy="395443"/>
            <a:chOff x="5266248" y="4230494"/>
            <a:chExt cx="3157758" cy="296582"/>
          </a:xfrm>
        </p:grpSpPr>
        <p:sp>
          <p:nvSpPr>
            <p:cNvPr id="677" name="Google Shape;677;p9"/>
            <p:cNvSpPr/>
            <p:nvPr/>
          </p:nvSpPr>
          <p:spPr>
            <a:xfrm>
              <a:off x="5266248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8" name="Google Shape;678;p9"/>
            <p:cNvSpPr/>
            <p:nvPr/>
          </p:nvSpPr>
          <p:spPr>
            <a:xfrm>
              <a:off x="5459599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9" name="Google Shape;679;p9"/>
            <p:cNvSpPr/>
            <p:nvPr/>
          </p:nvSpPr>
          <p:spPr>
            <a:xfrm>
              <a:off x="5649735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0" name="Google Shape;680;p9"/>
            <p:cNvSpPr/>
            <p:nvPr/>
          </p:nvSpPr>
          <p:spPr>
            <a:xfrm>
              <a:off x="5839743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6029880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6220016" y="4230494"/>
              <a:ext cx="106446" cy="296582"/>
            </a:xfrm>
            <a:custGeom>
              <a:avLst/>
              <a:gdLst/>
              <a:ahLst/>
              <a:cxnLst/>
              <a:rect l="l" t="t" r="r" b="b"/>
              <a:pathLst>
                <a:path w="828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27" y="2306"/>
                  </a:lnTo>
                  <a:lnTo>
                    <a:pt x="8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6413238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6603375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6793511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6983648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7176870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7367006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7557143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7747151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7940501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8130638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8320774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94" name="Google Shape;694;p9"/>
          <p:cNvGrpSpPr/>
          <p:nvPr/>
        </p:nvGrpSpPr>
        <p:grpSpPr>
          <a:xfrm>
            <a:off x="10297619" y="1672327"/>
            <a:ext cx="1424248" cy="1289669"/>
            <a:chOff x="7723214" y="1254245"/>
            <a:chExt cx="1068186" cy="967252"/>
          </a:xfrm>
        </p:grpSpPr>
        <p:grpSp>
          <p:nvGrpSpPr>
            <p:cNvPr id="695" name="Google Shape;695;p9"/>
            <p:cNvGrpSpPr/>
            <p:nvPr/>
          </p:nvGrpSpPr>
          <p:grpSpPr>
            <a:xfrm>
              <a:off x="7883587" y="1867634"/>
              <a:ext cx="352280" cy="353863"/>
              <a:chOff x="1448125" y="1450525"/>
              <a:chExt cx="133500" cy="134100"/>
            </a:xfrm>
          </p:grpSpPr>
          <p:sp>
            <p:nvSpPr>
              <p:cNvPr id="696" name="Google Shape;696;p9"/>
              <p:cNvSpPr/>
              <p:nvPr/>
            </p:nvSpPr>
            <p:spPr>
              <a:xfrm>
                <a:off x="1448125" y="1450525"/>
                <a:ext cx="133500" cy="134100"/>
              </a:xfrm>
              <a:custGeom>
                <a:avLst/>
                <a:gdLst/>
                <a:ahLst/>
                <a:cxnLst/>
                <a:rect l="l" t="t" r="r" b="b"/>
                <a:pathLst>
                  <a:path w="5340" h="5364" extrusionOk="0">
                    <a:moveTo>
                      <a:pt x="2457" y="1"/>
                    </a:moveTo>
                    <a:lnTo>
                      <a:pt x="2256" y="452"/>
                    </a:lnTo>
                    <a:cubicBezTo>
                      <a:pt x="2056" y="502"/>
                      <a:pt x="1855" y="577"/>
                      <a:pt x="1680" y="652"/>
                    </a:cubicBezTo>
                    <a:lnTo>
                      <a:pt x="1229" y="427"/>
                    </a:lnTo>
                    <a:cubicBezTo>
                      <a:pt x="1003" y="552"/>
                      <a:pt x="803" y="727"/>
                      <a:pt x="627" y="928"/>
                    </a:cubicBezTo>
                    <a:lnTo>
                      <a:pt x="828" y="1404"/>
                    </a:lnTo>
                    <a:cubicBezTo>
                      <a:pt x="703" y="1579"/>
                      <a:pt x="602" y="1755"/>
                      <a:pt x="527" y="1955"/>
                    </a:cubicBezTo>
                    <a:lnTo>
                      <a:pt x="51" y="2081"/>
                    </a:lnTo>
                    <a:cubicBezTo>
                      <a:pt x="26" y="2281"/>
                      <a:pt x="1" y="2482"/>
                      <a:pt x="1" y="2682"/>
                    </a:cubicBezTo>
                    <a:cubicBezTo>
                      <a:pt x="1" y="2757"/>
                      <a:pt x="1" y="2808"/>
                      <a:pt x="1" y="2883"/>
                    </a:cubicBezTo>
                    <a:lnTo>
                      <a:pt x="452" y="3083"/>
                    </a:lnTo>
                    <a:cubicBezTo>
                      <a:pt x="502" y="3284"/>
                      <a:pt x="552" y="3484"/>
                      <a:pt x="652" y="3685"/>
                    </a:cubicBezTo>
                    <a:lnTo>
                      <a:pt x="402" y="4111"/>
                    </a:lnTo>
                    <a:cubicBezTo>
                      <a:pt x="552" y="4336"/>
                      <a:pt x="728" y="4537"/>
                      <a:pt x="928" y="4712"/>
                    </a:cubicBezTo>
                    <a:lnTo>
                      <a:pt x="1379" y="4537"/>
                    </a:lnTo>
                    <a:cubicBezTo>
                      <a:pt x="1555" y="4637"/>
                      <a:pt x="1755" y="4737"/>
                      <a:pt x="1956" y="4813"/>
                    </a:cubicBezTo>
                    <a:lnTo>
                      <a:pt x="2081" y="5289"/>
                    </a:lnTo>
                    <a:cubicBezTo>
                      <a:pt x="2282" y="5339"/>
                      <a:pt x="2457" y="5364"/>
                      <a:pt x="2657" y="5364"/>
                    </a:cubicBezTo>
                    <a:cubicBezTo>
                      <a:pt x="2733" y="5364"/>
                      <a:pt x="2808" y="5364"/>
                      <a:pt x="2883" y="5339"/>
                    </a:cubicBezTo>
                    <a:lnTo>
                      <a:pt x="3084" y="4888"/>
                    </a:lnTo>
                    <a:cubicBezTo>
                      <a:pt x="3284" y="4863"/>
                      <a:pt x="3485" y="4787"/>
                      <a:pt x="3660" y="4687"/>
                    </a:cubicBezTo>
                    <a:lnTo>
                      <a:pt x="4111" y="4938"/>
                    </a:lnTo>
                    <a:cubicBezTo>
                      <a:pt x="4337" y="4787"/>
                      <a:pt x="4537" y="4612"/>
                      <a:pt x="4713" y="4412"/>
                    </a:cubicBezTo>
                    <a:lnTo>
                      <a:pt x="4512" y="3960"/>
                    </a:lnTo>
                    <a:cubicBezTo>
                      <a:pt x="4637" y="3785"/>
                      <a:pt x="4738" y="3610"/>
                      <a:pt x="4813" y="3409"/>
                    </a:cubicBezTo>
                    <a:lnTo>
                      <a:pt x="5289" y="3259"/>
                    </a:lnTo>
                    <a:cubicBezTo>
                      <a:pt x="5314" y="3083"/>
                      <a:pt x="5339" y="2883"/>
                      <a:pt x="5339" y="2682"/>
                    </a:cubicBezTo>
                    <a:cubicBezTo>
                      <a:pt x="5339" y="2607"/>
                      <a:pt x="5339" y="2532"/>
                      <a:pt x="5339" y="2482"/>
                    </a:cubicBezTo>
                    <a:lnTo>
                      <a:pt x="4888" y="2281"/>
                    </a:lnTo>
                    <a:cubicBezTo>
                      <a:pt x="4838" y="2056"/>
                      <a:pt x="4788" y="1855"/>
                      <a:pt x="4688" y="1680"/>
                    </a:cubicBezTo>
                    <a:lnTo>
                      <a:pt x="4938" y="1254"/>
                    </a:lnTo>
                    <a:cubicBezTo>
                      <a:pt x="4788" y="1028"/>
                      <a:pt x="4612" y="828"/>
                      <a:pt x="4412" y="652"/>
                    </a:cubicBezTo>
                    <a:lnTo>
                      <a:pt x="3961" y="828"/>
                    </a:lnTo>
                    <a:cubicBezTo>
                      <a:pt x="3785" y="702"/>
                      <a:pt x="3585" y="602"/>
                      <a:pt x="3384" y="552"/>
                    </a:cubicBezTo>
                    <a:lnTo>
                      <a:pt x="3259" y="76"/>
                    </a:lnTo>
                    <a:cubicBezTo>
                      <a:pt x="3058" y="26"/>
                      <a:pt x="2883" y="1"/>
                      <a:pt x="26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97" name="Google Shape;697;p9"/>
              <p:cNvSpPr/>
              <p:nvPr/>
            </p:nvSpPr>
            <p:spPr>
              <a:xfrm>
                <a:off x="1476325" y="1479350"/>
                <a:ext cx="77100" cy="76475"/>
              </a:xfrm>
              <a:custGeom>
                <a:avLst/>
                <a:gdLst/>
                <a:ahLst/>
                <a:cxnLst/>
                <a:rect l="l" t="t" r="r" b="b"/>
                <a:pathLst>
                  <a:path w="3084" h="3059" extrusionOk="0">
                    <a:moveTo>
                      <a:pt x="1529" y="0"/>
                    </a:moveTo>
                    <a:cubicBezTo>
                      <a:pt x="702" y="0"/>
                      <a:pt x="1" y="677"/>
                      <a:pt x="1" y="1529"/>
                    </a:cubicBezTo>
                    <a:cubicBezTo>
                      <a:pt x="1" y="2381"/>
                      <a:pt x="702" y="3058"/>
                      <a:pt x="1529" y="3058"/>
                    </a:cubicBezTo>
                    <a:cubicBezTo>
                      <a:pt x="2382" y="3058"/>
                      <a:pt x="3083" y="2381"/>
                      <a:pt x="3083" y="1529"/>
                    </a:cubicBezTo>
                    <a:cubicBezTo>
                      <a:pt x="3083" y="677"/>
                      <a:pt x="2382" y="0"/>
                      <a:pt x="152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98" name="Google Shape;698;p9"/>
            <p:cNvGrpSpPr/>
            <p:nvPr/>
          </p:nvGrpSpPr>
          <p:grpSpPr>
            <a:xfrm>
              <a:off x="8239099" y="1536926"/>
              <a:ext cx="552301" cy="552301"/>
              <a:chOff x="1582850" y="1325200"/>
              <a:chExt cx="209300" cy="209300"/>
            </a:xfrm>
          </p:grpSpPr>
          <p:sp>
            <p:nvSpPr>
              <p:cNvPr id="699" name="Google Shape;699;p9"/>
              <p:cNvSpPr/>
              <p:nvPr/>
            </p:nvSpPr>
            <p:spPr>
              <a:xfrm>
                <a:off x="1582850" y="1325200"/>
                <a:ext cx="209300" cy="209300"/>
              </a:xfrm>
              <a:custGeom>
                <a:avLst/>
                <a:gdLst/>
                <a:ahLst/>
                <a:cxnLst/>
                <a:rect l="l" t="t" r="r" b="b"/>
                <a:pathLst>
                  <a:path w="8372" h="8372" extrusionOk="0">
                    <a:moveTo>
                      <a:pt x="4111" y="1"/>
                    </a:moveTo>
                    <a:cubicBezTo>
                      <a:pt x="3810" y="1"/>
                      <a:pt x="3509" y="26"/>
                      <a:pt x="3208" y="101"/>
                    </a:cubicBezTo>
                    <a:cubicBezTo>
                      <a:pt x="3083" y="126"/>
                      <a:pt x="2983" y="176"/>
                      <a:pt x="2883" y="201"/>
                    </a:cubicBezTo>
                    <a:lnTo>
                      <a:pt x="2757" y="953"/>
                    </a:lnTo>
                    <a:cubicBezTo>
                      <a:pt x="2456" y="1104"/>
                      <a:pt x="2181" y="1279"/>
                      <a:pt x="1930" y="1480"/>
                    </a:cubicBezTo>
                    <a:lnTo>
                      <a:pt x="1178" y="1279"/>
                    </a:lnTo>
                    <a:cubicBezTo>
                      <a:pt x="878" y="1580"/>
                      <a:pt x="652" y="1931"/>
                      <a:pt x="451" y="2282"/>
                    </a:cubicBezTo>
                    <a:lnTo>
                      <a:pt x="903" y="2933"/>
                    </a:lnTo>
                    <a:cubicBezTo>
                      <a:pt x="777" y="3234"/>
                      <a:pt x="702" y="3560"/>
                      <a:pt x="677" y="3886"/>
                    </a:cubicBezTo>
                    <a:lnTo>
                      <a:pt x="0" y="4262"/>
                    </a:lnTo>
                    <a:cubicBezTo>
                      <a:pt x="0" y="4562"/>
                      <a:pt x="50" y="4863"/>
                      <a:pt x="126" y="5189"/>
                    </a:cubicBezTo>
                    <a:cubicBezTo>
                      <a:pt x="151" y="5289"/>
                      <a:pt x="176" y="5389"/>
                      <a:pt x="201" y="5490"/>
                    </a:cubicBezTo>
                    <a:lnTo>
                      <a:pt x="978" y="5615"/>
                    </a:lnTo>
                    <a:cubicBezTo>
                      <a:pt x="1103" y="5941"/>
                      <a:pt x="1279" y="6217"/>
                      <a:pt x="1504" y="6442"/>
                    </a:cubicBezTo>
                    <a:lnTo>
                      <a:pt x="1279" y="7194"/>
                    </a:lnTo>
                    <a:cubicBezTo>
                      <a:pt x="1579" y="7495"/>
                      <a:pt x="1930" y="7745"/>
                      <a:pt x="2306" y="7921"/>
                    </a:cubicBezTo>
                    <a:lnTo>
                      <a:pt x="2933" y="7470"/>
                    </a:lnTo>
                    <a:cubicBezTo>
                      <a:pt x="3233" y="7595"/>
                      <a:pt x="3559" y="7670"/>
                      <a:pt x="3885" y="7695"/>
                    </a:cubicBezTo>
                    <a:lnTo>
                      <a:pt x="4261" y="8372"/>
                    </a:lnTo>
                    <a:cubicBezTo>
                      <a:pt x="4562" y="8372"/>
                      <a:pt x="4888" y="8322"/>
                      <a:pt x="5188" y="8247"/>
                    </a:cubicBezTo>
                    <a:cubicBezTo>
                      <a:pt x="5289" y="8222"/>
                      <a:pt x="5389" y="8196"/>
                      <a:pt x="5489" y="8171"/>
                    </a:cubicBezTo>
                    <a:lnTo>
                      <a:pt x="5639" y="7394"/>
                    </a:lnTo>
                    <a:cubicBezTo>
                      <a:pt x="5940" y="7269"/>
                      <a:pt x="6216" y="7094"/>
                      <a:pt x="6467" y="6893"/>
                    </a:cubicBezTo>
                    <a:lnTo>
                      <a:pt x="7218" y="7094"/>
                    </a:lnTo>
                    <a:cubicBezTo>
                      <a:pt x="7494" y="6793"/>
                      <a:pt x="7745" y="6442"/>
                      <a:pt x="7920" y="6066"/>
                    </a:cubicBezTo>
                    <a:lnTo>
                      <a:pt x="7494" y="5440"/>
                    </a:lnTo>
                    <a:cubicBezTo>
                      <a:pt x="7594" y="5139"/>
                      <a:pt x="7670" y="4813"/>
                      <a:pt x="7695" y="4487"/>
                    </a:cubicBezTo>
                    <a:lnTo>
                      <a:pt x="8371" y="4111"/>
                    </a:lnTo>
                    <a:cubicBezTo>
                      <a:pt x="8371" y="3810"/>
                      <a:pt x="8346" y="3485"/>
                      <a:pt x="8271" y="3184"/>
                    </a:cubicBezTo>
                    <a:cubicBezTo>
                      <a:pt x="8246" y="3084"/>
                      <a:pt x="8196" y="2983"/>
                      <a:pt x="8171" y="2883"/>
                    </a:cubicBezTo>
                    <a:lnTo>
                      <a:pt x="7419" y="2758"/>
                    </a:lnTo>
                    <a:cubicBezTo>
                      <a:pt x="7269" y="2432"/>
                      <a:pt x="7093" y="2156"/>
                      <a:pt x="6893" y="1906"/>
                    </a:cubicBezTo>
                    <a:lnTo>
                      <a:pt x="7093" y="1179"/>
                    </a:lnTo>
                    <a:cubicBezTo>
                      <a:pt x="6792" y="878"/>
                      <a:pt x="6467" y="628"/>
                      <a:pt x="6091" y="452"/>
                    </a:cubicBezTo>
                    <a:lnTo>
                      <a:pt x="5439" y="903"/>
                    </a:lnTo>
                    <a:cubicBezTo>
                      <a:pt x="5138" y="778"/>
                      <a:pt x="4812" y="703"/>
                      <a:pt x="4487" y="678"/>
                    </a:cubicBezTo>
                    <a:lnTo>
                      <a:pt x="4111" y="1"/>
                    </a:lnTo>
                    <a:close/>
                  </a:path>
                </a:pathLst>
              </a:cu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0" name="Google Shape;700;p9"/>
              <p:cNvSpPr/>
              <p:nvPr/>
            </p:nvSpPr>
            <p:spPr>
              <a:xfrm>
                <a:off x="1621075" y="1369750"/>
                <a:ext cx="132850" cy="120200"/>
              </a:xfrm>
              <a:custGeom>
                <a:avLst/>
                <a:gdLst/>
                <a:ahLst/>
                <a:cxnLst/>
                <a:rect l="l" t="t" r="r" b="b"/>
                <a:pathLst>
                  <a:path w="5314" h="4808" extrusionOk="0">
                    <a:moveTo>
                      <a:pt x="2667" y="1"/>
                    </a:moveTo>
                    <a:cubicBezTo>
                      <a:pt x="2474" y="1"/>
                      <a:pt x="2277" y="24"/>
                      <a:pt x="2080" y="74"/>
                    </a:cubicBezTo>
                    <a:cubicBezTo>
                      <a:pt x="802" y="374"/>
                      <a:pt x="0" y="1678"/>
                      <a:pt x="326" y="2981"/>
                    </a:cubicBezTo>
                    <a:cubicBezTo>
                      <a:pt x="603" y="4066"/>
                      <a:pt x="1584" y="4808"/>
                      <a:pt x="2656" y="4808"/>
                    </a:cubicBezTo>
                    <a:cubicBezTo>
                      <a:pt x="2847" y="4808"/>
                      <a:pt x="3040" y="4784"/>
                      <a:pt x="3233" y="4735"/>
                    </a:cubicBezTo>
                    <a:cubicBezTo>
                      <a:pt x="4511" y="4435"/>
                      <a:pt x="5313" y="3131"/>
                      <a:pt x="4988" y="1828"/>
                    </a:cubicBezTo>
                    <a:cubicBezTo>
                      <a:pt x="4732" y="743"/>
                      <a:pt x="3754" y="1"/>
                      <a:pt x="2667" y="1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1" name="Google Shape;701;p9"/>
              <p:cNvSpPr/>
              <p:nvPr/>
            </p:nvSpPr>
            <p:spPr>
              <a:xfrm>
                <a:off x="1643000" y="1389100"/>
                <a:ext cx="89625" cy="81300"/>
              </a:xfrm>
              <a:custGeom>
                <a:avLst/>
                <a:gdLst/>
                <a:ahLst/>
                <a:cxnLst/>
                <a:rect l="l" t="t" r="r" b="b"/>
                <a:pathLst>
                  <a:path w="3585" h="3252" extrusionOk="0">
                    <a:moveTo>
                      <a:pt x="1801" y="1"/>
                    </a:moveTo>
                    <a:cubicBezTo>
                      <a:pt x="1670" y="1"/>
                      <a:pt x="1537" y="17"/>
                      <a:pt x="1404" y="51"/>
                    </a:cubicBezTo>
                    <a:cubicBezTo>
                      <a:pt x="527" y="252"/>
                      <a:pt x="0" y="1154"/>
                      <a:pt x="201" y="2006"/>
                    </a:cubicBezTo>
                    <a:cubicBezTo>
                      <a:pt x="394" y="2758"/>
                      <a:pt x="1066" y="3252"/>
                      <a:pt x="1806" y="3252"/>
                    </a:cubicBezTo>
                    <a:cubicBezTo>
                      <a:pt x="1930" y="3252"/>
                      <a:pt x="2055" y="3238"/>
                      <a:pt x="2181" y="3209"/>
                    </a:cubicBezTo>
                    <a:cubicBezTo>
                      <a:pt x="3033" y="2984"/>
                      <a:pt x="3584" y="2107"/>
                      <a:pt x="3359" y="1254"/>
                    </a:cubicBezTo>
                    <a:cubicBezTo>
                      <a:pt x="3189" y="510"/>
                      <a:pt x="2532" y="1"/>
                      <a:pt x="18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2" name="Google Shape;702;p9"/>
              <p:cNvSpPr/>
              <p:nvPr/>
            </p:nvSpPr>
            <p:spPr>
              <a:xfrm>
                <a:off x="1664925" y="1409050"/>
                <a:ext cx="45775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1657" extrusionOk="0">
                    <a:moveTo>
                      <a:pt x="922" y="0"/>
                    </a:moveTo>
                    <a:cubicBezTo>
                      <a:pt x="850" y="0"/>
                      <a:pt x="776" y="10"/>
                      <a:pt x="702" y="30"/>
                    </a:cubicBezTo>
                    <a:cubicBezTo>
                      <a:pt x="276" y="131"/>
                      <a:pt x="1" y="582"/>
                      <a:pt x="101" y="1033"/>
                    </a:cubicBezTo>
                    <a:cubicBezTo>
                      <a:pt x="186" y="1418"/>
                      <a:pt x="527" y="1656"/>
                      <a:pt x="905" y="1656"/>
                    </a:cubicBezTo>
                    <a:cubicBezTo>
                      <a:pt x="970" y="1656"/>
                      <a:pt x="1037" y="1649"/>
                      <a:pt x="1103" y="1634"/>
                    </a:cubicBezTo>
                    <a:cubicBezTo>
                      <a:pt x="1554" y="1534"/>
                      <a:pt x="1830" y="1083"/>
                      <a:pt x="1705" y="632"/>
                    </a:cubicBezTo>
                    <a:cubicBezTo>
                      <a:pt x="1621" y="255"/>
                      <a:pt x="1292" y="0"/>
                      <a:pt x="9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703" name="Google Shape;703;p9"/>
            <p:cNvGrpSpPr/>
            <p:nvPr/>
          </p:nvGrpSpPr>
          <p:grpSpPr>
            <a:xfrm>
              <a:off x="7723214" y="1254245"/>
              <a:ext cx="552301" cy="552301"/>
              <a:chOff x="1387350" y="1218075"/>
              <a:chExt cx="209300" cy="209300"/>
            </a:xfrm>
          </p:grpSpPr>
          <p:sp>
            <p:nvSpPr>
              <p:cNvPr id="704" name="Google Shape;704;p9"/>
              <p:cNvSpPr/>
              <p:nvPr/>
            </p:nvSpPr>
            <p:spPr>
              <a:xfrm>
                <a:off x="1387350" y="1218075"/>
                <a:ext cx="209300" cy="209300"/>
              </a:xfrm>
              <a:custGeom>
                <a:avLst/>
                <a:gdLst/>
                <a:ahLst/>
                <a:cxnLst/>
                <a:rect l="l" t="t" r="r" b="b"/>
                <a:pathLst>
                  <a:path w="8372" h="8372" extrusionOk="0">
                    <a:moveTo>
                      <a:pt x="3860" y="0"/>
                    </a:moveTo>
                    <a:lnTo>
                      <a:pt x="3560" y="727"/>
                    </a:lnTo>
                    <a:cubicBezTo>
                      <a:pt x="3234" y="777"/>
                      <a:pt x="2908" y="877"/>
                      <a:pt x="2632" y="1028"/>
                    </a:cubicBezTo>
                    <a:lnTo>
                      <a:pt x="1956" y="652"/>
                    </a:lnTo>
                    <a:cubicBezTo>
                      <a:pt x="1605" y="877"/>
                      <a:pt x="1279" y="1153"/>
                      <a:pt x="1003" y="1454"/>
                    </a:cubicBezTo>
                    <a:lnTo>
                      <a:pt x="1279" y="2181"/>
                    </a:lnTo>
                    <a:cubicBezTo>
                      <a:pt x="1103" y="2456"/>
                      <a:pt x="953" y="2757"/>
                      <a:pt x="853" y="3058"/>
                    </a:cubicBezTo>
                    <a:lnTo>
                      <a:pt x="101" y="3258"/>
                    </a:lnTo>
                    <a:cubicBezTo>
                      <a:pt x="26" y="3559"/>
                      <a:pt x="1" y="3860"/>
                      <a:pt x="1" y="4186"/>
                    </a:cubicBezTo>
                    <a:cubicBezTo>
                      <a:pt x="1" y="4286"/>
                      <a:pt x="1" y="4411"/>
                      <a:pt x="26" y="4512"/>
                    </a:cubicBezTo>
                    <a:lnTo>
                      <a:pt x="728" y="4812"/>
                    </a:lnTo>
                    <a:cubicBezTo>
                      <a:pt x="778" y="5163"/>
                      <a:pt x="878" y="5464"/>
                      <a:pt x="1028" y="5765"/>
                    </a:cubicBezTo>
                    <a:lnTo>
                      <a:pt x="652" y="6441"/>
                    </a:lnTo>
                    <a:cubicBezTo>
                      <a:pt x="878" y="6792"/>
                      <a:pt x="1154" y="7093"/>
                      <a:pt x="1454" y="7369"/>
                    </a:cubicBezTo>
                    <a:lnTo>
                      <a:pt x="2181" y="7093"/>
                    </a:lnTo>
                    <a:cubicBezTo>
                      <a:pt x="2457" y="7268"/>
                      <a:pt x="2758" y="7419"/>
                      <a:pt x="3058" y="7519"/>
                    </a:cubicBezTo>
                    <a:lnTo>
                      <a:pt x="3284" y="8271"/>
                    </a:lnTo>
                    <a:cubicBezTo>
                      <a:pt x="3560" y="8346"/>
                      <a:pt x="3885" y="8371"/>
                      <a:pt x="4186" y="8371"/>
                    </a:cubicBezTo>
                    <a:lnTo>
                      <a:pt x="4512" y="8371"/>
                    </a:lnTo>
                    <a:lnTo>
                      <a:pt x="4838" y="7644"/>
                    </a:lnTo>
                    <a:cubicBezTo>
                      <a:pt x="5164" y="7594"/>
                      <a:pt x="5464" y="7494"/>
                      <a:pt x="5765" y="7344"/>
                    </a:cubicBezTo>
                    <a:lnTo>
                      <a:pt x="6442" y="7720"/>
                    </a:lnTo>
                    <a:cubicBezTo>
                      <a:pt x="6793" y="7519"/>
                      <a:pt x="7093" y="7243"/>
                      <a:pt x="7369" y="6918"/>
                    </a:cubicBezTo>
                    <a:lnTo>
                      <a:pt x="7093" y="6191"/>
                    </a:lnTo>
                    <a:cubicBezTo>
                      <a:pt x="7269" y="5915"/>
                      <a:pt x="7419" y="5639"/>
                      <a:pt x="7545" y="5314"/>
                    </a:cubicBezTo>
                    <a:lnTo>
                      <a:pt x="8271" y="5113"/>
                    </a:lnTo>
                    <a:cubicBezTo>
                      <a:pt x="8347" y="4812"/>
                      <a:pt x="8372" y="4512"/>
                      <a:pt x="8372" y="4186"/>
                    </a:cubicBezTo>
                    <a:cubicBezTo>
                      <a:pt x="8372" y="4085"/>
                      <a:pt x="8372" y="3985"/>
                      <a:pt x="8372" y="3860"/>
                    </a:cubicBezTo>
                    <a:lnTo>
                      <a:pt x="7670" y="3559"/>
                    </a:lnTo>
                    <a:cubicBezTo>
                      <a:pt x="7595" y="3233"/>
                      <a:pt x="7494" y="2907"/>
                      <a:pt x="7344" y="2632"/>
                    </a:cubicBezTo>
                    <a:lnTo>
                      <a:pt x="7745" y="1955"/>
                    </a:lnTo>
                    <a:cubicBezTo>
                      <a:pt x="7520" y="1604"/>
                      <a:pt x="7244" y="1278"/>
                      <a:pt x="6918" y="1003"/>
                    </a:cubicBezTo>
                    <a:lnTo>
                      <a:pt x="6191" y="1278"/>
                    </a:lnTo>
                    <a:cubicBezTo>
                      <a:pt x="5941" y="1103"/>
                      <a:pt x="5640" y="953"/>
                      <a:pt x="5314" y="852"/>
                    </a:cubicBezTo>
                    <a:lnTo>
                      <a:pt x="5114" y="100"/>
                    </a:lnTo>
                    <a:cubicBezTo>
                      <a:pt x="4813" y="25"/>
                      <a:pt x="4512" y="0"/>
                      <a:pt x="4186" y="0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5" name="Google Shape;705;p9"/>
              <p:cNvSpPr/>
              <p:nvPr/>
            </p:nvSpPr>
            <p:spPr>
              <a:xfrm>
                <a:off x="1387350" y="1218075"/>
                <a:ext cx="209300" cy="209300"/>
              </a:xfrm>
              <a:custGeom>
                <a:avLst/>
                <a:gdLst/>
                <a:ahLst/>
                <a:cxnLst/>
                <a:rect l="l" t="t" r="r" b="b"/>
                <a:pathLst>
                  <a:path w="8372" h="8372" fill="none" extrusionOk="0">
                    <a:moveTo>
                      <a:pt x="8372" y="4186"/>
                    </a:moveTo>
                    <a:cubicBezTo>
                      <a:pt x="8372" y="4512"/>
                      <a:pt x="8347" y="4812"/>
                      <a:pt x="8271" y="5113"/>
                    </a:cubicBezTo>
                    <a:lnTo>
                      <a:pt x="7545" y="5314"/>
                    </a:lnTo>
                    <a:cubicBezTo>
                      <a:pt x="7419" y="5639"/>
                      <a:pt x="7269" y="5915"/>
                      <a:pt x="7093" y="6191"/>
                    </a:cubicBezTo>
                    <a:lnTo>
                      <a:pt x="7369" y="6918"/>
                    </a:lnTo>
                    <a:cubicBezTo>
                      <a:pt x="7093" y="7243"/>
                      <a:pt x="6793" y="7519"/>
                      <a:pt x="6442" y="7720"/>
                    </a:cubicBezTo>
                    <a:lnTo>
                      <a:pt x="5765" y="7344"/>
                    </a:lnTo>
                    <a:cubicBezTo>
                      <a:pt x="5464" y="7494"/>
                      <a:pt x="5164" y="7594"/>
                      <a:pt x="4838" y="7644"/>
                    </a:cubicBezTo>
                    <a:lnTo>
                      <a:pt x="4512" y="8371"/>
                    </a:lnTo>
                    <a:cubicBezTo>
                      <a:pt x="4412" y="8371"/>
                      <a:pt x="4312" y="8371"/>
                      <a:pt x="4186" y="8371"/>
                    </a:cubicBezTo>
                    <a:cubicBezTo>
                      <a:pt x="3885" y="8371"/>
                      <a:pt x="3560" y="8346"/>
                      <a:pt x="3284" y="8271"/>
                    </a:cubicBezTo>
                    <a:lnTo>
                      <a:pt x="3058" y="7519"/>
                    </a:lnTo>
                    <a:cubicBezTo>
                      <a:pt x="2758" y="7419"/>
                      <a:pt x="2457" y="7268"/>
                      <a:pt x="2181" y="7093"/>
                    </a:cubicBezTo>
                    <a:lnTo>
                      <a:pt x="1454" y="7369"/>
                    </a:lnTo>
                    <a:cubicBezTo>
                      <a:pt x="1154" y="7093"/>
                      <a:pt x="878" y="6792"/>
                      <a:pt x="652" y="6441"/>
                    </a:cubicBezTo>
                    <a:lnTo>
                      <a:pt x="1028" y="5765"/>
                    </a:lnTo>
                    <a:cubicBezTo>
                      <a:pt x="878" y="5464"/>
                      <a:pt x="778" y="5163"/>
                      <a:pt x="728" y="4812"/>
                    </a:cubicBezTo>
                    <a:lnTo>
                      <a:pt x="26" y="4512"/>
                    </a:lnTo>
                    <a:cubicBezTo>
                      <a:pt x="1" y="4411"/>
                      <a:pt x="1" y="4286"/>
                      <a:pt x="1" y="4186"/>
                    </a:cubicBezTo>
                    <a:cubicBezTo>
                      <a:pt x="1" y="3860"/>
                      <a:pt x="26" y="3559"/>
                      <a:pt x="101" y="3258"/>
                    </a:cubicBezTo>
                    <a:lnTo>
                      <a:pt x="853" y="3058"/>
                    </a:lnTo>
                    <a:cubicBezTo>
                      <a:pt x="953" y="2757"/>
                      <a:pt x="1103" y="2456"/>
                      <a:pt x="1279" y="2181"/>
                    </a:cubicBezTo>
                    <a:lnTo>
                      <a:pt x="1003" y="1454"/>
                    </a:lnTo>
                    <a:cubicBezTo>
                      <a:pt x="1279" y="1153"/>
                      <a:pt x="1605" y="877"/>
                      <a:pt x="1956" y="652"/>
                    </a:cubicBezTo>
                    <a:lnTo>
                      <a:pt x="2632" y="1028"/>
                    </a:lnTo>
                    <a:cubicBezTo>
                      <a:pt x="2908" y="877"/>
                      <a:pt x="3234" y="777"/>
                      <a:pt x="3560" y="727"/>
                    </a:cubicBezTo>
                    <a:lnTo>
                      <a:pt x="3860" y="0"/>
                    </a:lnTo>
                    <a:cubicBezTo>
                      <a:pt x="3986" y="0"/>
                      <a:pt x="4086" y="0"/>
                      <a:pt x="4186" y="0"/>
                    </a:cubicBezTo>
                    <a:cubicBezTo>
                      <a:pt x="4512" y="0"/>
                      <a:pt x="4813" y="25"/>
                      <a:pt x="5114" y="100"/>
                    </a:cubicBezTo>
                    <a:lnTo>
                      <a:pt x="5314" y="852"/>
                    </a:lnTo>
                    <a:cubicBezTo>
                      <a:pt x="5640" y="953"/>
                      <a:pt x="5941" y="1103"/>
                      <a:pt x="6191" y="1278"/>
                    </a:cubicBezTo>
                    <a:lnTo>
                      <a:pt x="6918" y="1003"/>
                    </a:lnTo>
                    <a:cubicBezTo>
                      <a:pt x="7244" y="1278"/>
                      <a:pt x="7520" y="1604"/>
                      <a:pt x="7745" y="1955"/>
                    </a:cubicBezTo>
                    <a:lnTo>
                      <a:pt x="7344" y="2632"/>
                    </a:lnTo>
                    <a:cubicBezTo>
                      <a:pt x="7494" y="2907"/>
                      <a:pt x="7595" y="3233"/>
                      <a:pt x="7670" y="3559"/>
                    </a:cubicBezTo>
                    <a:lnTo>
                      <a:pt x="8372" y="3860"/>
                    </a:lnTo>
                    <a:cubicBezTo>
                      <a:pt x="8372" y="3985"/>
                      <a:pt x="8372" y="4085"/>
                      <a:pt x="8372" y="4186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accent2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6" name="Google Shape;706;p9"/>
              <p:cNvSpPr/>
              <p:nvPr/>
            </p:nvSpPr>
            <p:spPr>
              <a:xfrm>
                <a:off x="1431850" y="1262550"/>
                <a:ext cx="120325" cy="120325"/>
              </a:xfrm>
              <a:custGeom>
                <a:avLst/>
                <a:gdLst/>
                <a:ahLst/>
                <a:cxnLst/>
                <a:rect l="l" t="t" r="r" b="b"/>
                <a:pathLst>
                  <a:path w="4813" h="4813" extrusionOk="0">
                    <a:moveTo>
                      <a:pt x="2406" y="1"/>
                    </a:moveTo>
                    <a:cubicBezTo>
                      <a:pt x="1078" y="1"/>
                      <a:pt x="0" y="1078"/>
                      <a:pt x="0" y="2407"/>
                    </a:cubicBezTo>
                    <a:cubicBezTo>
                      <a:pt x="0" y="3735"/>
                      <a:pt x="1078" y="4813"/>
                      <a:pt x="2406" y="4813"/>
                    </a:cubicBezTo>
                    <a:cubicBezTo>
                      <a:pt x="3735" y="4813"/>
                      <a:pt x="4812" y="3735"/>
                      <a:pt x="4812" y="2407"/>
                    </a:cubicBezTo>
                    <a:cubicBezTo>
                      <a:pt x="4812" y="1078"/>
                      <a:pt x="3735" y="1"/>
                      <a:pt x="24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7" name="Google Shape;707;p9"/>
              <p:cNvSpPr/>
              <p:nvPr/>
            </p:nvSpPr>
            <p:spPr>
              <a:xfrm>
                <a:off x="1451275" y="1281975"/>
                <a:ext cx="81475" cy="81475"/>
              </a:xfrm>
              <a:custGeom>
                <a:avLst/>
                <a:gdLst/>
                <a:ahLst/>
                <a:cxnLst/>
                <a:rect l="l" t="t" r="r" b="b"/>
                <a:pathLst>
                  <a:path w="3259" h="3259" fill="none" extrusionOk="0">
                    <a:moveTo>
                      <a:pt x="3258" y="1630"/>
                    </a:moveTo>
                    <a:cubicBezTo>
                      <a:pt x="3258" y="2532"/>
                      <a:pt x="2531" y="3259"/>
                      <a:pt x="1629" y="3259"/>
                    </a:cubicBezTo>
                    <a:cubicBezTo>
                      <a:pt x="727" y="3259"/>
                      <a:pt x="0" y="2532"/>
                      <a:pt x="0" y="1630"/>
                    </a:cubicBezTo>
                    <a:cubicBezTo>
                      <a:pt x="0" y="727"/>
                      <a:pt x="727" y="1"/>
                      <a:pt x="1629" y="1"/>
                    </a:cubicBezTo>
                    <a:cubicBezTo>
                      <a:pt x="2531" y="1"/>
                      <a:pt x="3258" y="727"/>
                      <a:pt x="3258" y="1630"/>
                    </a:cubicBezTo>
                    <a:close/>
                  </a:path>
                </a:pathLst>
              </a:custGeom>
              <a:solidFill>
                <a:srgbClr val="0F3570"/>
              </a:solidFill>
              <a:ln w="9525" cap="flat" cmpd="sng">
                <a:solidFill>
                  <a:schemeClr val="dk2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708" name="Google Shape;708;p9"/>
          <p:cNvSpPr txBox="1">
            <a:spLocks noGrp="1"/>
          </p:cNvSpPr>
          <p:nvPr>
            <p:ph type="title"/>
          </p:nvPr>
        </p:nvSpPr>
        <p:spPr>
          <a:xfrm>
            <a:off x="3399200" y="2962000"/>
            <a:ext cx="5393600" cy="100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267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709" name="Google Shape;709;p9"/>
          <p:cNvSpPr txBox="1">
            <a:spLocks noGrp="1"/>
          </p:cNvSpPr>
          <p:nvPr>
            <p:ph type="subTitle" idx="1"/>
          </p:nvPr>
        </p:nvSpPr>
        <p:spPr>
          <a:xfrm>
            <a:off x="3399200" y="4306900"/>
            <a:ext cx="5393600" cy="93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710" name="Google Shape;710;p9"/>
          <p:cNvSpPr txBox="1">
            <a:spLocks noGrp="1"/>
          </p:cNvSpPr>
          <p:nvPr>
            <p:ph type="title" idx="2" hasCustomPrompt="1"/>
          </p:nvPr>
        </p:nvSpPr>
        <p:spPr>
          <a:xfrm>
            <a:off x="4863100" y="1617100"/>
            <a:ext cx="2568800" cy="100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9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04986781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2" name="Google Shape;712;p10"/>
          <p:cNvGrpSpPr/>
          <p:nvPr/>
        </p:nvGrpSpPr>
        <p:grpSpPr>
          <a:xfrm flipH="1">
            <a:off x="2013705" y="-1108420"/>
            <a:ext cx="11170635" cy="2152957"/>
            <a:chOff x="-566246" y="-831315"/>
            <a:chExt cx="8377976" cy="1614718"/>
          </a:xfrm>
        </p:grpSpPr>
        <p:sp>
          <p:nvSpPr>
            <p:cNvPr id="713" name="Google Shape;713;p10"/>
            <p:cNvSpPr/>
            <p:nvPr/>
          </p:nvSpPr>
          <p:spPr>
            <a:xfrm rot="10800000">
              <a:off x="-178627" y="-831315"/>
              <a:ext cx="5711267" cy="1569921"/>
            </a:xfrm>
            <a:custGeom>
              <a:avLst/>
              <a:gdLst/>
              <a:ahLst/>
              <a:cxnLst/>
              <a:rect l="l" t="t" r="r" b="b"/>
              <a:pathLst>
                <a:path w="187670" h="51587" extrusionOk="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4" name="Google Shape;714;p10"/>
            <p:cNvSpPr/>
            <p:nvPr/>
          </p:nvSpPr>
          <p:spPr>
            <a:xfrm rot="10800000">
              <a:off x="2097663" y="-149871"/>
              <a:ext cx="3817027" cy="933273"/>
            </a:xfrm>
            <a:custGeom>
              <a:avLst/>
              <a:gdLst/>
              <a:ahLst/>
              <a:cxnLst/>
              <a:rect l="l" t="t" r="r" b="b"/>
              <a:pathLst>
                <a:path w="125426" h="30667" extrusionOk="0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5" name="Google Shape;715;p10"/>
            <p:cNvSpPr/>
            <p:nvPr/>
          </p:nvSpPr>
          <p:spPr>
            <a:xfrm rot="10800000">
              <a:off x="5347154" y="-352704"/>
              <a:ext cx="2464576" cy="481412"/>
            </a:xfrm>
            <a:custGeom>
              <a:avLst/>
              <a:gdLst/>
              <a:ahLst/>
              <a:cxnLst/>
              <a:rect l="l" t="t" r="r" b="b"/>
              <a:pathLst>
                <a:path w="80985" h="15819" extrusionOk="0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6" name="Google Shape;716;p10"/>
            <p:cNvSpPr/>
            <p:nvPr/>
          </p:nvSpPr>
          <p:spPr>
            <a:xfrm rot="10800000">
              <a:off x="5904951" y="-196402"/>
              <a:ext cx="115339" cy="115339"/>
            </a:xfrm>
            <a:custGeom>
              <a:avLst/>
              <a:gdLst/>
              <a:ahLst/>
              <a:cxnLst/>
              <a:rect l="l" t="t" r="r" b="b"/>
              <a:pathLst>
                <a:path w="3790" h="3790" extrusionOk="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7" name="Google Shape;717;p10"/>
            <p:cNvSpPr/>
            <p:nvPr/>
          </p:nvSpPr>
          <p:spPr>
            <a:xfrm rot="10800000">
              <a:off x="5926467" y="-174886"/>
              <a:ext cx="72977" cy="72977"/>
            </a:xfrm>
            <a:custGeom>
              <a:avLst/>
              <a:gdLst/>
              <a:ahLst/>
              <a:cxnLst/>
              <a:rect l="l" t="t" r="r" b="b"/>
              <a:pathLst>
                <a:path w="2398" h="2398" extrusionOk="0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8" name="Google Shape;718;p10"/>
            <p:cNvSpPr/>
            <p:nvPr/>
          </p:nvSpPr>
          <p:spPr>
            <a:xfrm rot="10800000">
              <a:off x="1516950" y="116870"/>
              <a:ext cx="3646848" cy="11838"/>
            </a:xfrm>
            <a:custGeom>
              <a:avLst/>
              <a:gdLst/>
              <a:ahLst/>
              <a:cxnLst/>
              <a:rect l="l" t="t" r="r" b="b"/>
              <a:pathLst>
                <a:path w="119834" h="389" extrusionOk="0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9" name="Google Shape;719;p10"/>
            <p:cNvSpPr/>
            <p:nvPr/>
          </p:nvSpPr>
          <p:spPr>
            <a:xfrm rot="10800000">
              <a:off x="5146391" y="78677"/>
              <a:ext cx="88954" cy="88924"/>
            </a:xfrm>
            <a:custGeom>
              <a:avLst/>
              <a:gdLst/>
              <a:ahLst/>
              <a:cxnLst/>
              <a:rect l="l" t="t" r="r" b="b"/>
              <a:pathLst>
                <a:path w="2923" h="2922" extrusionOk="0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0" name="Google Shape;720;p10"/>
            <p:cNvSpPr/>
            <p:nvPr/>
          </p:nvSpPr>
          <p:spPr>
            <a:xfrm rot="10800000">
              <a:off x="1478757" y="78677"/>
              <a:ext cx="88924" cy="88924"/>
            </a:xfrm>
            <a:custGeom>
              <a:avLst/>
              <a:gdLst/>
              <a:ahLst/>
              <a:cxnLst/>
              <a:rect l="l" t="t" r="r" b="b"/>
              <a:pathLst>
                <a:path w="2922" h="2922" extrusionOk="0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1" name="Google Shape;721;p10"/>
            <p:cNvSpPr/>
            <p:nvPr/>
          </p:nvSpPr>
          <p:spPr>
            <a:xfrm rot="10800000">
              <a:off x="-398137" y="-606937"/>
              <a:ext cx="1361489" cy="1360302"/>
            </a:xfrm>
            <a:custGeom>
              <a:avLst/>
              <a:gdLst/>
              <a:ahLst/>
              <a:cxnLst/>
              <a:rect l="l" t="t" r="r" b="b"/>
              <a:pathLst>
                <a:path w="44738" h="44699" extrusionOk="0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2" name="Google Shape;722;p10"/>
            <p:cNvSpPr/>
            <p:nvPr/>
          </p:nvSpPr>
          <p:spPr>
            <a:xfrm rot="10800000">
              <a:off x="-566246" y="-681953"/>
              <a:ext cx="1361520" cy="1360272"/>
            </a:xfrm>
            <a:custGeom>
              <a:avLst/>
              <a:gdLst/>
              <a:ahLst/>
              <a:cxnLst/>
              <a:rect l="l" t="t" r="r" b="b"/>
              <a:pathLst>
                <a:path w="44739" h="44698" extrusionOk="0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3" name="Google Shape;723;p10"/>
            <p:cNvSpPr/>
            <p:nvPr/>
          </p:nvSpPr>
          <p:spPr>
            <a:xfrm rot="10800000">
              <a:off x="161730" y="401657"/>
              <a:ext cx="336918" cy="210502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4" name="Google Shape;724;p10"/>
            <p:cNvSpPr/>
            <p:nvPr/>
          </p:nvSpPr>
          <p:spPr>
            <a:xfrm rot="10800000">
              <a:off x="414563" y="401657"/>
              <a:ext cx="336949" cy="210502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5" name="Google Shape;725;p10"/>
            <p:cNvSpPr/>
            <p:nvPr/>
          </p:nvSpPr>
          <p:spPr>
            <a:xfrm rot="10800000">
              <a:off x="667426" y="401657"/>
              <a:ext cx="336918" cy="210502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6" name="Google Shape;726;p10"/>
            <p:cNvSpPr/>
            <p:nvPr/>
          </p:nvSpPr>
          <p:spPr>
            <a:xfrm rot="10800000">
              <a:off x="920960" y="401657"/>
              <a:ext cx="336918" cy="210502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7" name="Google Shape;727;p10"/>
            <p:cNvSpPr/>
            <p:nvPr/>
          </p:nvSpPr>
          <p:spPr>
            <a:xfrm rot="10800000">
              <a:off x="1173823" y="401657"/>
              <a:ext cx="336918" cy="210502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8" name="Google Shape;728;p10"/>
            <p:cNvSpPr/>
            <p:nvPr/>
          </p:nvSpPr>
          <p:spPr>
            <a:xfrm rot="10800000">
              <a:off x="1426656" y="401657"/>
              <a:ext cx="336918" cy="210502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9" name="Google Shape;729;p10"/>
            <p:cNvSpPr/>
            <p:nvPr/>
          </p:nvSpPr>
          <p:spPr>
            <a:xfrm rot="10800000">
              <a:off x="1679490" y="401657"/>
              <a:ext cx="336949" cy="210502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0" name="Google Shape;730;p10"/>
            <p:cNvSpPr/>
            <p:nvPr/>
          </p:nvSpPr>
          <p:spPr>
            <a:xfrm rot="10800000">
              <a:off x="1933053" y="401657"/>
              <a:ext cx="336918" cy="210502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1" name="Google Shape;731;p10"/>
            <p:cNvSpPr/>
            <p:nvPr/>
          </p:nvSpPr>
          <p:spPr>
            <a:xfrm rot="10800000">
              <a:off x="1858707" y="-175586"/>
              <a:ext cx="174378" cy="188986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2" name="Google Shape;732;p10"/>
            <p:cNvSpPr/>
            <p:nvPr/>
          </p:nvSpPr>
          <p:spPr>
            <a:xfrm rot="10800000">
              <a:off x="1751736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3" name="Google Shape;733;p10"/>
            <p:cNvSpPr/>
            <p:nvPr/>
          </p:nvSpPr>
          <p:spPr>
            <a:xfrm rot="10800000">
              <a:off x="1645466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4" name="Google Shape;734;p10"/>
            <p:cNvSpPr/>
            <p:nvPr/>
          </p:nvSpPr>
          <p:spPr>
            <a:xfrm rot="10800000">
              <a:off x="1539196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5" name="Google Shape;735;p10"/>
            <p:cNvSpPr/>
            <p:nvPr/>
          </p:nvSpPr>
          <p:spPr>
            <a:xfrm rot="10800000">
              <a:off x="1432895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6" name="Google Shape;736;p10"/>
            <p:cNvSpPr/>
            <p:nvPr/>
          </p:nvSpPr>
          <p:spPr>
            <a:xfrm rot="10800000">
              <a:off x="1326625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7" name="Google Shape;737;p10"/>
            <p:cNvSpPr/>
            <p:nvPr/>
          </p:nvSpPr>
          <p:spPr>
            <a:xfrm rot="10800000">
              <a:off x="1220355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8" name="Google Shape;738;p10"/>
            <p:cNvSpPr/>
            <p:nvPr/>
          </p:nvSpPr>
          <p:spPr>
            <a:xfrm rot="10800000">
              <a:off x="1114084" y="-175586"/>
              <a:ext cx="174378" cy="188986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9" name="Google Shape;739;p10"/>
            <p:cNvSpPr/>
            <p:nvPr/>
          </p:nvSpPr>
          <p:spPr>
            <a:xfrm rot="10800000">
              <a:off x="1007784" y="-175586"/>
              <a:ext cx="174378" cy="188986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0" name="Google Shape;740;p10"/>
            <p:cNvSpPr/>
            <p:nvPr/>
          </p:nvSpPr>
          <p:spPr>
            <a:xfrm rot="10800000">
              <a:off x="900813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1" name="Google Shape;741;p10"/>
            <p:cNvSpPr/>
            <p:nvPr/>
          </p:nvSpPr>
          <p:spPr>
            <a:xfrm rot="10800000">
              <a:off x="794543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42" name="Google Shape;742;p10"/>
          <p:cNvSpPr txBox="1">
            <a:spLocks noGrp="1"/>
          </p:cNvSpPr>
          <p:nvPr>
            <p:ph type="title"/>
          </p:nvPr>
        </p:nvSpPr>
        <p:spPr>
          <a:xfrm>
            <a:off x="960000" y="615833"/>
            <a:ext cx="10272000" cy="65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grpSp>
        <p:nvGrpSpPr>
          <p:cNvPr id="743" name="Google Shape;743;p10"/>
          <p:cNvGrpSpPr/>
          <p:nvPr/>
        </p:nvGrpSpPr>
        <p:grpSpPr>
          <a:xfrm rot="5400000" flipH="1">
            <a:off x="-151499" y="4280834"/>
            <a:ext cx="715233" cy="4633533"/>
            <a:chOff x="327125" y="2375600"/>
            <a:chExt cx="536425" cy="3475150"/>
          </a:xfrm>
        </p:grpSpPr>
        <p:sp>
          <p:nvSpPr>
            <p:cNvPr id="744" name="Google Shape;744;p10"/>
            <p:cNvSpPr/>
            <p:nvPr/>
          </p:nvSpPr>
          <p:spPr>
            <a:xfrm>
              <a:off x="531425" y="2394425"/>
              <a:ext cx="115850" cy="3456325"/>
            </a:xfrm>
            <a:custGeom>
              <a:avLst/>
              <a:gdLst/>
              <a:ahLst/>
              <a:cxnLst/>
              <a:rect l="l" t="t" r="r" b="b"/>
              <a:pathLst>
                <a:path w="4634" h="138253" fill="none" extrusionOk="0">
                  <a:moveTo>
                    <a:pt x="3150" y="138253"/>
                  </a:moveTo>
                  <a:lnTo>
                    <a:pt x="3150" y="54872"/>
                  </a:lnTo>
                  <a:lnTo>
                    <a:pt x="0" y="51722"/>
                  </a:lnTo>
                  <a:lnTo>
                    <a:pt x="0" y="28714"/>
                  </a:lnTo>
                  <a:lnTo>
                    <a:pt x="4634" y="24058"/>
                  </a:lnTo>
                  <a:lnTo>
                    <a:pt x="4634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5" name="Google Shape;745;p10"/>
            <p:cNvSpPr/>
            <p:nvPr/>
          </p:nvSpPr>
          <p:spPr>
            <a:xfrm>
              <a:off x="627275" y="2375600"/>
              <a:ext cx="39975" cy="39950"/>
            </a:xfrm>
            <a:custGeom>
              <a:avLst/>
              <a:gdLst/>
              <a:ahLst/>
              <a:cxnLst/>
              <a:rect l="l" t="t" r="r" b="b"/>
              <a:pathLst>
                <a:path w="1599" h="1598" extrusionOk="0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56" y="1598"/>
                    <a:pt x="1599" y="1233"/>
                    <a:pt x="1599" y="799"/>
                  </a:cubicBezTo>
                  <a:cubicBezTo>
                    <a:pt x="1599" y="365"/>
                    <a:pt x="1256" y="0"/>
                    <a:pt x="80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6" name="Google Shape;746;p10"/>
            <p:cNvSpPr/>
            <p:nvPr/>
          </p:nvSpPr>
          <p:spPr>
            <a:xfrm>
              <a:off x="347100" y="2923975"/>
              <a:ext cx="112450" cy="2344175"/>
            </a:xfrm>
            <a:custGeom>
              <a:avLst/>
              <a:gdLst/>
              <a:ahLst/>
              <a:cxnLst/>
              <a:rect l="l" t="t" r="r" b="b"/>
              <a:pathLst>
                <a:path w="4498" h="93767" fill="none" extrusionOk="0">
                  <a:moveTo>
                    <a:pt x="4497" y="93766"/>
                  </a:moveTo>
                  <a:lnTo>
                    <a:pt x="4497" y="50855"/>
                  </a:lnTo>
                  <a:lnTo>
                    <a:pt x="1" y="46358"/>
                  </a:lnTo>
                  <a:lnTo>
                    <a:pt x="1" y="0"/>
                  </a:lnTo>
                </a:path>
              </a:pathLst>
            </a:custGeom>
            <a:solidFill>
              <a:schemeClr val="accent1"/>
            </a:solidFill>
            <a:ln w="13125" cap="flat" cmpd="sng">
              <a:solidFill>
                <a:schemeClr val="accent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7" name="Google Shape;747;p10"/>
            <p:cNvSpPr/>
            <p:nvPr/>
          </p:nvSpPr>
          <p:spPr>
            <a:xfrm>
              <a:off x="327125" y="2904575"/>
              <a:ext cx="39975" cy="39950"/>
            </a:xfrm>
            <a:custGeom>
              <a:avLst/>
              <a:gdLst/>
              <a:ahLst/>
              <a:cxnLst/>
              <a:rect l="l" t="t" r="r" b="b"/>
              <a:pathLst>
                <a:path w="1599" h="1598" extrusionOk="0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55"/>
                    <a:pt x="366" y="1598"/>
                    <a:pt x="800" y="1598"/>
                  </a:cubicBezTo>
                  <a:cubicBezTo>
                    <a:pt x="1233" y="1598"/>
                    <a:pt x="1599" y="1255"/>
                    <a:pt x="1599" y="799"/>
                  </a:cubicBezTo>
                  <a:cubicBezTo>
                    <a:pt x="1599" y="365"/>
                    <a:pt x="1233" y="0"/>
                    <a:pt x="80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8" name="Google Shape;748;p10"/>
            <p:cNvSpPr/>
            <p:nvPr/>
          </p:nvSpPr>
          <p:spPr>
            <a:xfrm>
              <a:off x="347100" y="2676875"/>
              <a:ext cx="192900" cy="374375"/>
            </a:xfrm>
            <a:custGeom>
              <a:avLst/>
              <a:gdLst/>
              <a:ahLst/>
              <a:cxnLst/>
              <a:rect l="l" t="t" r="r" b="b"/>
              <a:pathLst>
                <a:path w="7716" h="14975" fill="none" extrusionOk="0">
                  <a:moveTo>
                    <a:pt x="1" y="14974"/>
                  </a:moveTo>
                  <a:lnTo>
                    <a:pt x="7716" y="7259"/>
                  </a:lnTo>
                  <a:lnTo>
                    <a:pt x="7716" y="1"/>
                  </a:lnTo>
                </a:path>
              </a:pathLst>
            </a:custGeom>
            <a:solidFill>
              <a:schemeClr val="accent1"/>
            </a:solidFill>
            <a:ln w="13125" cap="flat" cmpd="sng">
              <a:solidFill>
                <a:schemeClr val="accent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9" name="Google Shape;749;p10"/>
            <p:cNvSpPr/>
            <p:nvPr/>
          </p:nvSpPr>
          <p:spPr>
            <a:xfrm>
              <a:off x="520000" y="265805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0" name="Google Shape;750;p10"/>
            <p:cNvSpPr/>
            <p:nvPr/>
          </p:nvSpPr>
          <p:spPr>
            <a:xfrm>
              <a:off x="347100" y="4357400"/>
              <a:ext cx="25" cy="971225"/>
            </a:xfrm>
            <a:custGeom>
              <a:avLst/>
              <a:gdLst/>
              <a:ahLst/>
              <a:cxnLst/>
              <a:rect l="l" t="t" r="r" b="b"/>
              <a:pathLst>
                <a:path w="1" h="38849" fill="none" extrusionOk="0">
                  <a:moveTo>
                    <a:pt x="1" y="38849"/>
                  </a:move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1" name="Google Shape;751;p10"/>
            <p:cNvSpPr/>
            <p:nvPr/>
          </p:nvSpPr>
          <p:spPr>
            <a:xfrm>
              <a:off x="327125" y="433855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33" y="1599"/>
                    <a:pt x="1599" y="1234"/>
                    <a:pt x="1599" y="800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2" name="Google Shape;752;p10"/>
            <p:cNvSpPr/>
            <p:nvPr/>
          </p:nvSpPr>
          <p:spPr>
            <a:xfrm>
              <a:off x="690625" y="3227550"/>
              <a:ext cx="172925" cy="2083400"/>
            </a:xfrm>
            <a:custGeom>
              <a:avLst/>
              <a:gdLst/>
              <a:ahLst/>
              <a:cxnLst/>
              <a:rect l="l" t="t" r="r" b="b"/>
              <a:pathLst>
                <a:path w="6917" h="83336" fill="none" extrusionOk="0">
                  <a:moveTo>
                    <a:pt x="6917" y="83335"/>
                  </a:moveTo>
                  <a:lnTo>
                    <a:pt x="0" y="76396"/>
                  </a:lnTo>
                  <a:lnTo>
                    <a:pt x="0" y="15841"/>
                  </a:lnTo>
                  <a:lnTo>
                    <a:pt x="4954" y="10865"/>
                  </a:lnTo>
                  <a:lnTo>
                    <a:pt x="4954" y="0"/>
                  </a:lnTo>
                </a:path>
              </a:pathLst>
            </a:custGeom>
            <a:solidFill>
              <a:schemeClr val="accent1"/>
            </a:solidFill>
            <a:ln w="13125" cap="flat" cmpd="sng">
              <a:solidFill>
                <a:schemeClr val="accent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3" name="Google Shape;753;p10"/>
            <p:cNvSpPr/>
            <p:nvPr/>
          </p:nvSpPr>
          <p:spPr>
            <a:xfrm>
              <a:off x="794475" y="320870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56" y="1599"/>
                    <a:pt x="1598" y="1234"/>
                    <a:pt x="1598" y="800"/>
                  </a:cubicBezTo>
                  <a:cubicBezTo>
                    <a:pt x="1598" y="343"/>
                    <a:pt x="1256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4" name="Google Shape;754;p10"/>
            <p:cNvSpPr/>
            <p:nvPr/>
          </p:nvSpPr>
          <p:spPr>
            <a:xfrm>
              <a:off x="776800" y="3899750"/>
              <a:ext cx="25" cy="1084800"/>
            </a:xfrm>
            <a:custGeom>
              <a:avLst/>
              <a:gdLst/>
              <a:ahLst/>
              <a:cxnLst/>
              <a:rect l="l" t="t" r="r" b="b"/>
              <a:pathLst>
                <a:path w="1" h="43392" fill="none" extrusionOk="0">
                  <a:moveTo>
                    <a:pt x="0" y="43391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5" name="Google Shape;755;p10"/>
            <p:cNvSpPr/>
            <p:nvPr/>
          </p:nvSpPr>
          <p:spPr>
            <a:xfrm>
              <a:off x="756825" y="4963400"/>
              <a:ext cx="40525" cy="39975"/>
            </a:xfrm>
            <a:custGeom>
              <a:avLst/>
              <a:gdLst/>
              <a:ahLst/>
              <a:cxnLst/>
              <a:rect l="l" t="t" r="r" b="b"/>
              <a:pathLst>
                <a:path w="1621" h="1599" extrusionOk="0">
                  <a:moveTo>
                    <a:pt x="799" y="1"/>
                  </a:moveTo>
                  <a:cubicBezTo>
                    <a:pt x="365" y="1"/>
                    <a:pt x="0" y="366"/>
                    <a:pt x="0" y="800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800"/>
                  </a:cubicBezTo>
                  <a:cubicBezTo>
                    <a:pt x="1621" y="366"/>
                    <a:pt x="1256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6" name="Google Shape;756;p10"/>
            <p:cNvSpPr/>
            <p:nvPr/>
          </p:nvSpPr>
          <p:spPr>
            <a:xfrm>
              <a:off x="756825" y="3880925"/>
              <a:ext cx="40525" cy="39950"/>
            </a:xfrm>
            <a:custGeom>
              <a:avLst/>
              <a:gdLst/>
              <a:ahLst/>
              <a:cxnLst/>
              <a:rect l="l" t="t" r="r" b="b"/>
              <a:pathLst>
                <a:path w="1621" h="1598" extrusionOk="0">
                  <a:moveTo>
                    <a:pt x="799" y="0"/>
                  </a:moveTo>
                  <a:cubicBezTo>
                    <a:pt x="365" y="0"/>
                    <a:pt x="0" y="342"/>
                    <a:pt x="0" y="799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799"/>
                  </a:cubicBezTo>
                  <a:cubicBezTo>
                    <a:pt x="1621" y="342"/>
                    <a:pt x="1256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08688742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8" name="Google Shape;758;p11"/>
          <p:cNvGrpSpPr/>
          <p:nvPr/>
        </p:nvGrpSpPr>
        <p:grpSpPr>
          <a:xfrm>
            <a:off x="7021664" y="6091825"/>
            <a:ext cx="4210344" cy="395443"/>
            <a:chOff x="5266248" y="4230494"/>
            <a:chExt cx="3157758" cy="296582"/>
          </a:xfrm>
        </p:grpSpPr>
        <p:sp>
          <p:nvSpPr>
            <p:cNvPr id="759" name="Google Shape;759;p11"/>
            <p:cNvSpPr/>
            <p:nvPr/>
          </p:nvSpPr>
          <p:spPr>
            <a:xfrm>
              <a:off x="5266248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0" name="Google Shape;760;p11"/>
            <p:cNvSpPr/>
            <p:nvPr/>
          </p:nvSpPr>
          <p:spPr>
            <a:xfrm>
              <a:off x="5459599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1" name="Google Shape;761;p11"/>
            <p:cNvSpPr/>
            <p:nvPr/>
          </p:nvSpPr>
          <p:spPr>
            <a:xfrm>
              <a:off x="5649735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2" name="Google Shape;762;p11"/>
            <p:cNvSpPr/>
            <p:nvPr/>
          </p:nvSpPr>
          <p:spPr>
            <a:xfrm>
              <a:off x="5839743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3" name="Google Shape;763;p11"/>
            <p:cNvSpPr/>
            <p:nvPr/>
          </p:nvSpPr>
          <p:spPr>
            <a:xfrm>
              <a:off x="6029880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4" name="Google Shape;764;p11"/>
            <p:cNvSpPr/>
            <p:nvPr/>
          </p:nvSpPr>
          <p:spPr>
            <a:xfrm>
              <a:off x="6220016" y="4230494"/>
              <a:ext cx="106446" cy="296582"/>
            </a:xfrm>
            <a:custGeom>
              <a:avLst/>
              <a:gdLst/>
              <a:ahLst/>
              <a:cxnLst/>
              <a:rect l="l" t="t" r="r" b="b"/>
              <a:pathLst>
                <a:path w="828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27" y="2306"/>
                  </a:lnTo>
                  <a:lnTo>
                    <a:pt x="8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5" name="Google Shape;765;p11"/>
            <p:cNvSpPr/>
            <p:nvPr/>
          </p:nvSpPr>
          <p:spPr>
            <a:xfrm>
              <a:off x="6413238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6" name="Google Shape;766;p11"/>
            <p:cNvSpPr/>
            <p:nvPr/>
          </p:nvSpPr>
          <p:spPr>
            <a:xfrm>
              <a:off x="6603375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7" name="Google Shape;767;p11"/>
            <p:cNvSpPr/>
            <p:nvPr/>
          </p:nvSpPr>
          <p:spPr>
            <a:xfrm>
              <a:off x="6793511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8" name="Google Shape;768;p11"/>
            <p:cNvSpPr/>
            <p:nvPr/>
          </p:nvSpPr>
          <p:spPr>
            <a:xfrm>
              <a:off x="6983648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9" name="Google Shape;769;p11"/>
            <p:cNvSpPr/>
            <p:nvPr/>
          </p:nvSpPr>
          <p:spPr>
            <a:xfrm>
              <a:off x="7176870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0" name="Google Shape;770;p11"/>
            <p:cNvSpPr/>
            <p:nvPr/>
          </p:nvSpPr>
          <p:spPr>
            <a:xfrm>
              <a:off x="7367006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1" name="Google Shape;771;p11"/>
            <p:cNvSpPr/>
            <p:nvPr/>
          </p:nvSpPr>
          <p:spPr>
            <a:xfrm>
              <a:off x="7557143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2" name="Google Shape;772;p11"/>
            <p:cNvSpPr/>
            <p:nvPr/>
          </p:nvSpPr>
          <p:spPr>
            <a:xfrm>
              <a:off x="7747151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3" name="Google Shape;773;p11"/>
            <p:cNvSpPr/>
            <p:nvPr/>
          </p:nvSpPr>
          <p:spPr>
            <a:xfrm>
              <a:off x="7940501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4" name="Google Shape;774;p11"/>
            <p:cNvSpPr/>
            <p:nvPr/>
          </p:nvSpPr>
          <p:spPr>
            <a:xfrm>
              <a:off x="8130638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5" name="Google Shape;775;p11"/>
            <p:cNvSpPr/>
            <p:nvPr/>
          </p:nvSpPr>
          <p:spPr>
            <a:xfrm>
              <a:off x="8320774" y="4230494"/>
              <a:ext cx="103232" cy="296582"/>
            </a:xfrm>
            <a:custGeom>
              <a:avLst/>
              <a:gdLst/>
              <a:ahLst/>
              <a:cxnLst/>
              <a:rect l="l" t="t" r="r" b="b"/>
              <a:pathLst>
                <a:path w="803" h="2307" extrusionOk="0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76" name="Google Shape;776;p11"/>
          <p:cNvGrpSpPr/>
          <p:nvPr/>
        </p:nvGrpSpPr>
        <p:grpSpPr>
          <a:xfrm>
            <a:off x="-486567" y="-2294599"/>
            <a:ext cx="12858667" cy="4510700"/>
            <a:chOff x="-364925" y="-1720950"/>
            <a:chExt cx="9644000" cy="3383025"/>
          </a:xfrm>
        </p:grpSpPr>
        <p:grpSp>
          <p:nvGrpSpPr>
            <p:cNvPr id="777" name="Google Shape;777;p11"/>
            <p:cNvGrpSpPr/>
            <p:nvPr/>
          </p:nvGrpSpPr>
          <p:grpSpPr>
            <a:xfrm flipH="1">
              <a:off x="-364925" y="-1720950"/>
              <a:ext cx="7767703" cy="3383025"/>
              <a:chOff x="24125" y="294775"/>
              <a:chExt cx="7767703" cy="3383025"/>
            </a:xfrm>
          </p:grpSpPr>
          <p:sp>
            <p:nvSpPr>
              <p:cNvPr id="778" name="Google Shape;778;p11"/>
              <p:cNvSpPr/>
              <p:nvPr/>
            </p:nvSpPr>
            <p:spPr>
              <a:xfrm>
                <a:off x="1686375" y="607200"/>
                <a:ext cx="142125" cy="129550"/>
              </a:xfrm>
              <a:custGeom>
                <a:avLst/>
                <a:gdLst/>
                <a:ahLst/>
                <a:cxnLst/>
                <a:rect l="l" t="t" r="r" b="b"/>
                <a:pathLst>
                  <a:path w="5685" h="5182" extrusionOk="0">
                    <a:moveTo>
                      <a:pt x="2834" y="1"/>
                    </a:moveTo>
                    <a:cubicBezTo>
                      <a:pt x="2169" y="1"/>
                      <a:pt x="1507" y="252"/>
                      <a:pt x="1005" y="754"/>
                    </a:cubicBezTo>
                    <a:cubicBezTo>
                      <a:pt x="1" y="1781"/>
                      <a:pt x="1" y="3402"/>
                      <a:pt x="1005" y="4429"/>
                    </a:cubicBezTo>
                    <a:cubicBezTo>
                      <a:pt x="1507" y="4931"/>
                      <a:pt x="2169" y="5182"/>
                      <a:pt x="2834" y="5182"/>
                    </a:cubicBezTo>
                    <a:cubicBezTo>
                      <a:pt x="3499" y="5182"/>
                      <a:pt x="4166" y="4931"/>
                      <a:pt x="4680" y="4429"/>
                    </a:cubicBezTo>
                    <a:cubicBezTo>
                      <a:pt x="5684" y="3402"/>
                      <a:pt x="5684" y="1781"/>
                      <a:pt x="4680" y="754"/>
                    </a:cubicBezTo>
                    <a:cubicBezTo>
                      <a:pt x="4166" y="252"/>
                      <a:pt x="3499" y="1"/>
                      <a:pt x="28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9" name="Google Shape;779;p11"/>
              <p:cNvSpPr/>
              <p:nvPr/>
            </p:nvSpPr>
            <p:spPr>
              <a:xfrm>
                <a:off x="6609800" y="3191600"/>
                <a:ext cx="148950" cy="93025"/>
              </a:xfrm>
              <a:custGeom>
                <a:avLst/>
                <a:gdLst/>
                <a:ahLst/>
                <a:cxnLst/>
                <a:rect l="l" t="t" r="r" b="b"/>
                <a:pathLst>
                  <a:path w="5958" h="3721" extrusionOk="0">
                    <a:moveTo>
                      <a:pt x="0" y="0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0" name="Google Shape;780;p11"/>
              <p:cNvSpPr/>
              <p:nvPr/>
            </p:nvSpPr>
            <p:spPr>
              <a:xfrm>
                <a:off x="6721650" y="3191600"/>
                <a:ext cx="149525" cy="93025"/>
              </a:xfrm>
              <a:custGeom>
                <a:avLst/>
                <a:gdLst/>
                <a:ahLst/>
                <a:cxnLst/>
                <a:rect l="l" t="t" r="r" b="b"/>
                <a:pathLst>
                  <a:path w="5981" h="3721" extrusionOk="0">
                    <a:moveTo>
                      <a:pt x="0" y="0"/>
                    </a:moveTo>
                    <a:lnTo>
                      <a:pt x="3584" y="3721"/>
                    </a:lnTo>
                    <a:lnTo>
                      <a:pt x="5980" y="3721"/>
                    </a:lnTo>
                    <a:lnTo>
                      <a:pt x="23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1" name="Google Shape;781;p11"/>
              <p:cNvSpPr/>
              <p:nvPr/>
            </p:nvSpPr>
            <p:spPr>
              <a:xfrm>
                <a:off x="6834050" y="3191600"/>
                <a:ext cx="148975" cy="93025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3721" extrusionOk="0">
                    <a:moveTo>
                      <a:pt x="1" y="0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2" name="Google Shape;782;p11"/>
              <p:cNvSpPr/>
              <p:nvPr/>
            </p:nvSpPr>
            <p:spPr>
              <a:xfrm>
                <a:off x="6945900" y="3191600"/>
                <a:ext cx="148950" cy="93025"/>
              </a:xfrm>
              <a:custGeom>
                <a:avLst/>
                <a:gdLst/>
                <a:ahLst/>
                <a:cxnLst/>
                <a:rect l="l" t="t" r="r" b="b"/>
                <a:pathLst>
                  <a:path w="5958" h="3721" extrusionOk="0">
                    <a:moveTo>
                      <a:pt x="0" y="0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3" name="Google Shape;783;p11"/>
              <p:cNvSpPr/>
              <p:nvPr/>
            </p:nvSpPr>
            <p:spPr>
              <a:xfrm>
                <a:off x="7057750" y="3191600"/>
                <a:ext cx="149525" cy="93025"/>
              </a:xfrm>
              <a:custGeom>
                <a:avLst/>
                <a:gdLst/>
                <a:ahLst/>
                <a:cxnLst/>
                <a:rect l="l" t="t" r="r" b="b"/>
                <a:pathLst>
                  <a:path w="5981" h="3721" extrusionOk="0">
                    <a:moveTo>
                      <a:pt x="0" y="0"/>
                    </a:moveTo>
                    <a:lnTo>
                      <a:pt x="3607" y="3721"/>
                    </a:lnTo>
                    <a:lnTo>
                      <a:pt x="5980" y="3721"/>
                    </a:lnTo>
                    <a:lnTo>
                      <a:pt x="239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4" name="Google Shape;784;p11"/>
              <p:cNvSpPr/>
              <p:nvPr/>
            </p:nvSpPr>
            <p:spPr>
              <a:xfrm>
                <a:off x="7170150" y="3191600"/>
                <a:ext cx="148975" cy="93025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3721" extrusionOk="0">
                    <a:moveTo>
                      <a:pt x="1" y="0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5" name="Google Shape;785;p11"/>
              <p:cNvSpPr/>
              <p:nvPr/>
            </p:nvSpPr>
            <p:spPr>
              <a:xfrm>
                <a:off x="7282000" y="3191600"/>
                <a:ext cx="149525" cy="93025"/>
              </a:xfrm>
              <a:custGeom>
                <a:avLst/>
                <a:gdLst/>
                <a:ahLst/>
                <a:cxnLst/>
                <a:rect l="l" t="t" r="r" b="b"/>
                <a:pathLst>
                  <a:path w="5981" h="3721" extrusionOk="0">
                    <a:moveTo>
                      <a:pt x="1" y="0"/>
                    </a:moveTo>
                    <a:lnTo>
                      <a:pt x="3584" y="3721"/>
                    </a:lnTo>
                    <a:lnTo>
                      <a:pt x="5981" y="3721"/>
                    </a:lnTo>
                    <a:lnTo>
                      <a:pt x="23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6" name="Google Shape;786;p11"/>
              <p:cNvSpPr/>
              <p:nvPr/>
            </p:nvSpPr>
            <p:spPr>
              <a:xfrm>
                <a:off x="2406525" y="1218350"/>
                <a:ext cx="5385303" cy="1110475"/>
              </a:xfrm>
              <a:custGeom>
                <a:avLst/>
                <a:gdLst/>
                <a:ahLst/>
                <a:cxnLst/>
                <a:rect l="l" t="t" r="r" b="b"/>
                <a:pathLst>
                  <a:path w="206136" h="44419" extrusionOk="0">
                    <a:moveTo>
                      <a:pt x="183" y="0"/>
                    </a:moveTo>
                    <a:cubicBezTo>
                      <a:pt x="91" y="0"/>
                      <a:pt x="0" y="92"/>
                      <a:pt x="0" y="206"/>
                    </a:cubicBezTo>
                    <a:cubicBezTo>
                      <a:pt x="0" y="297"/>
                      <a:pt x="91" y="388"/>
                      <a:pt x="183" y="388"/>
                    </a:cubicBezTo>
                    <a:lnTo>
                      <a:pt x="31887" y="388"/>
                    </a:lnTo>
                    <a:lnTo>
                      <a:pt x="54507" y="23031"/>
                    </a:lnTo>
                    <a:lnTo>
                      <a:pt x="101870" y="23031"/>
                    </a:lnTo>
                    <a:lnTo>
                      <a:pt x="123257" y="44418"/>
                    </a:lnTo>
                    <a:lnTo>
                      <a:pt x="205930" y="44418"/>
                    </a:lnTo>
                    <a:cubicBezTo>
                      <a:pt x="206044" y="44418"/>
                      <a:pt x="206136" y="44327"/>
                      <a:pt x="206136" y="44213"/>
                    </a:cubicBezTo>
                    <a:cubicBezTo>
                      <a:pt x="206136" y="44122"/>
                      <a:pt x="206044" y="44030"/>
                      <a:pt x="205930" y="44030"/>
                    </a:cubicBezTo>
                    <a:lnTo>
                      <a:pt x="123417" y="44030"/>
                    </a:lnTo>
                    <a:lnTo>
                      <a:pt x="102029" y="22643"/>
                    </a:lnTo>
                    <a:lnTo>
                      <a:pt x="54667" y="22643"/>
                    </a:lnTo>
                    <a:lnTo>
                      <a:pt x="320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7" name="Google Shape;787;p11"/>
              <p:cNvSpPr/>
              <p:nvPr/>
            </p:nvSpPr>
            <p:spPr>
              <a:xfrm>
                <a:off x="987925" y="355975"/>
                <a:ext cx="6210225" cy="1468400"/>
              </a:xfrm>
              <a:custGeom>
                <a:avLst/>
                <a:gdLst/>
                <a:ahLst/>
                <a:cxnLst/>
                <a:rect l="l" t="t" r="r" b="b"/>
                <a:pathLst>
                  <a:path w="248409" h="58736" extrusionOk="0">
                    <a:moveTo>
                      <a:pt x="248203" y="1"/>
                    </a:moveTo>
                    <a:cubicBezTo>
                      <a:pt x="248151" y="1"/>
                      <a:pt x="248100" y="18"/>
                      <a:pt x="248066" y="52"/>
                    </a:cubicBezTo>
                    <a:lnTo>
                      <a:pt x="196663" y="51455"/>
                    </a:lnTo>
                    <a:lnTo>
                      <a:pt x="175778" y="51455"/>
                    </a:lnTo>
                    <a:lnTo>
                      <a:pt x="155760" y="31460"/>
                    </a:lnTo>
                    <a:lnTo>
                      <a:pt x="121112" y="31460"/>
                    </a:lnTo>
                    <a:lnTo>
                      <a:pt x="94200" y="58371"/>
                    </a:lnTo>
                    <a:lnTo>
                      <a:pt x="183" y="58371"/>
                    </a:lnTo>
                    <a:cubicBezTo>
                      <a:pt x="92" y="58371"/>
                      <a:pt x="0" y="58439"/>
                      <a:pt x="0" y="58553"/>
                    </a:cubicBezTo>
                    <a:cubicBezTo>
                      <a:pt x="0" y="58645"/>
                      <a:pt x="92" y="58736"/>
                      <a:pt x="183" y="58736"/>
                    </a:cubicBezTo>
                    <a:lnTo>
                      <a:pt x="94360" y="58736"/>
                    </a:lnTo>
                    <a:lnTo>
                      <a:pt x="121248" y="31848"/>
                    </a:lnTo>
                    <a:lnTo>
                      <a:pt x="155623" y="31848"/>
                    </a:lnTo>
                    <a:lnTo>
                      <a:pt x="175618" y="51843"/>
                    </a:lnTo>
                    <a:lnTo>
                      <a:pt x="196823" y="51843"/>
                    </a:lnTo>
                    <a:lnTo>
                      <a:pt x="248340" y="326"/>
                    </a:lnTo>
                    <a:cubicBezTo>
                      <a:pt x="248408" y="235"/>
                      <a:pt x="248408" y="121"/>
                      <a:pt x="248340" y="52"/>
                    </a:cubicBezTo>
                    <a:cubicBezTo>
                      <a:pt x="248306" y="18"/>
                      <a:pt x="248254" y="1"/>
                      <a:pt x="2482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8" name="Google Shape;788;p11"/>
              <p:cNvSpPr/>
              <p:nvPr/>
            </p:nvSpPr>
            <p:spPr>
              <a:xfrm>
                <a:off x="1265250" y="1389550"/>
                <a:ext cx="6299250" cy="1955000"/>
              </a:xfrm>
              <a:custGeom>
                <a:avLst/>
                <a:gdLst/>
                <a:ahLst/>
                <a:cxnLst/>
                <a:rect l="l" t="t" r="r" b="b"/>
                <a:pathLst>
                  <a:path w="251970" h="78200" extrusionOk="0">
                    <a:moveTo>
                      <a:pt x="389" y="0"/>
                    </a:moveTo>
                    <a:cubicBezTo>
                      <a:pt x="160" y="0"/>
                      <a:pt x="1" y="183"/>
                      <a:pt x="1" y="388"/>
                    </a:cubicBezTo>
                    <a:cubicBezTo>
                      <a:pt x="1" y="593"/>
                      <a:pt x="160" y="776"/>
                      <a:pt x="389" y="776"/>
                    </a:cubicBezTo>
                    <a:lnTo>
                      <a:pt x="66217" y="776"/>
                    </a:lnTo>
                    <a:lnTo>
                      <a:pt x="89179" y="23738"/>
                    </a:lnTo>
                    <a:lnTo>
                      <a:pt x="125197" y="23738"/>
                    </a:lnTo>
                    <a:lnTo>
                      <a:pt x="179659" y="78199"/>
                    </a:lnTo>
                    <a:lnTo>
                      <a:pt x="251581" y="78199"/>
                    </a:lnTo>
                    <a:cubicBezTo>
                      <a:pt x="251787" y="78199"/>
                      <a:pt x="251969" y="78040"/>
                      <a:pt x="251969" y="77834"/>
                    </a:cubicBezTo>
                    <a:cubicBezTo>
                      <a:pt x="251969" y="77606"/>
                      <a:pt x="251787" y="77446"/>
                      <a:pt x="251581" y="77446"/>
                    </a:cubicBezTo>
                    <a:lnTo>
                      <a:pt x="179978" y="77446"/>
                    </a:lnTo>
                    <a:lnTo>
                      <a:pt x="125517" y="22962"/>
                    </a:lnTo>
                    <a:lnTo>
                      <a:pt x="89499" y="22962"/>
                    </a:lnTo>
                    <a:lnTo>
                      <a:pt x="665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89" name="Google Shape;789;p11"/>
              <p:cNvSpPr/>
              <p:nvPr/>
            </p:nvSpPr>
            <p:spPr>
              <a:xfrm>
                <a:off x="1631600" y="1974425"/>
                <a:ext cx="6160000" cy="1095650"/>
              </a:xfrm>
              <a:custGeom>
                <a:avLst/>
                <a:gdLst/>
                <a:ahLst/>
                <a:cxnLst/>
                <a:rect l="l" t="t" r="r" b="b"/>
                <a:pathLst>
                  <a:path w="246400" h="43826" extrusionOk="0">
                    <a:moveTo>
                      <a:pt x="183" y="1"/>
                    </a:moveTo>
                    <a:cubicBezTo>
                      <a:pt x="69" y="1"/>
                      <a:pt x="0" y="92"/>
                      <a:pt x="0" y="206"/>
                    </a:cubicBezTo>
                    <a:cubicBezTo>
                      <a:pt x="0" y="298"/>
                      <a:pt x="69" y="389"/>
                      <a:pt x="183" y="389"/>
                    </a:cubicBezTo>
                    <a:lnTo>
                      <a:pt x="61286" y="389"/>
                    </a:lnTo>
                    <a:lnTo>
                      <a:pt x="104723" y="43825"/>
                    </a:lnTo>
                    <a:lnTo>
                      <a:pt x="165210" y="43825"/>
                    </a:lnTo>
                    <a:lnTo>
                      <a:pt x="207414" y="1599"/>
                    </a:lnTo>
                    <a:lnTo>
                      <a:pt x="246217" y="1599"/>
                    </a:lnTo>
                    <a:cubicBezTo>
                      <a:pt x="246308" y="1599"/>
                      <a:pt x="246400" y="1507"/>
                      <a:pt x="246400" y="1416"/>
                    </a:cubicBezTo>
                    <a:cubicBezTo>
                      <a:pt x="246400" y="1302"/>
                      <a:pt x="246308" y="1233"/>
                      <a:pt x="246217" y="1233"/>
                    </a:cubicBezTo>
                    <a:lnTo>
                      <a:pt x="207254" y="1233"/>
                    </a:lnTo>
                    <a:lnTo>
                      <a:pt x="165050" y="43437"/>
                    </a:lnTo>
                    <a:lnTo>
                      <a:pt x="104883" y="43437"/>
                    </a:lnTo>
                    <a:lnTo>
                      <a:pt x="6144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0" name="Google Shape;790;p11"/>
              <p:cNvSpPr/>
              <p:nvPr/>
            </p:nvSpPr>
            <p:spPr>
              <a:xfrm>
                <a:off x="1978550" y="331575"/>
                <a:ext cx="4691750" cy="1289675"/>
              </a:xfrm>
              <a:custGeom>
                <a:avLst/>
                <a:gdLst/>
                <a:ahLst/>
                <a:cxnLst/>
                <a:rect l="l" t="t" r="r" b="b"/>
                <a:pathLst>
                  <a:path w="187670" h="51587" extrusionOk="0">
                    <a:moveTo>
                      <a:pt x="187453" y="1"/>
                    </a:moveTo>
                    <a:cubicBezTo>
                      <a:pt x="187407" y="1"/>
                      <a:pt x="187362" y="24"/>
                      <a:pt x="187327" y="69"/>
                    </a:cubicBezTo>
                    <a:lnTo>
                      <a:pt x="143594" y="43780"/>
                    </a:lnTo>
                    <a:lnTo>
                      <a:pt x="103992" y="43780"/>
                    </a:lnTo>
                    <a:lnTo>
                      <a:pt x="87444" y="27232"/>
                    </a:lnTo>
                    <a:lnTo>
                      <a:pt x="46838" y="27232"/>
                    </a:lnTo>
                    <a:lnTo>
                      <a:pt x="22871" y="51198"/>
                    </a:lnTo>
                    <a:lnTo>
                      <a:pt x="183" y="51198"/>
                    </a:lnTo>
                    <a:cubicBezTo>
                      <a:pt x="91" y="51198"/>
                      <a:pt x="0" y="51289"/>
                      <a:pt x="0" y="51403"/>
                    </a:cubicBezTo>
                    <a:cubicBezTo>
                      <a:pt x="0" y="51495"/>
                      <a:pt x="91" y="51586"/>
                      <a:pt x="183" y="51586"/>
                    </a:cubicBezTo>
                    <a:lnTo>
                      <a:pt x="23031" y="51586"/>
                    </a:lnTo>
                    <a:lnTo>
                      <a:pt x="46997" y="27620"/>
                    </a:lnTo>
                    <a:lnTo>
                      <a:pt x="87284" y="27620"/>
                    </a:lnTo>
                    <a:lnTo>
                      <a:pt x="103833" y="44168"/>
                    </a:lnTo>
                    <a:lnTo>
                      <a:pt x="143754" y="44168"/>
                    </a:lnTo>
                    <a:lnTo>
                      <a:pt x="187579" y="321"/>
                    </a:lnTo>
                    <a:cubicBezTo>
                      <a:pt x="187670" y="252"/>
                      <a:pt x="187670" y="138"/>
                      <a:pt x="187579" y="69"/>
                    </a:cubicBezTo>
                    <a:cubicBezTo>
                      <a:pt x="187544" y="24"/>
                      <a:pt x="187499" y="1"/>
                      <a:pt x="1874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1" name="Google Shape;791;p11"/>
              <p:cNvSpPr/>
              <p:nvPr/>
            </p:nvSpPr>
            <p:spPr>
              <a:xfrm>
                <a:off x="937150" y="2104550"/>
                <a:ext cx="6622775" cy="1510475"/>
              </a:xfrm>
              <a:custGeom>
                <a:avLst/>
                <a:gdLst/>
                <a:ahLst/>
                <a:cxnLst/>
                <a:rect l="l" t="t" r="r" b="b"/>
                <a:pathLst>
                  <a:path w="264911" h="60419" extrusionOk="0">
                    <a:moveTo>
                      <a:pt x="183" y="0"/>
                    </a:moveTo>
                    <a:cubicBezTo>
                      <a:pt x="91" y="0"/>
                      <a:pt x="0" y="69"/>
                      <a:pt x="0" y="183"/>
                    </a:cubicBezTo>
                    <a:cubicBezTo>
                      <a:pt x="0" y="297"/>
                      <a:pt x="91" y="365"/>
                      <a:pt x="183" y="365"/>
                    </a:cubicBezTo>
                    <a:lnTo>
                      <a:pt x="57177" y="365"/>
                    </a:lnTo>
                    <a:lnTo>
                      <a:pt x="70941" y="14129"/>
                    </a:lnTo>
                    <a:lnTo>
                      <a:pt x="129214" y="14129"/>
                    </a:lnTo>
                    <a:lnTo>
                      <a:pt x="175504" y="60419"/>
                    </a:lnTo>
                    <a:lnTo>
                      <a:pt x="203419" y="60419"/>
                    </a:lnTo>
                    <a:lnTo>
                      <a:pt x="232316" y="31499"/>
                    </a:lnTo>
                    <a:lnTo>
                      <a:pt x="264705" y="31499"/>
                    </a:lnTo>
                    <a:cubicBezTo>
                      <a:pt x="264819" y="31499"/>
                      <a:pt x="264911" y="31430"/>
                      <a:pt x="264911" y="31316"/>
                    </a:cubicBezTo>
                    <a:cubicBezTo>
                      <a:pt x="264911" y="31225"/>
                      <a:pt x="264819" y="31134"/>
                      <a:pt x="264705" y="31134"/>
                    </a:cubicBezTo>
                    <a:lnTo>
                      <a:pt x="232156" y="31134"/>
                    </a:lnTo>
                    <a:lnTo>
                      <a:pt x="203259" y="60031"/>
                    </a:lnTo>
                    <a:lnTo>
                      <a:pt x="175664" y="60031"/>
                    </a:lnTo>
                    <a:lnTo>
                      <a:pt x="129374" y="13764"/>
                    </a:lnTo>
                    <a:lnTo>
                      <a:pt x="71101" y="13764"/>
                    </a:lnTo>
                    <a:lnTo>
                      <a:pt x="573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2" name="Google Shape;792;p11"/>
              <p:cNvSpPr/>
              <p:nvPr/>
            </p:nvSpPr>
            <p:spPr>
              <a:xfrm>
                <a:off x="1664700" y="294775"/>
                <a:ext cx="3135650" cy="766675"/>
              </a:xfrm>
              <a:custGeom>
                <a:avLst/>
                <a:gdLst/>
                <a:ahLst/>
                <a:cxnLst/>
                <a:rect l="l" t="t" r="r" b="b"/>
                <a:pathLst>
                  <a:path w="125426" h="30667" extrusionOk="0">
                    <a:moveTo>
                      <a:pt x="125014" y="1"/>
                    </a:moveTo>
                    <a:cubicBezTo>
                      <a:pt x="124917" y="1"/>
                      <a:pt x="124820" y="35"/>
                      <a:pt x="124741" y="103"/>
                    </a:cubicBezTo>
                    <a:lnTo>
                      <a:pt x="111936" y="12931"/>
                    </a:lnTo>
                    <a:lnTo>
                      <a:pt x="47020" y="12931"/>
                    </a:lnTo>
                    <a:lnTo>
                      <a:pt x="30016" y="29913"/>
                    </a:lnTo>
                    <a:lnTo>
                      <a:pt x="388" y="29913"/>
                    </a:lnTo>
                    <a:cubicBezTo>
                      <a:pt x="160" y="29913"/>
                      <a:pt x="0" y="30073"/>
                      <a:pt x="0" y="30301"/>
                    </a:cubicBezTo>
                    <a:cubicBezTo>
                      <a:pt x="0" y="30507"/>
                      <a:pt x="160" y="30666"/>
                      <a:pt x="388" y="30666"/>
                    </a:cubicBezTo>
                    <a:lnTo>
                      <a:pt x="30335" y="30666"/>
                    </a:lnTo>
                    <a:lnTo>
                      <a:pt x="47340" y="13685"/>
                    </a:lnTo>
                    <a:lnTo>
                      <a:pt x="112255" y="13685"/>
                    </a:lnTo>
                    <a:lnTo>
                      <a:pt x="125288" y="651"/>
                    </a:lnTo>
                    <a:cubicBezTo>
                      <a:pt x="125425" y="514"/>
                      <a:pt x="125425" y="263"/>
                      <a:pt x="125288" y="103"/>
                    </a:cubicBezTo>
                    <a:cubicBezTo>
                      <a:pt x="125208" y="35"/>
                      <a:pt x="125111" y="1"/>
                      <a:pt x="1250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3" name="Google Shape;793;p11"/>
              <p:cNvSpPr/>
              <p:nvPr/>
            </p:nvSpPr>
            <p:spPr>
              <a:xfrm>
                <a:off x="100600" y="2193550"/>
                <a:ext cx="3410675" cy="530725"/>
              </a:xfrm>
              <a:custGeom>
                <a:avLst/>
                <a:gdLst/>
                <a:ahLst/>
                <a:cxnLst/>
                <a:rect l="l" t="t" r="r" b="b"/>
                <a:pathLst>
                  <a:path w="136427" h="21229" extrusionOk="0">
                    <a:moveTo>
                      <a:pt x="20748" y="1"/>
                    </a:moveTo>
                    <a:lnTo>
                      <a:pt x="160" y="20589"/>
                    </a:lnTo>
                    <a:cubicBezTo>
                      <a:pt x="0" y="20726"/>
                      <a:pt x="0" y="20977"/>
                      <a:pt x="160" y="21114"/>
                    </a:cubicBezTo>
                    <a:cubicBezTo>
                      <a:pt x="228" y="21205"/>
                      <a:pt x="342" y="21228"/>
                      <a:pt x="434" y="21228"/>
                    </a:cubicBezTo>
                    <a:cubicBezTo>
                      <a:pt x="525" y="21228"/>
                      <a:pt x="616" y="21205"/>
                      <a:pt x="708" y="21114"/>
                    </a:cubicBezTo>
                    <a:lnTo>
                      <a:pt x="21045" y="777"/>
                    </a:lnTo>
                    <a:lnTo>
                      <a:pt x="85390" y="777"/>
                    </a:lnTo>
                    <a:lnTo>
                      <a:pt x="103307" y="18672"/>
                    </a:lnTo>
                    <a:lnTo>
                      <a:pt x="136039" y="18672"/>
                    </a:lnTo>
                    <a:cubicBezTo>
                      <a:pt x="136267" y="18672"/>
                      <a:pt x="136427" y="18512"/>
                      <a:pt x="136427" y="18307"/>
                    </a:cubicBezTo>
                    <a:cubicBezTo>
                      <a:pt x="136427" y="18078"/>
                      <a:pt x="136267" y="17919"/>
                      <a:pt x="136039" y="17919"/>
                    </a:cubicBezTo>
                    <a:lnTo>
                      <a:pt x="103627" y="17919"/>
                    </a:lnTo>
                    <a:lnTo>
                      <a:pt x="857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4" name="Google Shape;794;p11"/>
              <p:cNvSpPr/>
              <p:nvPr/>
            </p:nvSpPr>
            <p:spPr>
              <a:xfrm>
                <a:off x="106300" y="832600"/>
                <a:ext cx="2024625" cy="395475"/>
              </a:xfrm>
              <a:custGeom>
                <a:avLst/>
                <a:gdLst/>
                <a:ahLst/>
                <a:cxnLst/>
                <a:rect l="l" t="t" r="r" b="b"/>
                <a:pathLst>
                  <a:path w="80985" h="15819" extrusionOk="0">
                    <a:moveTo>
                      <a:pt x="206" y="1"/>
                    </a:moveTo>
                    <a:cubicBezTo>
                      <a:pt x="92" y="1"/>
                      <a:pt x="0" y="92"/>
                      <a:pt x="0" y="183"/>
                    </a:cubicBezTo>
                    <a:cubicBezTo>
                      <a:pt x="0" y="297"/>
                      <a:pt x="92" y="389"/>
                      <a:pt x="206" y="389"/>
                    </a:cubicBezTo>
                    <a:lnTo>
                      <a:pt x="37297" y="389"/>
                    </a:lnTo>
                    <a:lnTo>
                      <a:pt x="52750" y="15818"/>
                    </a:lnTo>
                    <a:lnTo>
                      <a:pt x="80779" y="15818"/>
                    </a:lnTo>
                    <a:cubicBezTo>
                      <a:pt x="80893" y="15818"/>
                      <a:pt x="80985" y="15727"/>
                      <a:pt x="80985" y="15636"/>
                    </a:cubicBezTo>
                    <a:cubicBezTo>
                      <a:pt x="80985" y="15522"/>
                      <a:pt x="80893" y="15430"/>
                      <a:pt x="80779" y="15430"/>
                    </a:cubicBezTo>
                    <a:lnTo>
                      <a:pt x="52909" y="15430"/>
                    </a:lnTo>
                    <a:lnTo>
                      <a:pt x="3745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5" name="Google Shape;795;p11"/>
              <p:cNvSpPr/>
              <p:nvPr/>
            </p:nvSpPr>
            <p:spPr>
              <a:xfrm>
                <a:off x="24125" y="1108225"/>
                <a:ext cx="1654850" cy="513025"/>
              </a:xfrm>
              <a:custGeom>
                <a:avLst/>
                <a:gdLst/>
                <a:ahLst/>
                <a:cxnLst/>
                <a:rect l="l" t="t" r="r" b="b"/>
                <a:pathLst>
                  <a:path w="66194" h="20521" extrusionOk="0">
                    <a:moveTo>
                      <a:pt x="183" y="0"/>
                    </a:moveTo>
                    <a:cubicBezTo>
                      <a:pt x="92" y="0"/>
                      <a:pt x="1" y="91"/>
                      <a:pt x="1" y="206"/>
                    </a:cubicBezTo>
                    <a:cubicBezTo>
                      <a:pt x="1" y="297"/>
                      <a:pt x="92" y="388"/>
                      <a:pt x="183" y="388"/>
                    </a:cubicBezTo>
                    <a:lnTo>
                      <a:pt x="25245" y="388"/>
                    </a:lnTo>
                    <a:lnTo>
                      <a:pt x="45377" y="20520"/>
                    </a:lnTo>
                    <a:lnTo>
                      <a:pt x="66011" y="20520"/>
                    </a:lnTo>
                    <a:cubicBezTo>
                      <a:pt x="66103" y="20520"/>
                      <a:pt x="66194" y="20429"/>
                      <a:pt x="66194" y="20337"/>
                    </a:cubicBezTo>
                    <a:cubicBezTo>
                      <a:pt x="66194" y="20223"/>
                      <a:pt x="66103" y="20132"/>
                      <a:pt x="66011" y="20132"/>
                    </a:cubicBezTo>
                    <a:lnTo>
                      <a:pt x="45537" y="20132"/>
                    </a:lnTo>
                    <a:lnTo>
                      <a:pt x="2540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6" name="Google Shape;796;p11"/>
              <p:cNvSpPr/>
              <p:nvPr/>
            </p:nvSpPr>
            <p:spPr>
              <a:xfrm>
                <a:off x="24125" y="1371850"/>
                <a:ext cx="979225" cy="451975"/>
              </a:xfrm>
              <a:custGeom>
                <a:avLst/>
                <a:gdLst/>
                <a:ahLst/>
                <a:cxnLst/>
                <a:rect l="l" t="t" r="r" b="b"/>
                <a:pathLst>
                  <a:path w="39169" h="18079" extrusionOk="0">
                    <a:moveTo>
                      <a:pt x="183" y="0"/>
                    </a:moveTo>
                    <a:cubicBezTo>
                      <a:pt x="92" y="0"/>
                      <a:pt x="1" y="92"/>
                      <a:pt x="1" y="206"/>
                    </a:cubicBezTo>
                    <a:cubicBezTo>
                      <a:pt x="1" y="297"/>
                      <a:pt x="92" y="388"/>
                      <a:pt x="183" y="388"/>
                    </a:cubicBezTo>
                    <a:lnTo>
                      <a:pt x="21182" y="388"/>
                    </a:lnTo>
                    <a:lnTo>
                      <a:pt x="38826" y="18010"/>
                    </a:lnTo>
                    <a:cubicBezTo>
                      <a:pt x="38849" y="18055"/>
                      <a:pt x="38895" y="18078"/>
                      <a:pt x="38940" y="18078"/>
                    </a:cubicBezTo>
                    <a:cubicBezTo>
                      <a:pt x="39009" y="18078"/>
                      <a:pt x="39055" y="18055"/>
                      <a:pt x="39077" y="18010"/>
                    </a:cubicBezTo>
                    <a:cubicBezTo>
                      <a:pt x="39169" y="17941"/>
                      <a:pt x="39169" y="17827"/>
                      <a:pt x="39077" y="17736"/>
                    </a:cubicBezTo>
                    <a:lnTo>
                      <a:pt x="2134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7" name="Google Shape;797;p11"/>
              <p:cNvSpPr/>
              <p:nvPr/>
            </p:nvSpPr>
            <p:spPr>
              <a:xfrm>
                <a:off x="5585500" y="1408375"/>
                <a:ext cx="1529900" cy="580350"/>
              </a:xfrm>
              <a:custGeom>
                <a:avLst/>
                <a:gdLst/>
                <a:ahLst/>
                <a:cxnLst/>
                <a:rect l="l" t="t" r="r" b="b"/>
                <a:pathLst>
                  <a:path w="61196" h="23214" extrusionOk="0">
                    <a:moveTo>
                      <a:pt x="49121" y="0"/>
                    </a:moveTo>
                    <a:lnTo>
                      <a:pt x="26661" y="22460"/>
                    </a:lnTo>
                    <a:lnTo>
                      <a:pt x="389" y="22460"/>
                    </a:lnTo>
                    <a:cubicBezTo>
                      <a:pt x="161" y="22460"/>
                      <a:pt x="1" y="22620"/>
                      <a:pt x="1" y="22848"/>
                    </a:cubicBezTo>
                    <a:cubicBezTo>
                      <a:pt x="1" y="23054"/>
                      <a:pt x="161" y="23214"/>
                      <a:pt x="389" y="23214"/>
                    </a:cubicBezTo>
                    <a:lnTo>
                      <a:pt x="26980" y="23214"/>
                    </a:lnTo>
                    <a:lnTo>
                      <a:pt x="49441" y="776"/>
                    </a:lnTo>
                    <a:lnTo>
                      <a:pt x="60808" y="776"/>
                    </a:lnTo>
                    <a:cubicBezTo>
                      <a:pt x="61013" y="776"/>
                      <a:pt x="61196" y="594"/>
                      <a:pt x="61196" y="388"/>
                    </a:cubicBezTo>
                    <a:cubicBezTo>
                      <a:pt x="61196" y="183"/>
                      <a:pt x="61013" y="0"/>
                      <a:pt x="608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8" name="Google Shape;798;p11"/>
              <p:cNvSpPr/>
              <p:nvPr/>
            </p:nvSpPr>
            <p:spPr>
              <a:xfrm>
                <a:off x="5953000" y="3543100"/>
                <a:ext cx="134700" cy="134700"/>
              </a:xfrm>
              <a:custGeom>
                <a:avLst/>
                <a:gdLst/>
                <a:ahLst/>
                <a:cxnLst/>
                <a:rect l="l" t="t" r="r" b="b"/>
                <a:pathLst>
                  <a:path w="5388" h="5388" extrusionOk="0">
                    <a:moveTo>
                      <a:pt x="2694" y="366"/>
                    </a:moveTo>
                    <a:cubicBezTo>
                      <a:pt x="3972" y="366"/>
                      <a:pt x="5022" y="1416"/>
                      <a:pt x="5022" y="2694"/>
                    </a:cubicBezTo>
                    <a:cubicBezTo>
                      <a:pt x="5022" y="3949"/>
                      <a:pt x="3972" y="4999"/>
                      <a:pt x="2694" y="4999"/>
                    </a:cubicBezTo>
                    <a:cubicBezTo>
                      <a:pt x="1416" y="4999"/>
                      <a:pt x="388" y="3949"/>
                      <a:pt x="388" y="2694"/>
                    </a:cubicBezTo>
                    <a:cubicBezTo>
                      <a:pt x="388" y="1416"/>
                      <a:pt x="1416" y="366"/>
                      <a:pt x="2694" y="366"/>
                    </a:cubicBezTo>
                    <a:close/>
                    <a:moveTo>
                      <a:pt x="2694" y="1"/>
                    </a:moveTo>
                    <a:cubicBezTo>
                      <a:pt x="1210" y="1"/>
                      <a:pt x="0" y="1187"/>
                      <a:pt x="0" y="2694"/>
                    </a:cubicBezTo>
                    <a:cubicBezTo>
                      <a:pt x="0" y="4178"/>
                      <a:pt x="1210" y="5387"/>
                      <a:pt x="2694" y="5387"/>
                    </a:cubicBezTo>
                    <a:cubicBezTo>
                      <a:pt x="4177" y="5387"/>
                      <a:pt x="5387" y="4178"/>
                      <a:pt x="5387" y="2694"/>
                    </a:cubicBezTo>
                    <a:cubicBezTo>
                      <a:pt x="5387" y="1187"/>
                      <a:pt x="4177" y="1"/>
                      <a:pt x="26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9" name="Google Shape;799;p11"/>
              <p:cNvSpPr/>
              <p:nvPr/>
            </p:nvSpPr>
            <p:spPr>
              <a:xfrm>
                <a:off x="5976400" y="3566500"/>
                <a:ext cx="87900" cy="87325"/>
              </a:xfrm>
              <a:custGeom>
                <a:avLst/>
                <a:gdLst/>
                <a:ahLst/>
                <a:cxnLst/>
                <a:rect l="l" t="t" r="r" b="b"/>
                <a:pathLst>
                  <a:path w="3516" h="3493" extrusionOk="0">
                    <a:moveTo>
                      <a:pt x="1758" y="0"/>
                    </a:moveTo>
                    <a:cubicBezTo>
                      <a:pt x="799" y="0"/>
                      <a:pt x="0" y="776"/>
                      <a:pt x="0" y="1758"/>
                    </a:cubicBezTo>
                    <a:cubicBezTo>
                      <a:pt x="0" y="2717"/>
                      <a:pt x="799" y="3493"/>
                      <a:pt x="1758" y="3493"/>
                    </a:cubicBezTo>
                    <a:cubicBezTo>
                      <a:pt x="2739" y="3493"/>
                      <a:pt x="3515" y="2717"/>
                      <a:pt x="3515" y="1758"/>
                    </a:cubicBezTo>
                    <a:cubicBezTo>
                      <a:pt x="3515" y="776"/>
                      <a:pt x="2739" y="0"/>
                      <a:pt x="1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0" name="Google Shape;800;p11"/>
              <p:cNvSpPr/>
              <p:nvPr/>
            </p:nvSpPr>
            <p:spPr>
              <a:xfrm>
                <a:off x="5421175" y="2256325"/>
                <a:ext cx="134700" cy="134700"/>
              </a:xfrm>
              <a:custGeom>
                <a:avLst/>
                <a:gdLst/>
                <a:ahLst/>
                <a:cxnLst/>
                <a:rect l="l" t="t" r="r" b="b"/>
                <a:pathLst>
                  <a:path w="5388" h="5388" extrusionOk="0">
                    <a:moveTo>
                      <a:pt x="2694" y="389"/>
                    </a:moveTo>
                    <a:cubicBezTo>
                      <a:pt x="3972" y="389"/>
                      <a:pt x="4999" y="1416"/>
                      <a:pt x="4999" y="2694"/>
                    </a:cubicBezTo>
                    <a:cubicBezTo>
                      <a:pt x="4999" y="3972"/>
                      <a:pt x="3972" y="5022"/>
                      <a:pt x="2694" y="5022"/>
                    </a:cubicBezTo>
                    <a:cubicBezTo>
                      <a:pt x="1415" y="5022"/>
                      <a:pt x="365" y="3972"/>
                      <a:pt x="365" y="2694"/>
                    </a:cubicBezTo>
                    <a:cubicBezTo>
                      <a:pt x="365" y="1416"/>
                      <a:pt x="1415" y="389"/>
                      <a:pt x="2694" y="389"/>
                    </a:cubicBezTo>
                    <a:close/>
                    <a:moveTo>
                      <a:pt x="2694" y="1"/>
                    </a:moveTo>
                    <a:cubicBezTo>
                      <a:pt x="1210" y="1"/>
                      <a:pt x="0" y="1210"/>
                      <a:pt x="0" y="2694"/>
                    </a:cubicBezTo>
                    <a:cubicBezTo>
                      <a:pt x="0" y="4178"/>
                      <a:pt x="1210" y="5387"/>
                      <a:pt x="2694" y="5387"/>
                    </a:cubicBezTo>
                    <a:cubicBezTo>
                      <a:pt x="4177" y="5387"/>
                      <a:pt x="5387" y="4178"/>
                      <a:pt x="5387" y="2694"/>
                    </a:cubicBezTo>
                    <a:cubicBezTo>
                      <a:pt x="5387" y="1210"/>
                      <a:pt x="4177" y="1"/>
                      <a:pt x="26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1" name="Google Shape;801;p11"/>
              <p:cNvSpPr/>
              <p:nvPr/>
            </p:nvSpPr>
            <p:spPr>
              <a:xfrm>
                <a:off x="5444575" y="2279725"/>
                <a:ext cx="87900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3516" h="3516" extrusionOk="0">
                    <a:moveTo>
                      <a:pt x="1758" y="0"/>
                    </a:moveTo>
                    <a:cubicBezTo>
                      <a:pt x="776" y="0"/>
                      <a:pt x="0" y="799"/>
                      <a:pt x="0" y="1758"/>
                    </a:cubicBezTo>
                    <a:cubicBezTo>
                      <a:pt x="0" y="2739"/>
                      <a:pt x="776" y="3516"/>
                      <a:pt x="1758" y="3516"/>
                    </a:cubicBezTo>
                    <a:cubicBezTo>
                      <a:pt x="2716" y="3516"/>
                      <a:pt x="3515" y="2739"/>
                      <a:pt x="3515" y="1758"/>
                    </a:cubicBezTo>
                    <a:cubicBezTo>
                      <a:pt x="3515" y="799"/>
                      <a:pt x="2716" y="0"/>
                      <a:pt x="1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2" name="Google Shape;802;p11"/>
              <p:cNvSpPr/>
              <p:nvPr/>
            </p:nvSpPr>
            <p:spPr>
              <a:xfrm>
                <a:off x="5459400" y="1912225"/>
                <a:ext cx="134700" cy="134700"/>
              </a:xfrm>
              <a:custGeom>
                <a:avLst/>
                <a:gdLst/>
                <a:ahLst/>
                <a:cxnLst/>
                <a:rect l="l" t="t" r="r" b="b"/>
                <a:pathLst>
                  <a:path w="5388" h="5388" extrusionOk="0">
                    <a:moveTo>
                      <a:pt x="2694" y="366"/>
                    </a:moveTo>
                    <a:cubicBezTo>
                      <a:pt x="3972" y="366"/>
                      <a:pt x="4999" y="1416"/>
                      <a:pt x="4999" y="2694"/>
                    </a:cubicBezTo>
                    <a:cubicBezTo>
                      <a:pt x="4999" y="3973"/>
                      <a:pt x="3972" y="5000"/>
                      <a:pt x="2694" y="5000"/>
                    </a:cubicBezTo>
                    <a:cubicBezTo>
                      <a:pt x="1416" y="5000"/>
                      <a:pt x="389" y="3973"/>
                      <a:pt x="389" y="2694"/>
                    </a:cubicBezTo>
                    <a:cubicBezTo>
                      <a:pt x="389" y="1416"/>
                      <a:pt x="1416" y="366"/>
                      <a:pt x="2694" y="366"/>
                    </a:cubicBezTo>
                    <a:close/>
                    <a:moveTo>
                      <a:pt x="2694" y="1"/>
                    </a:moveTo>
                    <a:cubicBezTo>
                      <a:pt x="1210" y="1"/>
                      <a:pt x="1" y="1211"/>
                      <a:pt x="1" y="2694"/>
                    </a:cubicBezTo>
                    <a:cubicBezTo>
                      <a:pt x="1" y="4178"/>
                      <a:pt x="1210" y="5388"/>
                      <a:pt x="2694" y="5388"/>
                    </a:cubicBezTo>
                    <a:cubicBezTo>
                      <a:pt x="4178" y="5388"/>
                      <a:pt x="5387" y="4178"/>
                      <a:pt x="5387" y="2694"/>
                    </a:cubicBezTo>
                    <a:cubicBezTo>
                      <a:pt x="5387" y="1211"/>
                      <a:pt x="4178" y="1"/>
                      <a:pt x="26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3" name="Google Shape;803;p11"/>
              <p:cNvSpPr/>
              <p:nvPr/>
            </p:nvSpPr>
            <p:spPr>
              <a:xfrm>
                <a:off x="5482800" y="1935625"/>
                <a:ext cx="87900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3516" h="3516" extrusionOk="0">
                    <a:moveTo>
                      <a:pt x="1758" y="1"/>
                    </a:moveTo>
                    <a:cubicBezTo>
                      <a:pt x="799" y="1"/>
                      <a:pt x="0" y="777"/>
                      <a:pt x="0" y="1758"/>
                    </a:cubicBezTo>
                    <a:cubicBezTo>
                      <a:pt x="0" y="2717"/>
                      <a:pt x="799" y="3516"/>
                      <a:pt x="1758" y="3516"/>
                    </a:cubicBezTo>
                    <a:cubicBezTo>
                      <a:pt x="2739" y="3516"/>
                      <a:pt x="3515" y="2717"/>
                      <a:pt x="3515" y="1758"/>
                    </a:cubicBezTo>
                    <a:cubicBezTo>
                      <a:pt x="3515" y="777"/>
                      <a:pt x="2739" y="1"/>
                      <a:pt x="1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4" name="Google Shape;804;p11"/>
              <p:cNvSpPr/>
              <p:nvPr/>
            </p:nvSpPr>
            <p:spPr>
              <a:xfrm>
                <a:off x="4736975" y="1935625"/>
                <a:ext cx="87900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3516" h="3516" extrusionOk="0">
                    <a:moveTo>
                      <a:pt x="1758" y="1"/>
                    </a:moveTo>
                    <a:cubicBezTo>
                      <a:pt x="777" y="1"/>
                      <a:pt x="1" y="777"/>
                      <a:pt x="1" y="1758"/>
                    </a:cubicBezTo>
                    <a:cubicBezTo>
                      <a:pt x="1" y="2717"/>
                      <a:pt x="777" y="3516"/>
                      <a:pt x="1758" y="3516"/>
                    </a:cubicBezTo>
                    <a:cubicBezTo>
                      <a:pt x="2717" y="3516"/>
                      <a:pt x="3516" y="2717"/>
                      <a:pt x="3516" y="1758"/>
                    </a:cubicBezTo>
                    <a:cubicBezTo>
                      <a:pt x="3516" y="777"/>
                      <a:pt x="2717" y="1"/>
                      <a:pt x="1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5" name="Google Shape;805;p11"/>
              <p:cNvSpPr/>
              <p:nvPr/>
            </p:nvSpPr>
            <p:spPr>
              <a:xfrm>
                <a:off x="7044625" y="2632950"/>
                <a:ext cx="87900" cy="87325"/>
              </a:xfrm>
              <a:custGeom>
                <a:avLst/>
                <a:gdLst/>
                <a:ahLst/>
                <a:cxnLst/>
                <a:rect l="l" t="t" r="r" b="b"/>
                <a:pathLst>
                  <a:path w="3516" h="3493" extrusionOk="0">
                    <a:moveTo>
                      <a:pt x="1758" y="0"/>
                    </a:moveTo>
                    <a:cubicBezTo>
                      <a:pt x="799" y="0"/>
                      <a:pt x="0" y="776"/>
                      <a:pt x="0" y="1735"/>
                    </a:cubicBezTo>
                    <a:cubicBezTo>
                      <a:pt x="0" y="2716"/>
                      <a:pt x="799" y="3493"/>
                      <a:pt x="1758" y="3493"/>
                    </a:cubicBezTo>
                    <a:cubicBezTo>
                      <a:pt x="2739" y="3493"/>
                      <a:pt x="3515" y="2716"/>
                      <a:pt x="3515" y="1735"/>
                    </a:cubicBezTo>
                    <a:cubicBezTo>
                      <a:pt x="3515" y="776"/>
                      <a:pt x="2739" y="0"/>
                      <a:pt x="1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6" name="Google Shape;806;p11"/>
              <p:cNvSpPr/>
              <p:nvPr/>
            </p:nvSpPr>
            <p:spPr>
              <a:xfrm>
                <a:off x="4222850" y="1085400"/>
                <a:ext cx="134675" cy="13467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5387" extrusionOk="0">
                    <a:moveTo>
                      <a:pt x="2694" y="388"/>
                    </a:moveTo>
                    <a:cubicBezTo>
                      <a:pt x="3972" y="388"/>
                      <a:pt x="5022" y="1415"/>
                      <a:pt x="5022" y="2694"/>
                    </a:cubicBezTo>
                    <a:cubicBezTo>
                      <a:pt x="5022" y="3972"/>
                      <a:pt x="3972" y="4999"/>
                      <a:pt x="2694" y="4999"/>
                    </a:cubicBezTo>
                    <a:cubicBezTo>
                      <a:pt x="1415" y="4999"/>
                      <a:pt x="388" y="3972"/>
                      <a:pt x="388" y="2694"/>
                    </a:cubicBezTo>
                    <a:cubicBezTo>
                      <a:pt x="388" y="1415"/>
                      <a:pt x="1415" y="388"/>
                      <a:pt x="2694" y="388"/>
                    </a:cubicBezTo>
                    <a:close/>
                    <a:moveTo>
                      <a:pt x="2694" y="0"/>
                    </a:moveTo>
                    <a:cubicBezTo>
                      <a:pt x="1210" y="0"/>
                      <a:pt x="0" y="1210"/>
                      <a:pt x="0" y="2694"/>
                    </a:cubicBezTo>
                    <a:cubicBezTo>
                      <a:pt x="0" y="4177"/>
                      <a:pt x="1210" y="5387"/>
                      <a:pt x="2694" y="5387"/>
                    </a:cubicBezTo>
                    <a:cubicBezTo>
                      <a:pt x="4177" y="5387"/>
                      <a:pt x="5387" y="4177"/>
                      <a:pt x="5387" y="2694"/>
                    </a:cubicBezTo>
                    <a:cubicBezTo>
                      <a:pt x="5387" y="1210"/>
                      <a:pt x="4177" y="0"/>
                      <a:pt x="26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7" name="Google Shape;807;p11"/>
              <p:cNvSpPr/>
              <p:nvPr/>
            </p:nvSpPr>
            <p:spPr>
              <a:xfrm>
                <a:off x="4246800" y="1108775"/>
                <a:ext cx="87350" cy="87925"/>
              </a:xfrm>
              <a:custGeom>
                <a:avLst/>
                <a:gdLst/>
                <a:ahLst/>
                <a:cxnLst/>
                <a:rect l="l" t="t" r="r" b="b"/>
                <a:pathLst>
                  <a:path w="3494" h="3517" extrusionOk="0">
                    <a:moveTo>
                      <a:pt x="1736" y="1"/>
                    </a:moveTo>
                    <a:cubicBezTo>
                      <a:pt x="777" y="1"/>
                      <a:pt x="1" y="800"/>
                      <a:pt x="1" y="1759"/>
                    </a:cubicBezTo>
                    <a:cubicBezTo>
                      <a:pt x="1" y="2717"/>
                      <a:pt x="777" y="3516"/>
                      <a:pt x="1736" y="3516"/>
                    </a:cubicBezTo>
                    <a:cubicBezTo>
                      <a:pt x="2717" y="3516"/>
                      <a:pt x="3493" y="2717"/>
                      <a:pt x="3493" y="1759"/>
                    </a:cubicBezTo>
                    <a:cubicBezTo>
                      <a:pt x="3493" y="800"/>
                      <a:pt x="2717" y="1"/>
                      <a:pt x="17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8" name="Google Shape;808;p11"/>
              <p:cNvSpPr/>
              <p:nvPr/>
            </p:nvSpPr>
            <p:spPr>
              <a:xfrm>
                <a:off x="3502700" y="2585000"/>
                <a:ext cx="134700" cy="134700"/>
              </a:xfrm>
              <a:custGeom>
                <a:avLst/>
                <a:gdLst/>
                <a:ahLst/>
                <a:cxnLst/>
                <a:rect l="l" t="t" r="r" b="b"/>
                <a:pathLst>
                  <a:path w="5388" h="5388" extrusionOk="0">
                    <a:moveTo>
                      <a:pt x="2694" y="389"/>
                    </a:moveTo>
                    <a:cubicBezTo>
                      <a:pt x="3972" y="389"/>
                      <a:pt x="4999" y="1416"/>
                      <a:pt x="4999" y="2694"/>
                    </a:cubicBezTo>
                    <a:cubicBezTo>
                      <a:pt x="4999" y="3973"/>
                      <a:pt x="3972" y="5000"/>
                      <a:pt x="2694" y="5000"/>
                    </a:cubicBezTo>
                    <a:cubicBezTo>
                      <a:pt x="1416" y="5000"/>
                      <a:pt x="389" y="3973"/>
                      <a:pt x="389" y="2694"/>
                    </a:cubicBezTo>
                    <a:cubicBezTo>
                      <a:pt x="389" y="1416"/>
                      <a:pt x="1416" y="389"/>
                      <a:pt x="2694" y="389"/>
                    </a:cubicBezTo>
                    <a:close/>
                    <a:moveTo>
                      <a:pt x="2694" y="1"/>
                    </a:moveTo>
                    <a:cubicBezTo>
                      <a:pt x="1210" y="1"/>
                      <a:pt x="1" y="1211"/>
                      <a:pt x="1" y="2694"/>
                    </a:cubicBezTo>
                    <a:cubicBezTo>
                      <a:pt x="1" y="4178"/>
                      <a:pt x="1210" y="5388"/>
                      <a:pt x="2694" y="5388"/>
                    </a:cubicBezTo>
                    <a:cubicBezTo>
                      <a:pt x="4178" y="5388"/>
                      <a:pt x="5387" y="4178"/>
                      <a:pt x="5387" y="2694"/>
                    </a:cubicBezTo>
                    <a:cubicBezTo>
                      <a:pt x="5387" y="1211"/>
                      <a:pt x="4178" y="1"/>
                      <a:pt x="26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9" name="Google Shape;809;p11"/>
              <p:cNvSpPr/>
              <p:nvPr/>
            </p:nvSpPr>
            <p:spPr>
              <a:xfrm>
                <a:off x="3526100" y="2608400"/>
                <a:ext cx="87900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3516" h="3516" extrusionOk="0">
                    <a:moveTo>
                      <a:pt x="1758" y="1"/>
                    </a:moveTo>
                    <a:cubicBezTo>
                      <a:pt x="776" y="1"/>
                      <a:pt x="0" y="777"/>
                      <a:pt x="0" y="1758"/>
                    </a:cubicBezTo>
                    <a:cubicBezTo>
                      <a:pt x="0" y="2717"/>
                      <a:pt x="776" y="3516"/>
                      <a:pt x="1758" y="3516"/>
                    </a:cubicBezTo>
                    <a:cubicBezTo>
                      <a:pt x="2717" y="3516"/>
                      <a:pt x="3516" y="2717"/>
                      <a:pt x="3516" y="1758"/>
                    </a:cubicBezTo>
                    <a:cubicBezTo>
                      <a:pt x="3516" y="777"/>
                      <a:pt x="2717" y="1"/>
                      <a:pt x="1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0" name="Google Shape;810;p11"/>
              <p:cNvSpPr/>
              <p:nvPr/>
            </p:nvSpPr>
            <p:spPr>
              <a:xfrm>
                <a:off x="2281550" y="1156150"/>
                <a:ext cx="134700" cy="134700"/>
              </a:xfrm>
              <a:custGeom>
                <a:avLst/>
                <a:gdLst/>
                <a:ahLst/>
                <a:cxnLst/>
                <a:rect l="l" t="t" r="r" b="b"/>
                <a:pathLst>
                  <a:path w="5388" h="5388" extrusionOk="0">
                    <a:moveTo>
                      <a:pt x="2694" y="366"/>
                    </a:moveTo>
                    <a:cubicBezTo>
                      <a:pt x="3972" y="366"/>
                      <a:pt x="4999" y="1416"/>
                      <a:pt x="4999" y="2694"/>
                    </a:cubicBezTo>
                    <a:cubicBezTo>
                      <a:pt x="4999" y="3972"/>
                      <a:pt x="3972" y="4999"/>
                      <a:pt x="2694" y="4999"/>
                    </a:cubicBezTo>
                    <a:cubicBezTo>
                      <a:pt x="1416" y="4999"/>
                      <a:pt x="366" y="3972"/>
                      <a:pt x="366" y="2694"/>
                    </a:cubicBezTo>
                    <a:cubicBezTo>
                      <a:pt x="366" y="1416"/>
                      <a:pt x="1416" y="366"/>
                      <a:pt x="2694" y="366"/>
                    </a:cubicBezTo>
                    <a:close/>
                    <a:moveTo>
                      <a:pt x="2694" y="0"/>
                    </a:moveTo>
                    <a:cubicBezTo>
                      <a:pt x="1210" y="0"/>
                      <a:pt x="0" y="1210"/>
                      <a:pt x="0" y="2694"/>
                    </a:cubicBezTo>
                    <a:cubicBezTo>
                      <a:pt x="0" y="4178"/>
                      <a:pt x="1210" y="5387"/>
                      <a:pt x="2694" y="5387"/>
                    </a:cubicBezTo>
                    <a:cubicBezTo>
                      <a:pt x="4177" y="5387"/>
                      <a:pt x="5387" y="4178"/>
                      <a:pt x="5387" y="2694"/>
                    </a:cubicBezTo>
                    <a:cubicBezTo>
                      <a:pt x="5387" y="1210"/>
                      <a:pt x="4177" y="0"/>
                      <a:pt x="26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1" name="Google Shape;811;p11"/>
              <p:cNvSpPr/>
              <p:nvPr/>
            </p:nvSpPr>
            <p:spPr>
              <a:xfrm>
                <a:off x="2304950" y="1179550"/>
                <a:ext cx="8732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3493" h="3516" extrusionOk="0">
                    <a:moveTo>
                      <a:pt x="1758" y="0"/>
                    </a:moveTo>
                    <a:cubicBezTo>
                      <a:pt x="776" y="0"/>
                      <a:pt x="0" y="776"/>
                      <a:pt x="0" y="1758"/>
                    </a:cubicBezTo>
                    <a:cubicBezTo>
                      <a:pt x="0" y="2717"/>
                      <a:pt x="776" y="3515"/>
                      <a:pt x="1758" y="3515"/>
                    </a:cubicBezTo>
                    <a:cubicBezTo>
                      <a:pt x="2716" y="3515"/>
                      <a:pt x="3493" y="2717"/>
                      <a:pt x="3493" y="1758"/>
                    </a:cubicBezTo>
                    <a:cubicBezTo>
                      <a:pt x="3493" y="776"/>
                      <a:pt x="2716" y="0"/>
                      <a:pt x="1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2" name="Google Shape;812;p11"/>
              <p:cNvSpPr/>
              <p:nvPr/>
            </p:nvSpPr>
            <p:spPr>
              <a:xfrm>
                <a:off x="1577950" y="1004925"/>
                <a:ext cx="94750" cy="94750"/>
              </a:xfrm>
              <a:custGeom>
                <a:avLst/>
                <a:gdLst/>
                <a:ahLst/>
                <a:cxnLst/>
                <a:rect l="l" t="t" r="r" b="b"/>
                <a:pathLst>
                  <a:path w="3790" h="3790" extrusionOk="0">
                    <a:moveTo>
                      <a:pt x="1895" y="366"/>
                    </a:moveTo>
                    <a:cubicBezTo>
                      <a:pt x="2717" y="366"/>
                      <a:pt x="3402" y="1051"/>
                      <a:pt x="3402" y="1895"/>
                    </a:cubicBezTo>
                    <a:cubicBezTo>
                      <a:pt x="3402" y="2717"/>
                      <a:pt x="2717" y="3402"/>
                      <a:pt x="1895" y="3402"/>
                    </a:cubicBezTo>
                    <a:cubicBezTo>
                      <a:pt x="1051" y="3402"/>
                      <a:pt x="366" y="2717"/>
                      <a:pt x="366" y="1895"/>
                    </a:cubicBezTo>
                    <a:cubicBezTo>
                      <a:pt x="366" y="1051"/>
                      <a:pt x="1051" y="366"/>
                      <a:pt x="1895" y="366"/>
                    </a:cubicBezTo>
                    <a:close/>
                    <a:moveTo>
                      <a:pt x="1895" y="1"/>
                    </a:moveTo>
                    <a:cubicBezTo>
                      <a:pt x="845" y="1"/>
                      <a:pt x="1" y="845"/>
                      <a:pt x="1" y="1895"/>
                    </a:cubicBezTo>
                    <a:cubicBezTo>
                      <a:pt x="1" y="2922"/>
                      <a:pt x="845" y="3790"/>
                      <a:pt x="1895" y="3790"/>
                    </a:cubicBezTo>
                    <a:cubicBezTo>
                      <a:pt x="2922" y="3790"/>
                      <a:pt x="3790" y="2922"/>
                      <a:pt x="3790" y="1895"/>
                    </a:cubicBezTo>
                    <a:cubicBezTo>
                      <a:pt x="3790" y="845"/>
                      <a:pt x="2922" y="1"/>
                      <a:pt x="18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3" name="Google Shape;813;p11"/>
              <p:cNvSpPr/>
              <p:nvPr/>
            </p:nvSpPr>
            <p:spPr>
              <a:xfrm>
                <a:off x="1595075" y="1022050"/>
                <a:ext cx="59950" cy="59950"/>
              </a:xfrm>
              <a:custGeom>
                <a:avLst/>
                <a:gdLst/>
                <a:ahLst/>
                <a:cxnLst/>
                <a:rect l="l" t="t" r="r" b="b"/>
                <a:pathLst>
                  <a:path w="2398" h="2398" extrusionOk="0">
                    <a:moveTo>
                      <a:pt x="1210" y="1"/>
                    </a:moveTo>
                    <a:cubicBezTo>
                      <a:pt x="548" y="1"/>
                      <a:pt x="1" y="548"/>
                      <a:pt x="1" y="1210"/>
                    </a:cubicBezTo>
                    <a:cubicBezTo>
                      <a:pt x="1" y="1872"/>
                      <a:pt x="548" y="2397"/>
                      <a:pt x="1210" y="2397"/>
                    </a:cubicBezTo>
                    <a:cubicBezTo>
                      <a:pt x="1872" y="2397"/>
                      <a:pt x="2397" y="1872"/>
                      <a:pt x="2397" y="1210"/>
                    </a:cubicBezTo>
                    <a:cubicBezTo>
                      <a:pt x="2397" y="548"/>
                      <a:pt x="1872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4" name="Google Shape;814;p11"/>
              <p:cNvSpPr/>
              <p:nvPr/>
            </p:nvSpPr>
            <p:spPr>
              <a:xfrm>
                <a:off x="2892125" y="1170425"/>
                <a:ext cx="106150" cy="106150"/>
              </a:xfrm>
              <a:custGeom>
                <a:avLst/>
                <a:gdLst/>
                <a:ahLst/>
                <a:cxnLst/>
                <a:rect l="l" t="t" r="r" b="b"/>
                <a:pathLst>
                  <a:path w="4246" h="4246" extrusionOk="0">
                    <a:moveTo>
                      <a:pt x="2123" y="0"/>
                    </a:moveTo>
                    <a:cubicBezTo>
                      <a:pt x="959" y="0"/>
                      <a:pt x="0" y="936"/>
                      <a:pt x="0" y="2123"/>
                    </a:cubicBezTo>
                    <a:cubicBezTo>
                      <a:pt x="0" y="3287"/>
                      <a:pt x="959" y="4246"/>
                      <a:pt x="2123" y="4246"/>
                    </a:cubicBezTo>
                    <a:cubicBezTo>
                      <a:pt x="3310" y="4246"/>
                      <a:pt x="4246" y="3287"/>
                      <a:pt x="4246" y="2123"/>
                    </a:cubicBezTo>
                    <a:cubicBezTo>
                      <a:pt x="4246" y="936"/>
                      <a:pt x="3310" y="0"/>
                      <a:pt x="21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5" name="Google Shape;815;p11"/>
              <p:cNvSpPr/>
              <p:nvPr/>
            </p:nvSpPr>
            <p:spPr>
              <a:xfrm>
                <a:off x="7004675" y="1366150"/>
                <a:ext cx="106150" cy="106150"/>
              </a:xfrm>
              <a:custGeom>
                <a:avLst/>
                <a:gdLst/>
                <a:ahLst/>
                <a:cxnLst/>
                <a:rect l="l" t="t" r="r" b="b"/>
                <a:pathLst>
                  <a:path w="4246" h="4246" extrusionOk="0">
                    <a:moveTo>
                      <a:pt x="2123" y="0"/>
                    </a:moveTo>
                    <a:cubicBezTo>
                      <a:pt x="936" y="0"/>
                      <a:pt x="0" y="959"/>
                      <a:pt x="0" y="2123"/>
                    </a:cubicBezTo>
                    <a:cubicBezTo>
                      <a:pt x="0" y="3310"/>
                      <a:pt x="936" y="4246"/>
                      <a:pt x="2123" y="4246"/>
                    </a:cubicBezTo>
                    <a:cubicBezTo>
                      <a:pt x="3287" y="4246"/>
                      <a:pt x="4246" y="3310"/>
                      <a:pt x="4246" y="2123"/>
                    </a:cubicBezTo>
                    <a:cubicBezTo>
                      <a:pt x="4246" y="959"/>
                      <a:pt x="3287" y="0"/>
                      <a:pt x="21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6" name="Google Shape;816;p11"/>
              <p:cNvSpPr/>
              <p:nvPr/>
            </p:nvSpPr>
            <p:spPr>
              <a:xfrm>
                <a:off x="6446600" y="2270600"/>
                <a:ext cx="106150" cy="106150"/>
              </a:xfrm>
              <a:custGeom>
                <a:avLst/>
                <a:gdLst/>
                <a:ahLst/>
                <a:cxnLst/>
                <a:rect l="l" t="t" r="r" b="b"/>
                <a:pathLst>
                  <a:path w="4246" h="4246" extrusionOk="0">
                    <a:moveTo>
                      <a:pt x="2123" y="0"/>
                    </a:moveTo>
                    <a:cubicBezTo>
                      <a:pt x="959" y="0"/>
                      <a:pt x="0" y="959"/>
                      <a:pt x="0" y="2123"/>
                    </a:cubicBezTo>
                    <a:cubicBezTo>
                      <a:pt x="0" y="3310"/>
                      <a:pt x="959" y="4246"/>
                      <a:pt x="2123" y="4246"/>
                    </a:cubicBezTo>
                    <a:cubicBezTo>
                      <a:pt x="3310" y="4246"/>
                      <a:pt x="4246" y="3310"/>
                      <a:pt x="4246" y="2123"/>
                    </a:cubicBezTo>
                    <a:cubicBezTo>
                      <a:pt x="4246" y="959"/>
                      <a:pt x="3310" y="0"/>
                      <a:pt x="21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7" name="Google Shape;817;p11"/>
              <p:cNvSpPr/>
              <p:nvPr/>
            </p:nvSpPr>
            <p:spPr>
              <a:xfrm>
                <a:off x="6258275" y="3300575"/>
                <a:ext cx="69650" cy="69650"/>
              </a:xfrm>
              <a:custGeom>
                <a:avLst/>
                <a:gdLst/>
                <a:ahLst/>
                <a:cxnLst/>
                <a:rect l="l" t="t" r="r" b="b"/>
                <a:pathLst>
                  <a:path w="2786" h="2786" extrusionOk="0">
                    <a:moveTo>
                      <a:pt x="1393" y="1"/>
                    </a:moveTo>
                    <a:cubicBezTo>
                      <a:pt x="617" y="1"/>
                      <a:pt x="1" y="617"/>
                      <a:pt x="1" y="1393"/>
                    </a:cubicBezTo>
                    <a:cubicBezTo>
                      <a:pt x="1" y="2146"/>
                      <a:pt x="617" y="2786"/>
                      <a:pt x="1393" y="2786"/>
                    </a:cubicBezTo>
                    <a:cubicBezTo>
                      <a:pt x="2169" y="2786"/>
                      <a:pt x="2786" y="2146"/>
                      <a:pt x="2786" y="1393"/>
                    </a:cubicBezTo>
                    <a:cubicBezTo>
                      <a:pt x="2786" y="617"/>
                      <a:pt x="2169" y="1"/>
                      <a:pt x="13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8" name="Google Shape;818;p11"/>
              <p:cNvSpPr/>
              <p:nvPr/>
            </p:nvSpPr>
            <p:spPr>
              <a:xfrm>
                <a:off x="4746100" y="3030675"/>
                <a:ext cx="69650" cy="69075"/>
              </a:xfrm>
              <a:custGeom>
                <a:avLst/>
                <a:gdLst/>
                <a:ahLst/>
                <a:cxnLst/>
                <a:rect l="l" t="t" r="r" b="b"/>
                <a:pathLst>
                  <a:path w="2786" h="2763" extrusionOk="0">
                    <a:moveTo>
                      <a:pt x="1393" y="0"/>
                    </a:moveTo>
                    <a:cubicBezTo>
                      <a:pt x="617" y="0"/>
                      <a:pt x="1" y="617"/>
                      <a:pt x="1" y="1393"/>
                    </a:cubicBezTo>
                    <a:cubicBezTo>
                      <a:pt x="1" y="2146"/>
                      <a:pt x="617" y="2762"/>
                      <a:pt x="1393" y="2762"/>
                    </a:cubicBezTo>
                    <a:cubicBezTo>
                      <a:pt x="2169" y="2762"/>
                      <a:pt x="2786" y="2146"/>
                      <a:pt x="2786" y="1393"/>
                    </a:cubicBezTo>
                    <a:cubicBezTo>
                      <a:pt x="2786" y="617"/>
                      <a:pt x="2169" y="0"/>
                      <a:pt x="13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9" name="Google Shape;819;p11"/>
              <p:cNvSpPr/>
              <p:nvPr/>
            </p:nvSpPr>
            <p:spPr>
              <a:xfrm>
                <a:off x="5111875" y="1378700"/>
                <a:ext cx="106175" cy="106150"/>
              </a:xfrm>
              <a:custGeom>
                <a:avLst/>
                <a:gdLst/>
                <a:ahLst/>
                <a:cxnLst/>
                <a:rect l="l" t="t" r="r" b="b"/>
                <a:pathLst>
                  <a:path w="4247" h="4246" extrusionOk="0">
                    <a:moveTo>
                      <a:pt x="2124" y="0"/>
                    </a:moveTo>
                    <a:cubicBezTo>
                      <a:pt x="960" y="0"/>
                      <a:pt x="1" y="959"/>
                      <a:pt x="1" y="2123"/>
                    </a:cubicBezTo>
                    <a:cubicBezTo>
                      <a:pt x="1" y="3310"/>
                      <a:pt x="960" y="4246"/>
                      <a:pt x="2124" y="4246"/>
                    </a:cubicBezTo>
                    <a:cubicBezTo>
                      <a:pt x="3288" y="4246"/>
                      <a:pt x="4246" y="3310"/>
                      <a:pt x="4246" y="2123"/>
                    </a:cubicBezTo>
                    <a:cubicBezTo>
                      <a:pt x="4246" y="959"/>
                      <a:pt x="3288" y="0"/>
                      <a:pt x="21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0" name="Google Shape;820;p11"/>
              <p:cNvSpPr/>
              <p:nvPr/>
            </p:nvSpPr>
            <p:spPr>
              <a:xfrm>
                <a:off x="5692225" y="1404950"/>
                <a:ext cx="75350" cy="74775"/>
              </a:xfrm>
              <a:custGeom>
                <a:avLst/>
                <a:gdLst/>
                <a:ahLst/>
                <a:cxnLst/>
                <a:rect l="l" t="t" r="r" b="b"/>
                <a:pathLst>
                  <a:path w="3014" h="2991" extrusionOk="0">
                    <a:moveTo>
                      <a:pt x="1507" y="0"/>
                    </a:moveTo>
                    <a:cubicBezTo>
                      <a:pt x="685" y="0"/>
                      <a:pt x="0" y="662"/>
                      <a:pt x="0" y="1507"/>
                    </a:cubicBezTo>
                    <a:cubicBezTo>
                      <a:pt x="0" y="2328"/>
                      <a:pt x="685" y="2990"/>
                      <a:pt x="1507" y="2990"/>
                    </a:cubicBezTo>
                    <a:cubicBezTo>
                      <a:pt x="2328" y="2990"/>
                      <a:pt x="3013" y="2328"/>
                      <a:pt x="3013" y="1507"/>
                    </a:cubicBezTo>
                    <a:cubicBezTo>
                      <a:pt x="3013" y="662"/>
                      <a:pt x="2328" y="0"/>
                      <a:pt x="150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1" name="Google Shape;821;p11"/>
              <p:cNvSpPr/>
              <p:nvPr/>
            </p:nvSpPr>
            <p:spPr>
              <a:xfrm>
                <a:off x="5821750" y="1469425"/>
                <a:ext cx="79350" cy="79350"/>
              </a:xfrm>
              <a:custGeom>
                <a:avLst/>
                <a:gdLst/>
                <a:ahLst/>
                <a:cxnLst/>
                <a:rect l="l" t="t" r="r" b="b"/>
                <a:pathLst>
                  <a:path w="3174" h="3174" extrusionOk="0">
                    <a:moveTo>
                      <a:pt x="1598" y="1"/>
                    </a:moveTo>
                    <a:cubicBezTo>
                      <a:pt x="708" y="1"/>
                      <a:pt x="1" y="708"/>
                      <a:pt x="1" y="1575"/>
                    </a:cubicBezTo>
                    <a:cubicBezTo>
                      <a:pt x="1" y="2466"/>
                      <a:pt x="708" y="3173"/>
                      <a:pt x="1598" y="3173"/>
                    </a:cubicBezTo>
                    <a:cubicBezTo>
                      <a:pt x="2466" y="3173"/>
                      <a:pt x="3173" y="2466"/>
                      <a:pt x="3173" y="1575"/>
                    </a:cubicBezTo>
                    <a:cubicBezTo>
                      <a:pt x="3173" y="708"/>
                      <a:pt x="2466" y="1"/>
                      <a:pt x="15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2" name="Google Shape;822;p11"/>
              <p:cNvSpPr/>
              <p:nvPr/>
            </p:nvSpPr>
            <p:spPr>
              <a:xfrm>
                <a:off x="3572900" y="2384150"/>
                <a:ext cx="139825" cy="139250"/>
              </a:xfrm>
              <a:custGeom>
                <a:avLst/>
                <a:gdLst/>
                <a:ahLst/>
                <a:cxnLst/>
                <a:rect l="l" t="t" r="r" b="b"/>
                <a:pathLst>
                  <a:path w="5593" h="5570" extrusionOk="0">
                    <a:moveTo>
                      <a:pt x="2808" y="0"/>
                    </a:moveTo>
                    <a:cubicBezTo>
                      <a:pt x="1255" y="0"/>
                      <a:pt x="0" y="1233"/>
                      <a:pt x="0" y="2785"/>
                    </a:cubicBezTo>
                    <a:cubicBezTo>
                      <a:pt x="0" y="4314"/>
                      <a:pt x="1255" y="5570"/>
                      <a:pt x="2808" y="5570"/>
                    </a:cubicBezTo>
                    <a:cubicBezTo>
                      <a:pt x="4337" y="5570"/>
                      <a:pt x="5592" y="4314"/>
                      <a:pt x="5592" y="2785"/>
                    </a:cubicBezTo>
                    <a:cubicBezTo>
                      <a:pt x="5592" y="1233"/>
                      <a:pt x="4337" y="0"/>
                      <a:pt x="28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3" name="Google Shape;823;p11"/>
              <p:cNvSpPr/>
              <p:nvPr/>
            </p:nvSpPr>
            <p:spPr>
              <a:xfrm>
                <a:off x="5419450" y="2995300"/>
                <a:ext cx="139825" cy="139825"/>
              </a:xfrm>
              <a:custGeom>
                <a:avLst/>
                <a:gdLst/>
                <a:ahLst/>
                <a:cxnLst/>
                <a:rect l="l" t="t" r="r" b="b"/>
                <a:pathLst>
                  <a:path w="5593" h="5593" extrusionOk="0">
                    <a:moveTo>
                      <a:pt x="2785" y="0"/>
                    </a:moveTo>
                    <a:cubicBezTo>
                      <a:pt x="1256" y="0"/>
                      <a:pt x="1" y="1256"/>
                      <a:pt x="1" y="2808"/>
                    </a:cubicBezTo>
                    <a:cubicBezTo>
                      <a:pt x="1" y="4337"/>
                      <a:pt x="1256" y="5592"/>
                      <a:pt x="2785" y="5592"/>
                    </a:cubicBezTo>
                    <a:cubicBezTo>
                      <a:pt x="4338" y="5592"/>
                      <a:pt x="5593" y="4337"/>
                      <a:pt x="5593" y="2808"/>
                    </a:cubicBezTo>
                    <a:cubicBezTo>
                      <a:pt x="5593" y="1256"/>
                      <a:pt x="4338" y="0"/>
                      <a:pt x="27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4" name="Google Shape;824;p11"/>
              <p:cNvSpPr/>
              <p:nvPr/>
            </p:nvSpPr>
            <p:spPr>
              <a:xfrm>
                <a:off x="3311550" y="1787275"/>
                <a:ext cx="65075" cy="65075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2603" extrusionOk="0">
                    <a:moveTo>
                      <a:pt x="1301" y="0"/>
                    </a:moveTo>
                    <a:cubicBezTo>
                      <a:pt x="594" y="0"/>
                      <a:pt x="0" y="571"/>
                      <a:pt x="0" y="1301"/>
                    </a:cubicBezTo>
                    <a:cubicBezTo>
                      <a:pt x="0" y="2009"/>
                      <a:pt x="594" y="2602"/>
                      <a:pt x="1301" y="2602"/>
                    </a:cubicBezTo>
                    <a:cubicBezTo>
                      <a:pt x="2009" y="2602"/>
                      <a:pt x="2602" y="2009"/>
                      <a:pt x="2602" y="1301"/>
                    </a:cubicBezTo>
                    <a:cubicBezTo>
                      <a:pt x="2602" y="571"/>
                      <a:pt x="2009" y="0"/>
                      <a:pt x="13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5" name="Google Shape;825;p11"/>
              <p:cNvSpPr/>
              <p:nvPr/>
            </p:nvSpPr>
            <p:spPr>
              <a:xfrm>
                <a:off x="3501550" y="1519075"/>
                <a:ext cx="143825" cy="144400"/>
              </a:xfrm>
              <a:custGeom>
                <a:avLst/>
                <a:gdLst/>
                <a:ahLst/>
                <a:cxnLst/>
                <a:rect l="l" t="t" r="r" b="b"/>
                <a:pathLst>
                  <a:path w="5753" h="5776" extrusionOk="0">
                    <a:moveTo>
                      <a:pt x="2877" y="388"/>
                    </a:moveTo>
                    <a:cubicBezTo>
                      <a:pt x="4246" y="388"/>
                      <a:pt x="5388" y="1507"/>
                      <a:pt x="5388" y="2899"/>
                    </a:cubicBezTo>
                    <a:cubicBezTo>
                      <a:pt x="5388" y="4269"/>
                      <a:pt x="4246" y="5410"/>
                      <a:pt x="2877" y="5410"/>
                    </a:cubicBezTo>
                    <a:cubicBezTo>
                      <a:pt x="1485" y="5410"/>
                      <a:pt x="366" y="4269"/>
                      <a:pt x="366" y="2899"/>
                    </a:cubicBezTo>
                    <a:cubicBezTo>
                      <a:pt x="366" y="1507"/>
                      <a:pt x="1485" y="388"/>
                      <a:pt x="2877" y="388"/>
                    </a:cubicBezTo>
                    <a:close/>
                    <a:moveTo>
                      <a:pt x="2877" y="0"/>
                    </a:moveTo>
                    <a:cubicBezTo>
                      <a:pt x="1279" y="0"/>
                      <a:pt x="1" y="1301"/>
                      <a:pt x="1" y="2899"/>
                    </a:cubicBezTo>
                    <a:cubicBezTo>
                      <a:pt x="1" y="4497"/>
                      <a:pt x="1279" y="5775"/>
                      <a:pt x="2877" y="5775"/>
                    </a:cubicBezTo>
                    <a:cubicBezTo>
                      <a:pt x="4475" y="5775"/>
                      <a:pt x="5753" y="4497"/>
                      <a:pt x="5753" y="2899"/>
                    </a:cubicBezTo>
                    <a:cubicBezTo>
                      <a:pt x="5753" y="1301"/>
                      <a:pt x="4475" y="0"/>
                      <a:pt x="28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6" name="Google Shape;826;p11"/>
              <p:cNvSpPr/>
              <p:nvPr/>
            </p:nvSpPr>
            <p:spPr>
              <a:xfrm>
                <a:off x="3526675" y="1544750"/>
                <a:ext cx="93600" cy="93050"/>
              </a:xfrm>
              <a:custGeom>
                <a:avLst/>
                <a:gdLst/>
                <a:ahLst/>
                <a:cxnLst/>
                <a:rect l="l" t="t" r="r" b="b"/>
                <a:pathLst>
                  <a:path w="3744" h="3722" extrusionOk="0">
                    <a:moveTo>
                      <a:pt x="1872" y="0"/>
                    </a:moveTo>
                    <a:cubicBezTo>
                      <a:pt x="845" y="0"/>
                      <a:pt x="0" y="845"/>
                      <a:pt x="0" y="1872"/>
                    </a:cubicBezTo>
                    <a:cubicBezTo>
                      <a:pt x="0" y="2899"/>
                      <a:pt x="845" y="3721"/>
                      <a:pt x="1872" y="3721"/>
                    </a:cubicBezTo>
                    <a:cubicBezTo>
                      <a:pt x="2899" y="3721"/>
                      <a:pt x="3744" y="2899"/>
                      <a:pt x="3744" y="1872"/>
                    </a:cubicBezTo>
                    <a:cubicBezTo>
                      <a:pt x="3744" y="845"/>
                      <a:pt x="2899" y="0"/>
                      <a:pt x="18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7" name="Google Shape;827;p11"/>
              <p:cNvSpPr/>
              <p:nvPr/>
            </p:nvSpPr>
            <p:spPr>
              <a:xfrm>
                <a:off x="1930050" y="1563575"/>
                <a:ext cx="106150" cy="106175"/>
              </a:xfrm>
              <a:custGeom>
                <a:avLst/>
                <a:gdLst/>
                <a:ahLst/>
                <a:cxnLst/>
                <a:rect l="l" t="t" r="r" b="b"/>
                <a:pathLst>
                  <a:path w="4246" h="4247" extrusionOk="0">
                    <a:moveTo>
                      <a:pt x="2123" y="1"/>
                    </a:moveTo>
                    <a:cubicBezTo>
                      <a:pt x="959" y="1"/>
                      <a:pt x="0" y="937"/>
                      <a:pt x="0" y="2123"/>
                    </a:cubicBezTo>
                    <a:cubicBezTo>
                      <a:pt x="0" y="3288"/>
                      <a:pt x="959" y="4246"/>
                      <a:pt x="2123" y="4246"/>
                    </a:cubicBezTo>
                    <a:cubicBezTo>
                      <a:pt x="3310" y="4246"/>
                      <a:pt x="4246" y="3288"/>
                      <a:pt x="4246" y="2123"/>
                    </a:cubicBezTo>
                    <a:cubicBezTo>
                      <a:pt x="4246" y="937"/>
                      <a:pt x="3310" y="1"/>
                      <a:pt x="21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8" name="Google Shape;828;p11"/>
              <p:cNvSpPr/>
              <p:nvPr/>
            </p:nvSpPr>
            <p:spPr>
              <a:xfrm>
                <a:off x="1621325" y="1563575"/>
                <a:ext cx="106175" cy="106175"/>
              </a:xfrm>
              <a:custGeom>
                <a:avLst/>
                <a:gdLst/>
                <a:ahLst/>
                <a:cxnLst/>
                <a:rect l="l" t="t" r="r" b="b"/>
                <a:pathLst>
                  <a:path w="4247" h="4247" extrusionOk="0">
                    <a:moveTo>
                      <a:pt x="2123" y="1"/>
                    </a:moveTo>
                    <a:cubicBezTo>
                      <a:pt x="936" y="1"/>
                      <a:pt x="1" y="937"/>
                      <a:pt x="1" y="2123"/>
                    </a:cubicBezTo>
                    <a:cubicBezTo>
                      <a:pt x="1" y="3288"/>
                      <a:pt x="936" y="4246"/>
                      <a:pt x="2123" y="4246"/>
                    </a:cubicBezTo>
                    <a:cubicBezTo>
                      <a:pt x="3287" y="4246"/>
                      <a:pt x="4246" y="3288"/>
                      <a:pt x="4246" y="2123"/>
                    </a:cubicBezTo>
                    <a:cubicBezTo>
                      <a:pt x="4246" y="937"/>
                      <a:pt x="3287" y="1"/>
                      <a:pt x="21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9" name="Google Shape;829;p11"/>
              <p:cNvSpPr/>
              <p:nvPr/>
            </p:nvSpPr>
            <p:spPr>
              <a:xfrm>
                <a:off x="944550" y="1765575"/>
                <a:ext cx="106175" cy="106175"/>
              </a:xfrm>
              <a:custGeom>
                <a:avLst/>
                <a:gdLst/>
                <a:ahLst/>
                <a:cxnLst/>
                <a:rect l="l" t="t" r="r" b="b"/>
                <a:pathLst>
                  <a:path w="4247" h="4247" extrusionOk="0">
                    <a:moveTo>
                      <a:pt x="2123" y="1"/>
                    </a:moveTo>
                    <a:cubicBezTo>
                      <a:pt x="959" y="1"/>
                      <a:pt x="1" y="960"/>
                      <a:pt x="1" y="2124"/>
                    </a:cubicBezTo>
                    <a:cubicBezTo>
                      <a:pt x="1" y="3311"/>
                      <a:pt x="959" y="4246"/>
                      <a:pt x="2123" y="4246"/>
                    </a:cubicBezTo>
                    <a:cubicBezTo>
                      <a:pt x="3310" y="4246"/>
                      <a:pt x="4246" y="3311"/>
                      <a:pt x="4246" y="2124"/>
                    </a:cubicBezTo>
                    <a:cubicBezTo>
                      <a:pt x="4246" y="960"/>
                      <a:pt x="3310" y="1"/>
                      <a:pt x="21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0" name="Google Shape;830;p11"/>
              <p:cNvSpPr/>
              <p:nvPr/>
            </p:nvSpPr>
            <p:spPr>
              <a:xfrm>
                <a:off x="496050" y="1323925"/>
                <a:ext cx="106150" cy="106150"/>
              </a:xfrm>
              <a:custGeom>
                <a:avLst/>
                <a:gdLst/>
                <a:ahLst/>
                <a:cxnLst/>
                <a:rect l="l" t="t" r="r" b="b"/>
                <a:pathLst>
                  <a:path w="4246" h="4246" extrusionOk="0">
                    <a:moveTo>
                      <a:pt x="2123" y="0"/>
                    </a:moveTo>
                    <a:cubicBezTo>
                      <a:pt x="959" y="0"/>
                      <a:pt x="0" y="936"/>
                      <a:pt x="0" y="2123"/>
                    </a:cubicBezTo>
                    <a:cubicBezTo>
                      <a:pt x="0" y="3287"/>
                      <a:pt x="959" y="4246"/>
                      <a:pt x="2123" y="4246"/>
                    </a:cubicBezTo>
                    <a:cubicBezTo>
                      <a:pt x="3287" y="4246"/>
                      <a:pt x="4246" y="3287"/>
                      <a:pt x="4246" y="2123"/>
                    </a:cubicBezTo>
                    <a:cubicBezTo>
                      <a:pt x="4246" y="936"/>
                      <a:pt x="3287" y="0"/>
                      <a:pt x="21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1" name="Google Shape;831;p11"/>
              <p:cNvSpPr/>
              <p:nvPr/>
            </p:nvSpPr>
            <p:spPr>
              <a:xfrm>
                <a:off x="3168300" y="1186975"/>
                <a:ext cx="72500" cy="73050"/>
              </a:xfrm>
              <a:custGeom>
                <a:avLst/>
                <a:gdLst/>
                <a:ahLst/>
                <a:cxnLst/>
                <a:rect l="l" t="t" r="r" b="b"/>
                <a:pathLst>
                  <a:path w="2900" h="2922" extrusionOk="0">
                    <a:moveTo>
                      <a:pt x="1462" y="0"/>
                    </a:moveTo>
                    <a:cubicBezTo>
                      <a:pt x="640" y="0"/>
                      <a:pt x="1" y="639"/>
                      <a:pt x="1" y="1461"/>
                    </a:cubicBezTo>
                    <a:cubicBezTo>
                      <a:pt x="1" y="2260"/>
                      <a:pt x="640" y="2922"/>
                      <a:pt x="1462" y="2922"/>
                    </a:cubicBezTo>
                    <a:cubicBezTo>
                      <a:pt x="2261" y="2922"/>
                      <a:pt x="2900" y="2260"/>
                      <a:pt x="2900" y="1461"/>
                    </a:cubicBezTo>
                    <a:cubicBezTo>
                      <a:pt x="2900" y="639"/>
                      <a:pt x="2261" y="0"/>
                      <a:pt x="14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2" name="Google Shape;832;p11"/>
              <p:cNvSpPr/>
              <p:nvPr/>
            </p:nvSpPr>
            <p:spPr>
              <a:xfrm>
                <a:off x="1238425" y="1362725"/>
                <a:ext cx="73075" cy="73050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922" extrusionOk="0">
                    <a:moveTo>
                      <a:pt x="1462" y="0"/>
                    </a:moveTo>
                    <a:cubicBezTo>
                      <a:pt x="640" y="0"/>
                      <a:pt x="1" y="662"/>
                      <a:pt x="1" y="1461"/>
                    </a:cubicBezTo>
                    <a:cubicBezTo>
                      <a:pt x="1" y="2260"/>
                      <a:pt x="640" y="2922"/>
                      <a:pt x="1462" y="2922"/>
                    </a:cubicBezTo>
                    <a:cubicBezTo>
                      <a:pt x="2260" y="2922"/>
                      <a:pt x="2922" y="2260"/>
                      <a:pt x="2922" y="1461"/>
                    </a:cubicBezTo>
                    <a:cubicBezTo>
                      <a:pt x="2922" y="662"/>
                      <a:pt x="2260" y="0"/>
                      <a:pt x="14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3" name="Google Shape;833;p11"/>
              <p:cNvSpPr/>
              <p:nvPr/>
            </p:nvSpPr>
            <p:spPr>
              <a:xfrm>
                <a:off x="2281550" y="832600"/>
                <a:ext cx="2995850" cy="9725"/>
              </a:xfrm>
              <a:custGeom>
                <a:avLst/>
                <a:gdLst/>
                <a:ahLst/>
                <a:cxnLst/>
                <a:rect l="l" t="t" r="r" b="b"/>
                <a:pathLst>
                  <a:path w="119834" h="389" extrusionOk="0">
                    <a:moveTo>
                      <a:pt x="183" y="1"/>
                    </a:moveTo>
                    <a:cubicBezTo>
                      <a:pt x="69" y="1"/>
                      <a:pt x="0" y="92"/>
                      <a:pt x="0" y="183"/>
                    </a:cubicBezTo>
                    <a:cubicBezTo>
                      <a:pt x="0" y="297"/>
                      <a:pt x="69" y="389"/>
                      <a:pt x="183" y="389"/>
                    </a:cubicBezTo>
                    <a:lnTo>
                      <a:pt x="119628" y="389"/>
                    </a:lnTo>
                    <a:cubicBezTo>
                      <a:pt x="119742" y="389"/>
                      <a:pt x="119833" y="297"/>
                      <a:pt x="119833" y="183"/>
                    </a:cubicBezTo>
                    <a:cubicBezTo>
                      <a:pt x="119833" y="92"/>
                      <a:pt x="119742" y="1"/>
                      <a:pt x="1196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4" name="Google Shape;834;p11"/>
              <p:cNvSpPr/>
              <p:nvPr/>
            </p:nvSpPr>
            <p:spPr>
              <a:xfrm>
                <a:off x="2222775" y="800650"/>
                <a:ext cx="73075" cy="73050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922" extrusionOk="0">
                    <a:moveTo>
                      <a:pt x="1461" y="0"/>
                    </a:moveTo>
                    <a:cubicBezTo>
                      <a:pt x="640" y="0"/>
                      <a:pt x="0" y="662"/>
                      <a:pt x="0" y="1461"/>
                    </a:cubicBezTo>
                    <a:cubicBezTo>
                      <a:pt x="0" y="2283"/>
                      <a:pt x="640" y="2922"/>
                      <a:pt x="1461" y="2922"/>
                    </a:cubicBezTo>
                    <a:cubicBezTo>
                      <a:pt x="2260" y="2922"/>
                      <a:pt x="2922" y="2283"/>
                      <a:pt x="2922" y="1461"/>
                    </a:cubicBezTo>
                    <a:cubicBezTo>
                      <a:pt x="2922" y="662"/>
                      <a:pt x="2260" y="0"/>
                      <a:pt x="14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5" name="Google Shape;835;p11"/>
              <p:cNvSpPr/>
              <p:nvPr/>
            </p:nvSpPr>
            <p:spPr>
              <a:xfrm>
                <a:off x="5235725" y="800650"/>
                <a:ext cx="73050" cy="73050"/>
              </a:xfrm>
              <a:custGeom>
                <a:avLst/>
                <a:gdLst/>
                <a:ahLst/>
                <a:cxnLst/>
                <a:rect l="l" t="t" r="r" b="b"/>
                <a:pathLst>
                  <a:path w="2922" h="2922" extrusionOk="0">
                    <a:moveTo>
                      <a:pt x="1461" y="0"/>
                    </a:moveTo>
                    <a:cubicBezTo>
                      <a:pt x="662" y="0"/>
                      <a:pt x="0" y="662"/>
                      <a:pt x="0" y="1461"/>
                    </a:cubicBezTo>
                    <a:cubicBezTo>
                      <a:pt x="0" y="2283"/>
                      <a:pt x="662" y="2922"/>
                      <a:pt x="1461" y="2922"/>
                    </a:cubicBezTo>
                    <a:cubicBezTo>
                      <a:pt x="2283" y="2922"/>
                      <a:pt x="2922" y="2283"/>
                      <a:pt x="2922" y="1461"/>
                    </a:cubicBezTo>
                    <a:cubicBezTo>
                      <a:pt x="2922" y="662"/>
                      <a:pt x="2283" y="0"/>
                      <a:pt x="14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6" name="Google Shape;836;p11"/>
              <p:cNvSpPr/>
              <p:nvPr/>
            </p:nvSpPr>
            <p:spPr>
              <a:xfrm>
                <a:off x="5732175" y="319450"/>
                <a:ext cx="1118450" cy="1117475"/>
              </a:xfrm>
              <a:custGeom>
                <a:avLst/>
                <a:gdLst/>
                <a:ahLst/>
                <a:cxnLst/>
                <a:rect l="l" t="t" r="r" b="b"/>
                <a:pathLst>
                  <a:path w="44738" h="44699" extrusionOk="0">
                    <a:moveTo>
                      <a:pt x="44532" y="1"/>
                    </a:moveTo>
                    <a:cubicBezTo>
                      <a:pt x="44481" y="1"/>
                      <a:pt x="44430" y="18"/>
                      <a:pt x="44395" y="52"/>
                    </a:cubicBezTo>
                    <a:lnTo>
                      <a:pt x="91" y="44356"/>
                    </a:lnTo>
                    <a:cubicBezTo>
                      <a:pt x="0" y="44447"/>
                      <a:pt x="0" y="44562"/>
                      <a:pt x="91" y="44630"/>
                    </a:cubicBezTo>
                    <a:cubicBezTo>
                      <a:pt x="114" y="44676"/>
                      <a:pt x="160" y="44699"/>
                      <a:pt x="228" y="44699"/>
                    </a:cubicBezTo>
                    <a:cubicBezTo>
                      <a:pt x="274" y="44699"/>
                      <a:pt x="320" y="44676"/>
                      <a:pt x="342" y="44630"/>
                    </a:cubicBezTo>
                    <a:lnTo>
                      <a:pt x="44669" y="326"/>
                    </a:lnTo>
                    <a:cubicBezTo>
                      <a:pt x="44738" y="258"/>
                      <a:pt x="44738" y="121"/>
                      <a:pt x="44669" y="52"/>
                    </a:cubicBezTo>
                    <a:cubicBezTo>
                      <a:pt x="44635" y="18"/>
                      <a:pt x="44584" y="1"/>
                      <a:pt x="445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7" name="Google Shape;837;p11"/>
              <p:cNvSpPr/>
              <p:nvPr/>
            </p:nvSpPr>
            <p:spPr>
              <a:xfrm>
                <a:off x="5870250" y="381100"/>
                <a:ext cx="1118475" cy="1117450"/>
              </a:xfrm>
              <a:custGeom>
                <a:avLst/>
                <a:gdLst/>
                <a:ahLst/>
                <a:cxnLst/>
                <a:rect l="l" t="t" r="r" b="b"/>
                <a:pathLst>
                  <a:path w="44739" h="44698" extrusionOk="0">
                    <a:moveTo>
                      <a:pt x="44522" y="0"/>
                    </a:moveTo>
                    <a:cubicBezTo>
                      <a:pt x="44476" y="0"/>
                      <a:pt x="44430" y="17"/>
                      <a:pt x="44396" y="51"/>
                    </a:cubicBezTo>
                    <a:lnTo>
                      <a:pt x="69" y="44378"/>
                    </a:lnTo>
                    <a:cubicBezTo>
                      <a:pt x="1" y="44447"/>
                      <a:pt x="1" y="44561"/>
                      <a:pt x="69" y="44629"/>
                    </a:cubicBezTo>
                    <a:cubicBezTo>
                      <a:pt x="115" y="44675"/>
                      <a:pt x="161" y="44698"/>
                      <a:pt x="206" y="44698"/>
                    </a:cubicBezTo>
                    <a:cubicBezTo>
                      <a:pt x="252" y="44698"/>
                      <a:pt x="298" y="44675"/>
                      <a:pt x="343" y="44629"/>
                    </a:cubicBezTo>
                    <a:lnTo>
                      <a:pt x="44647" y="325"/>
                    </a:lnTo>
                    <a:cubicBezTo>
                      <a:pt x="44738" y="257"/>
                      <a:pt x="44738" y="120"/>
                      <a:pt x="44647" y="51"/>
                    </a:cubicBezTo>
                    <a:cubicBezTo>
                      <a:pt x="44613" y="17"/>
                      <a:pt x="44567" y="0"/>
                      <a:pt x="4452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8" name="Google Shape;838;p11"/>
              <p:cNvSpPr/>
              <p:nvPr/>
            </p:nvSpPr>
            <p:spPr>
              <a:xfrm>
                <a:off x="4775775" y="1974875"/>
                <a:ext cx="2300825" cy="706600"/>
              </a:xfrm>
              <a:custGeom>
                <a:avLst/>
                <a:gdLst/>
                <a:ahLst/>
                <a:cxnLst/>
                <a:rect l="l" t="t" r="r" b="b"/>
                <a:pathLst>
                  <a:path w="92033" h="28264" extrusionOk="0">
                    <a:moveTo>
                      <a:pt x="206" y="0"/>
                    </a:moveTo>
                    <a:cubicBezTo>
                      <a:pt x="155" y="0"/>
                      <a:pt x="104" y="17"/>
                      <a:pt x="69" y="51"/>
                    </a:cubicBezTo>
                    <a:cubicBezTo>
                      <a:pt x="1" y="120"/>
                      <a:pt x="1" y="234"/>
                      <a:pt x="69" y="325"/>
                    </a:cubicBezTo>
                    <a:lnTo>
                      <a:pt x="28007" y="28263"/>
                    </a:lnTo>
                    <a:lnTo>
                      <a:pt x="91850" y="28263"/>
                    </a:lnTo>
                    <a:cubicBezTo>
                      <a:pt x="91941" y="28263"/>
                      <a:pt x="92032" y="28172"/>
                      <a:pt x="92032" y="28058"/>
                    </a:cubicBezTo>
                    <a:cubicBezTo>
                      <a:pt x="92032" y="27967"/>
                      <a:pt x="91941" y="27875"/>
                      <a:pt x="91850" y="27875"/>
                    </a:cubicBezTo>
                    <a:lnTo>
                      <a:pt x="28167" y="27875"/>
                    </a:lnTo>
                    <a:lnTo>
                      <a:pt x="343" y="51"/>
                    </a:lnTo>
                    <a:cubicBezTo>
                      <a:pt x="309" y="17"/>
                      <a:pt x="258" y="0"/>
                      <a:pt x="2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9" name="Google Shape;839;p11"/>
              <p:cNvSpPr/>
              <p:nvPr/>
            </p:nvSpPr>
            <p:spPr>
              <a:xfrm>
                <a:off x="3518100" y="2023500"/>
                <a:ext cx="149550" cy="93050"/>
              </a:xfrm>
              <a:custGeom>
                <a:avLst/>
                <a:gdLst/>
                <a:ahLst/>
                <a:cxnLst/>
                <a:rect l="l" t="t" r="r" b="b"/>
                <a:pathLst>
                  <a:path w="5982" h="3722" extrusionOk="0">
                    <a:moveTo>
                      <a:pt x="1" y="1"/>
                    </a:moveTo>
                    <a:lnTo>
                      <a:pt x="3607" y="3721"/>
                    </a:lnTo>
                    <a:lnTo>
                      <a:pt x="5981" y="3721"/>
                    </a:lnTo>
                    <a:lnTo>
                      <a:pt x="239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0" name="Google Shape;840;p11"/>
              <p:cNvSpPr/>
              <p:nvPr/>
            </p:nvSpPr>
            <p:spPr>
              <a:xfrm>
                <a:off x="3630525" y="2023500"/>
                <a:ext cx="148950" cy="93050"/>
              </a:xfrm>
              <a:custGeom>
                <a:avLst/>
                <a:gdLst/>
                <a:ahLst/>
                <a:cxnLst/>
                <a:rect l="l" t="t" r="r" b="b"/>
                <a:pathLst>
                  <a:path w="5958" h="3722" extrusionOk="0">
                    <a:moveTo>
                      <a:pt x="0" y="1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1" name="Google Shape;841;p11"/>
              <p:cNvSpPr/>
              <p:nvPr/>
            </p:nvSpPr>
            <p:spPr>
              <a:xfrm>
                <a:off x="3742375" y="2023500"/>
                <a:ext cx="149525" cy="93050"/>
              </a:xfrm>
              <a:custGeom>
                <a:avLst/>
                <a:gdLst/>
                <a:ahLst/>
                <a:cxnLst/>
                <a:rect l="l" t="t" r="r" b="b"/>
                <a:pathLst>
                  <a:path w="5981" h="3722" extrusionOk="0">
                    <a:moveTo>
                      <a:pt x="0" y="1"/>
                    </a:moveTo>
                    <a:lnTo>
                      <a:pt x="3584" y="3721"/>
                    </a:lnTo>
                    <a:lnTo>
                      <a:pt x="5980" y="3721"/>
                    </a:lnTo>
                    <a:lnTo>
                      <a:pt x="2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2" name="Google Shape;842;p11"/>
              <p:cNvSpPr/>
              <p:nvPr/>
            </p:nvSpPr>
            <p:spPr>
              <a:xfrm>
                <a:off x="3854775" y="2023500"/>
                <a:ext cx="148975" cy="93050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3722" extrusionOk="0">
                    <a:moveTo>
                      <a:pt x="1" y="1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3" name="Google Shape;843;p11"/>
              <p:cNvSpPr/>
              <p:nvPr/>
            </p:nvSpPr>
            <p:spPr>
              <a:xfrm>
                <a:off x="3966625" y="2023500"/>
                <a:ext cx="148950" cy="93050"/>
              </a:xfrm>
              <a:custGeom>
                <a:avLst/>
                <a:gdLst/>
                <a:ahLst/>
                <a:cxnLst/>
                <a:rect l="l" t="t" r="r" b="b"/>
                <a:pathLst>
                  <a:path w="5958" h="3722" extrusionOk="0">
                    <a:moveTo>
                      <a:pt x="1" y="1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4" name="Google Shape;844;p11"/>
              <p:cNvSpPr/>
              <p:nvPr/>
            </p:nvSpPr>
            <p:spPr>
              <a:xfrm>
                <a:off x="4078475" y="2023500"/>
                <a:ext cx="149525" cy="93050"/>
              </a:xfrm>
              <a:custGeom>
                <a:avLst/>
                <a:gdLst/>
                <a:ahLst/>
                <a:cxnLst/>
                <a:rect l="l" t="t" r="r" b="b"/>
                <a:pathLst>
                  <a:path w="5981" h="3722" extrusionOk="0">
                    <a:moveTo>
                      <a:pt x="0" y="1"/>
                    </a:moveTo>
                    <a:lnTo>
                      <a:pt x="3607" y="3721"/>
                    </a:lnTo>
                    <a:lnTo>
                      <a:pt x="5981" y="3721"/>
                    </a:lnTo>
                    <a:lnTo>
                      <a:pt x="239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5" name="Google Shape;845;p11"/>
              <p:cNvSpPr/>
              <p:nvPr/>
            </p:nvSpPr>
            <p:spPr>
              <a:xfrm>
                <a:off x="4190875" y="2023500"/>
                <a:ext cx="148975" cy="93050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3722" extrusionOk="0">
                    <a:moveTo>
                      <a:pt x="1" y="1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6" name="Google Shape;846;p11"/>
              <p:cNvSpPr/>
              <p:nvPr/>
            </p:nvSpPr>
            <p:spPr>
              <a:xfrm>
                <a:off x="4302725" y="2023500"/>
                <a:ext cx="149525" cy="93050"/>
              </a:xfrm>
              <a:custGeom>
                <a:avLst/>
                <a:gdLst/>
                <a:ahLst/>
                <a:cxnLst/>
                <a:rect l="l" t="t" r="r" b="b"/>
                <a:pathLst>
                  <a:path w="5981" h="3722" extrusionOk="0">
                    <a:moveTo>
                      <a:pt x="1" y="1"/>
                    </a:moveTo>
                    <a:lnTo>
                      <a:pt x="3584" y="3721"/>
                    </a:lnTo>
                    <a:lnTo>
                      <a:pt x="5981" y="3721"/>
                    </a:lnTo>
                    <a:lnTo>
                      <a:pt x="2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7" name="Google Shape;847;p11"/>
              <p:cNvSpPr/>
              <p:nvPr/>
            </p:nvSpPr>
            <p:spPr>
              <a:xfrm>
                <a:off x="2718075" y="2800150"/>
                <a:ext cx="276800" cy="172925"/>
              </a:xfrm>
              <a:custGeom>
                <a:avLst/>
                <a:gdLst/>
                <a:ahLst/>
                <a:cxnLst/>
                <a:rect l="l" t="t" r="r" b="b"/>
                <a:pathLst>
                  <a:path w="11072" h="6917" extrusionOk="0">
                    <a:moveTo>
                      <a:pt x="1" y="0"/>
                    </a:moveTo>
                    <a:lnTo>
                      <a:pt x="6666" y="6916"/>
                    </a:lnTo>
                    <a:lnTo>
                      <a:pt x="11071" y="6916"/>
                    </a:lnTo>
                    <a:lnTo>
                      <a:pt x="44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8" name="Google Shape;848;p11"/>
              <p:cNvSpPr/>
              <p:nvPr/>
            </p:nvSpPr>
            <p:spPr>
              <a:xfrm>
                <a:off x="2925800" y="2800150"/>
                <a:ext cx="276775" cy="172925"/>
              </a:xfrm>
              <a:custGeom>
                <a:avLst/>
                <a:gdLst/>
                <a:ahLst/>
                <a:cxnLst/>
                <a:rect l="l" t="t" r="r" b="b"/>
                <a:pathLst>
                  <a:path w="11071" h="6917" extrusionOk="0">
                    <a:moveTo>
                      <a:pt x="0" y="0"/>
                    </a:moveTo>
                    <a:lnTo>
                      <a:pt x="6665" y="6916"/>
                    </a:lnTo>
                    <a:lnTo>
                      <a:pt x="11070" y="6916"/>
                    </a:lnTo>
                    <a:lnTo>
                      <a:pt x="440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9" name="Google Shape;849;p11"/>
              <p:cNvSpPr/>
              <p:nvPr/>
            </p:nvSpPr>
            <p:spPr>
              <a:xfrm>
                <a:off x="3133500" y="2800150"/>
                <a:ext cx="276775" cy="172925"/>
              </a:xfrm>
              <a:custGeom>
                <a:avLst/>
                <a:gdLst/>
                <a:ahLst/>
                <a:cxnLst/>
                <a:rect l="l" t="t" r="r" b="b"/>
                <a:pathLst>
                  <a:path w="11071" h="6917" extrusionOk="0">
                    <a:moveTo>
                      <a:pt x="1" y="0"/>
                    </a:moveTo>
                    <a:lnTo>
                      <a:pt x="6666" y="6916"/>
                    </a:lnTo>
                    <a:lnTo>
                      <a:pt x="11071" y="6916"/>
                    </a:lnTo>
                    <a:lnTo>
                      <a:pt x="442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0" name="Google Shape;850;p11"/>
              <p:cNvSpPr/>
              <p:nvPr/>
            </p:nvSpPr>
            <p:spPr>
              <a:xfrm>
                <a:off x="3341775" y="2800150"/>
                <a:ext cx="276800" cy="172925"/>
              </a:xfrm>
              <a:custGeom>
                <a:avLst/>
                <a:gdLst/>
                <a:ahLst/>
                <a:cxnLst/>
                <a:rect l="l" t="t" r="r" b="b"/>
                <a:pathLst>
                  <a:path w="11072" h="6917" extrusionOk="0">
                    <a:moveTo>
                      <a:pt x="1" y="0"/>
                    </a:moveTo>
                    <a:lnTo>
                      <a:pt x="6643" y="6916"/>
                    </a:lnTo>
                    <a:lnTo>
                      <a:pt x="11071" y="6916"/>
                    </a:lnTo>
                    <a:lnTo>
                      <a:pt x="44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1" name="Google Shape;851;p11"/>
              <p:cNvSpPr/>
              <p:nvPr/>
            </p:nvSpPr>
            <p:spPr>
              <a:xfrm>
                <a:off x="3549500" y="2800150"/>
                <a:ext cx="276775" cy="172925"/>
              </a:xfrm>
              <a:custGeom>
                <a:avLst/>
                <a:gdLst/>
                <a:ahLst/>
                <a:cxnLst/>
                <a:rect l="l" t="t" r="r" b="b"/>
                <a:pathLst>
                  <a:path w="11071" h="6917" extrusionOk="0">
                    <a:moveTo>
                      <a:pt x="0" y="0"/>
                    </a:moveTo>
                    <a:lnTo>
                      <a:pt x="6665" y="6916"/>
                    </a:lnTo>
                    <a:lnTo>
                      <a:pt x="11071" y="6916"/>
                    </a:lnTo>
                    <a:lnTo>
                      <a:pt x="44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2" name="Google Shape;852;p11"/>
              <p:cNvSpPr/>
              <p:nvPr/>
            </p:nvSpPr>
            <p:spPr>
              <a:xfrm>
                <a:off x="3757200" y="2800150"/>
                <a:ext cx="276775" cy="172925"/>
              </a:xfrm>
              <a:custGeom>
                <a:avLst/>
                <a:gdLst/>
                <a:ahLst/>
                <a:cxnLst/>
                <a:rect l="l" t="t" r="r" b="b"/>
                <a:pathLst>
                  <a:path w="11071" h="6917" extrusionOk="0">
                    <a:moveTo>
                      <a:pt x="1" y="0"/>
                    </a:moveTo>
                    <a:lnTo>
                      <a:pt x="6666" y="6916"/>
                    </a:lnTo>
                    <a:lnTo>
                      <a:pt x="11071" y="6916"/>
                    </a:lnTo>
                    <a:lnTo>
                      <a:pt x="44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3" name="Google Shape;853;p11"/>
              <p:cNvSpPr/>
              <p:nvPr/>
            </p:nvSpPr>
            <p:spPr>
              <a:xfrm>
                <a:off x="6113925" y="435450"/>
                <a:ext cx="276775" cy="172925"/>
              </a:xfrm>
              <a:custGeom>
                <a:avLst/>
                <a:gdLst/>
                <a:ahLst/>
                <a:cxnLst/>
                <a:rect l="l" t="t" r="r" b="b"/>
                <a:pathLst>
                  <a:path w="11071" h="6917" extrusionOk="0">
                    <a:moveTo>
                      <a:pt x="6665" y="0"/>
                    </a:moveTo>
                    <a:lnTo>
                      <a:pt x="0" y="6916"/>
                    </a:lnTo>
                    <a:lnTo>
                      <a:pt x="4428" y="6916"/>
                    </a:lnTo>
                    <a:lnTo>
                      <a:pt x="1107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4" name="Google Shape;854;p11"/>
              <p:cNvSpPr/>
              <p:nvPr/>
            </p:nvSpPr>
            <p:spPr>
              <a:xfrm>
                <a:off x="5906200" y="435450"/>
                <a:ext cx="276800" cy="172925"/>
              </a:xfrm>
              <a:custGeom>
                <a:avLst/>
                <a:gdLst/>
                <a:ahLst/>
                <a:cxnLst/>
                <a:rect l="l" t="t" r="r" b="b"/>
                <a:pathLst>
                  <a:path w="11072" h="6917" extrusionOk="0">
                    <a:moveTo>
                      <a:pt x="6666" y="0"/>
                    </a:moveTo>
                    <a:lnTo>
                      <a:pt x="1" y="6916"/>
                    </a:lnTo>
                    <a:lnTo>
                      <a:pt x="4406" y="6916"/>
                    </a:lnTo>
                    <a:lnTo>
                      <a:pt x="1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5" name="Google Shape;855;p11"/>
              <p:cNvSpPr/>
              <p:nvPr/>
            </p:nvSpPr>
            <p:spPr>
              <a:xfrm>
                <a:off x="5698500" y="435450"/>
                <a:ext cx="276775" cy="172925"/>
              </a:xfrm>
              <a:custGeom>
                <a:avLst/>
                <a:gdLst/>
                <a:ahLst/>
                <a:cxnLst/>
                <a:rect l="l" t="t" r="r" b="b"/>
                <a:pathLst>
                  <a:path w="11071" h="6917" extrusionOk="0">
                    <a:moveTo>
                      <a:pt x="6643" y="0"/>
                    </a:moveTo>
                    <a:lnTo>
                      <a:pt x="0" y="6916"/>
                    </a:lnTo>
                    <a:lnTo>
                      <a:pt x="4406" y="6916"/>
                    </a:lnTo>
                    <a:lnTo>
                      <a:pt x="1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6" name="Google Shape;856;p11"/>
              <p:cNvSpPr/>
              <p:nvPr/>
            </p:nvSpPr>
            <p:spPr>
              <a:xfrm>
                <a:off x="5490225" y="435450"/>
                <a:ext cx="276775" cy="172925"/>
              </a:xfrm>
              <a:custGeom>
                <a:avLst/>
                <a:gdLst/>
                <a:ahLst/>
                <a:cxnLst/>
                <a:rect l="l" t="t" r="r" b="b"/>
                <a:pathLst>
                  <a:path w="11071" h="6917" extrusionOk="0">
                    <a:moveTo>
                      <a:pt x="6665" y="0"/>
                    </a:moveTo>
                    <a:lnTo>
                      <a:pt x="0" y="6916"/>
                    </a:lnTo>
                    <a:lnTo>
                      <a:pt x="4428" y="6916"/>
                    </a:lnTo>
                    <a:lnTo>
                      <a:pt x="1107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7" name="Google Shape;857;p11"/>
              <p:cNvSpPr/>
              <p:nvPr/>
            </p:nvSpPr>
            <p:spPr>
              <a:xfrm>
                <a:off x="5282500" y="435450"/>
                <a:ext cx="276775" cy="172925"/>
              </a:xfrm>
              <a:custGeom>
                <a:avLst/>
                <a:gdLst/>
                <a:ahLst/>
                <a:cxnLst/>
                <a:rect l="l" t="t" r="r" b="b"/>
                <a:pathLst>
                  <a:path w="11071" h="6917" extrusionOk="0">
                    <a:moveTo>
                      <a:pt x="6666" y="0"/>
                    </a:moveTo>
                    <a:lnTo>
                      <a:pt x="1" y="6916"/>
                    </a:lnTo>
                    <a:lnTo>
                      <a:pt x="4406" y="6916"/>
                    </a:lnTo>
                    <a:lnTo>
                      <a:pt x="1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8" name="Google Shape;858;p11"/>
              <p:cNvSpPr/>
              <p:nvPr/>
            </p:nvSpPr>
            <p:spPr>
              <a:xfrm>
                <a:off x="5074800" y="435450"/>
                <a:ext cx="276775" cy="172925"/>
              </a:xfrm>
              <a:custGeom>
                <a:avLst/>
                <a:gdLst/>
                <a:ahLst/>
                <a:cxnLst/>
                <a:rect l="l" t="t" r="r" b="b"/>
                <a:pathLst>
                  <a:path w="11071" h="6917" extrusionOk="0">
                    <a:moveTo>
                      <a:pt x="6665" y="0"/>
                    </a:moveTo>
                    <a:lnTo>
                      <a:pt x="0" y="6916"/>
                    </a:lnTo>
                    <a:lnTo>
                      <a:pt x="4406" y="6916"/>
                    </a:lnTo>
                    <a:lnTo>
                      <a:pt x="1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9" name="Google Shape;859;p11"/>
              <p:cNvSpPr/>
              <p:nvPr/>
            </p:nvSpPr>
            <p:spPr>
              <a:xfrm>
                <a:off x="4867075" y="435450"/>
                <a:ext cx="276800" cy="172925"/>
              </a:xfrm>
              <a:custGeom>
                <a:avLst/>
                <a:gdLst/>
                <a:ahLst/>
                <a:cxnLst/>
                <a:rect l="l" t="t" r="r" b="b"/>
                <a:pathLst>
                  <a:path w="11072" h="6917" extrusionOk="0">
                    <a:moveTo>
                      <a:pt x="6643" y="0"/>
                    </a:moveTo>
                    <a:lnTo>
                      <a:pt x="1" y="6916"/>
                    </a:lnTo>
                    <a:lnTo>
                      <a:pt x="4406" y="6916"/>
                    </a:lnTo>
                    <a:lnTo>
                      <a:pt x="1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0" name="Google Shape;860;p11"/>
              <p:cNvSpPr/>
              <p:nvPr/>
            </p:nvSpPr>
            <p:spPr>
              <a:xfrm>
                <a:off x="4658800" y="435450"/>
                <a:ext cx="276775" cy="172925"/>
              </a:xfrm>
              <a:custGeom>
                <a:avLst/>
                <a:gdLst/>
                <a:ahLst/>
                <a:cxnLst/>
                <a:rect l="l" t="t" r="r" b="b"/>
                <a:pathLst>
                  <a:path w="11071" h="6917" extrusionOk="0">
                    <a:moveTo>
                      <a:pt x="6666" y="0"/>
                    </a:moveTo>
                    <a:lnTo>
                      <a:pt x="1" y="6916"/>
                    </a:lnTo>
                    <a:lnTo>
                      <a:pt x="4429" y="6916"/>
                    </a:lnTo>
                    <a:lnTo>
                      <a:pt x="1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1" name="Google Shape;861;p11"/>
              <p:cNvSpPr/>
              <p:nvPr/>
            </p:nvSpPr>
            <p:spPr>
              <a:xfrm>
                <a:off x="4853400" y="927325"/>
                <a:ext cx="143250" cy="155250"/>
              </a:xfrm>
              <a:custGeom>
                <a:avLst/>
                <a:gdLst/>
                <a:ahLst/>
                <a:cxnLst/>
                <a:rect l="l" t="t" r="r" b="b"/>
                <a:pathLst>
                  <a:path w="5730" h="6210" extrusionOk="0">
                    <a:moveTo>
                      <a:pt x="0" y="1"/>
                    </a:moveTo>
                    <a:lnTo>
                      <a:pt x="3492" y="3265"/>
                    </a:lnTo>
                    <a:lnTo>
                      <a:pt x="365" y="6209"/>
                    </a:lnTo>
                    <a:lnTo>
                      <a:pt x="2602" y="6209"/>
                    </a:lnTo>
                    <a:lnTo>
                      <a:pt x="5729" y="3265"/>
                    </a:lnTo>
                    <a:lnTo>
                      <a:pt x="22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2" name="Google Shape;862;p11"/>
              <p:cNvSpPr/>
              <p:nvPr/>
            </p:nvSpPr>
            <p:spPr>
              <a:xfrm>
                <a:off x="4940700" y="927325"/>
                <a:ext cx="143825" cy="155250"/>
              </a:xfrm>
              <a:custGeom>
                <a:avLst/>
                <a:gdLst/>
                <a:ahLst/>
                <a:cxnLst/>
                <a:rect l="l" t="t" r="r" b="b"/>
                <a:pathLst>
                  <a:path w="5753" h="6210" extrusionOk="0">
                    <a:moveTo>
                      <a:pt x="0" y="1"/>
                    </a:moveTo>
                    <a:lnTo>
                      <a:pt x="3493" y="3265"/>
                    </a:lnTo>
                    <a:lnTo>
                      <a:pt x="366" y="6209"/>
                    </a:lnTo>
                    <a:lnTo>
                      <a:pt x="2602" y="6209"/>
                    </a:lnTo>
                    <a:lnTo>
                      <a:pt x="5752" y="3265"/>
                    </a:lnTo>
                    <a:lnTo>
                      <a:pt x="22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3" name="Google Shape;863;p11"/>
              <p:cNvSpPr/>
              <p:nvPr/>
            </p:nvSpPr>
            <p:spPr>
              <a:xfrm>
                <a:off x="5028000" y="927325"/>
                <a:ext cx="143825" cy="155250"/>
              </a:xfrm>
              <a:custGeom>
                <a:avLst/>
                <a:gdLst/>
                <a:ahLst/>
                <a:cxnLst/>
                <a:rect l="l" t="t" r="r" b="b"/>
                <a:pathLst>
                  <a:path w="5753" h="6210" extrusionOk="0">
                    <a:moveTo>
                      <a:pt x="1" y="1"/>
                    </a:moveTo>
                    <a:lnTo>
                      <a:pt x="3516" y="3265"/>
                    </a:lnTo>
                    <a:lnTo>
                      <a:pt x="366" y="6209"/>
                    </a:lnTo>
                    <a:lnTo>
                      <a:pt x="2603" y="6209"/>
                    </a:lnTo>
                    <a:lnTo>
                      <a:pt x="5753" y="3265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4" name="Google Shape;864;p11"/>
              <p:cNvSpPr/>
              <p:nvPr/>
            </p:nvSpPr>
            <p:spPr>
              <a:xfrm>
                <a:off x="5115300" y="927325"/>
                <a:ext cx="143825" cy="155250"/>
              </a:xfrm>
              <a:custGeom>
                <a:avLst/>
                <a:gdLst/>
                <a:ahLst/>
                <a:cxnLst/>
                <a:rect l="l" t="t" r="r" b="b"/>
                <a:pathLst>
                  <a:path w="5753" h="6210" extrusionOk="0">
                    <a:moveTo>
                      <a:pt x="1" y="1"/>
                    </a:moveTo>
                    <a:lnTo>
                      <a:pt x="3516" y="3265"/>
                    </a:lnTo>
                    <a:lnTo>
                      <a:pt x="366" y="6209"/>
                    </a:lnTo>
                    <a:lnTo>
                      <a:pt x="2626" y="6209"/>
                    </a:lnTo>
                    <a:lnTo>
                      <a:pt x="5753" y="3265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5" name="Google Shape;865;p11"/>
              <p:cNvSpPr/>
              <p:nvPr/>
            </p:nvSpPr>
            <p:spPr>
              <a:xfrm>
                <a:off x="5202625" y="927325"/>
                <a:ext cx="143825" cy="155250"/>
              </a:xfrm>
              <a:custGeom>
                <a:avLst/>
                <a:gdLst/>
                <a:ahLst/>
                <a:cxnLst/>
                <a:rect l="l" t="t" r="r" b="b"/>
                <a:pathLst>
                  <a:path w="5753" h="6210" extrusionOk="0">
                    <a:moveTo>
                      <a:pt x="0" y="1"/>
                    </a:moveTo>
                    <a:lnTo>
                      <a:pt x="3515" y="3265"/>
                    </a:lnTo>
                    <a:lnTo>
                      <a:pt x="388" y="6209"/>
                    </a:lnTo>
                    <a:lnTo>
                      <a:pt x="2625" y="6209"/>
                    </a:lnTo>
                    <a:lnTo>
                      <a:pt x="5752" y="3265"/>
                    </a:lnTo>
                    <a:lnTo>
                      <a:pt x="22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6" name="Google Shape;866;p11"/>
              <p:cNvSpPr/>
              <p:nvPr/>
            </p:nvSpPr>
            <p:spPr>
              <a:xfrm>
                <a:off x="5289925" y="927325"/>
                <a:ext cx="143825" cy="155250"/>
              </a:xfrm>
              <a:custGeom>
                <a:avLst/>
                <a:gdLst/>
                <a:ahLst/>
                <a:cxnLst/>
                <a:rect l="l" t="t" r="r" b="b"/>
                <a:pathLst>
                  <a:path w="5753" h="6210" extrusionOk="0">
                    <a:moveTo>
                      <a:pt x="0" y="1"/>
                    </a:moveTo>
                    <a:lnTo>
                      <a:pt x="3516" y="3265"/>
                    </a:lnTo>
                    <a:lnTo>
                      <a:pt x="388" y="6209"/>
                    </a:lnTo>
                    <a:lnTo>
                      <a:pt x="2625" y="6209"/>
                    </a:lnTo>
                    <a:lnTo>
                      <a:pt x="5752" y="3265"/>
                    </a:lnTo>
                    <a:lnTo>
                      <a:pt x="22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7" name="Google Shape;867;p11"/>
              <p:cNvSpPr/>
              <p:nvPr/>
            </p:nvSpPr>
            <p:spPr>
              <a:xfrm>
                <a:off x="5377225" y="927325"/>
                <a:ext cx="143825" cy="155250"/>
              </a:xfrm>
              <a:custGeom>
                <a:avLst/>
                <a:gdLst/>
                <a:ahLst/>
                <a:cxnLst/>
                <a:rect l="l" t="t" r="r" b="b"/>
                <a:pathLst>
                  <a:path w="5753" h="6210" extrusionOk="0">
                    <a:moveTo>
                      <a:pt x="1" y="1"/>
                    </a:moveTo>
                    <a:lnTo>
                      <a:pt x="3516" y="3265"/>
                    </a:lnTo>
                    <a:lnTo>
                      <a:pt x="389" y="6209"/>
                    </a:lnTo>
                    <a:lnTo>
                      <a:pt x="2626" y="6209"/>
                    </a:lnTo>
                    <a:lnTo>
                      <a:pt x="5753" y="3265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8" name="Google Shape;868;p11"/>
              <p:cNvSpPr/>
              <p:nvPr/>
            </p:nvSpPr>
            <p:spPr>
              <a:xfrm>
                <a:off x="5465100" y="927325"/>
                <a:ext cx="143250" cy="155250"/>
              </a:xfrm>
              <a:custGeom>
                <a:avLst/>
                <a:gdLst/>
                <a:ahLst/>
                <a:cxnLst/>
                <a:rect l="l" t="t" r="r" b="b"/>
                <a:pathLst>
                  <a:path w="5730" h="6210" extrusionOk="0">
                    <a:moveTo>
                      <a:pt x="1" y="1"/>
                    </a:moveTo>
                    <a:lnTo>
                      <a:pt x="3493" y="3265"/>
                    </a:lnTo>
                    <a:lnTo>
                      <a:pt x="366" y="6209"/>
                    </a:lnTo>
                    <a:lnTo>
                      <a:pt x="2603" y="6209"/>
                    </a:lnTo>
                    <a:lnTo>
                      <a:pt x="5730" y="3265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9" name="Google Shape;869;p11"/>
              <p:cNvSpPr/>
              <p:nvPr/>
            </p:nvSpPr>
            <p:spPr>
              <a:xfrm>
                <a:off x="5552425" y="927325"/>
                <a:ext cx="143250" cy="155250"/>
              </a:xfrm>
              <a:custGeom>
                <a:avLst/>
                <a:gdLst/>
                <a:ahLst/>
                <a:cxnLst/>
                <a:rect l="l" t="t" r="r" b="b"/>
                <a:pathLst>
                  <a:path w="5730" h="6210" extrusionOk="0">
                    <a:moveTo>
                      <a:pt x="0" y="1"/>
                    </a:moveTo>
                    <a:lnTo>
                      <a:pt x="3492" y="3265"/>
                    </a:lnTo>
                    <a:lnTo>
                      <a:pt x="365" y="6209"/>
                    </a:lnTo>
                    <a:lnTo>
                      <a:pt x="2602" y="6209"/>
                    </a:lnTo>
                    <a:lnTo>
                      <a:pt x="5729" y="3265"/>
                    </a:lnTo>
                    <a:lnTo>
                      <a:pt x="22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0" name="Google Shape;870;p11"/>
              <p:cNvSpPr/>
              <p:nvPr/>
            </p:nvSpPr>
            <p:spPr>
              <a:xfrm>
                <a:off x="5639725" y="927325"/>
                <a:ext cx="143825" cy="155250"/>
              </a:xfrm>
              <a:custGeom>
                <a:avLst/>
                <a:gdLst/>
                <a:ahLst/>
                <a:cxnLst/>
                <a:rect l="l" t="t" r="r" b="b"/>
                <a:pathLst>
                  <a:path w="5753" h="6210" extrusionOk="0">
                    <a:moveTo>
                      <a:pt x="0" y="1"/>
                    </a:moveTo>
                    <a:lnTo>
                      <a:pt x="3493" y="3265"/>
                    </a:lnTo>
                    <a:lnTo>
                      <a:pt x="366" y="6209"/>
                    </a:lnTo>
                    <a:lnTo>
                      <a:pt x="2602" y="6209"/>
                    </a:lnTo>
                    <a:lnTo>
                      <a:pt x="5752" y="3265"/>
                    </a:lnTo>
                    <a:lnTo>
                      <a:pt x="22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1" name="Google Shape;871;p11"/>
              <p:cNvSpPr/>
              <p:nvPr/>
            </p:nvSpPr>
            <p:spPr>
              <a:xfrm>
                <a:off x="5727025" y="927325"/>
                <a:ext cx="143825" cy="155250"/>
              </a:xfrm>
              <a:custGeom>
                <a:avLst/>
                <a:gdLst/>
                <a:ahLst/>
                <a:cxnLst/>
                <a:rect l="l" t="t" r="r" b="b"/>
                <a:pathLst>
                  <a:path w="5753" h="6210" extrusionOk="0">
                    <a:moveTo>
                      <a:pt x="1" y="1"/>
                    </a:moveTo>
                    <a:lnTo>
                      <a:pt x="3516" y="3265"/>
                    </a:lnTo>
                    <a:lnTo>
                      <a:pt x="366" y="6209"/>
                    </a:lnTo>
                    <a:lnTo>
                      <a:pt x="2603" y="6209"/>
                    </a:lnTo>
                    <a:lnTo>
                      <a:pt x="5753" y="3265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cxnSp>
          <p:nvCxnSpPr>
            <p:cNvPr id="872" name="Google Shape;872;p11"/>
            <p:cNvCxnSpPr/>
            <p:nvPr/>
          </p:nvCxnSpPr>
          <p:spPr>
            <a:xfrm>
              <a:off x="7315575" y="705500"/>
              <a:ext cx="19635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73" name="Google Shape;873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874" name="Google Shape;874;p11"/>
          <p:cNvSpPr txBox="1">
            <a:spLocks noGrp="1"/>
          </p:cNvSpPr>
          <p:nvPr>
            <p:ph type="subTitle" idx="1"/>
          </p:nvPr>
        </p:nvSpPr>
        <p:spPr>
          <a:xfrm>
            <a:off x="3399200" y="3858600"/>
            <a:ext cx="5393600" cy="164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4244749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99652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7" name="Google Shape;877;p13"/>
          <p:cNvGrpSpPr/>
          <p:nvPr/>
        </p:nvGrpSpPr>
        <p:grpSpPr>
          <a:xfrm>
            <a:off x="523567" y="2161344"/>
            <a:ext cx="4012933" cy="2085589"/>
            <a:chOff x="392675" y="1513033"/>
            <a:chExt cx="3009700" cy="1564192"/>
          </a:xfrm>
        </p:grpSpPr>
        <p:sp>
          <p:nvSpPr>
            <p:cNvPr id="878" name="Google Shape;878;p13"/>
            <p:cNvSpPr/>
            <p:nvPr/>
          </p:nvSpPr>
          <p:spPr>
            <a:xfrm>
              <a:off x="878255" y="1659206"/>
              <a:ext cx="584816" cy="584816"/>
            </a:xfrm>
            <a:custGeom>
              <a:avLst/>
              <a:gdLst/>
              <a:ahLst/>
              <a:cxnLst/>
              <a:rect l="l" t="t" r="r" b="b"/>
              <a:pathLst>
                <a:path w="4813" h="4813" fill="none" extrusionOk="0">
                  <a:moveTo>
                    <a:pt x="0" y="0"/>
                  </a:moveTo>
                  <a:lnTo>
                    <a:pt x="4812" y="0"/>
                  </a:lnTo>
                  <a:lnTo>
                    <a:pt x="4812" y="4812"/>
                  </a:lnTo>
                  <a:lnTo>
                    <a:pt x="0" y="4812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9" name="Google Shape;879;p13"/>
            <p:cNvSpPr/>
            <p:nvPr/>
          </p:nvSpPr>
          <p:spPr>
            <a:xfrm>
              <a:off x="820418" y="2301733"/>
              <a:ext cx="122" cy="122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0" name="Google Shape;880;p13"/>
            <p:cNvSpPr/>
            <p:nvPr/>
          </p:nvSpPr>
          <p:spPr>
            <a:xfrm>
              <a:off x="820418" y="1622632"/>
              <a:ext cx="122" cy="633540"/>
            </a:xfrm>
            <a:custGeom>
              <a:avLst/>
              <a:gdLst/>
              <a:ahLst/>
              <a:cxnLst/>
              <a:rect l="l" t="t" r="r" b="b"/>
              <a:pathLst>
                <a:path w="1" h="5214" fill="none" extrusionOk="0">
                  <a:moveTo>
                    <a:pt x="0" y="5213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1" name="Google Shape;881;p13"/>
            <p:cNvSpPr/>
            <p:nvPr/>
          </p:nvSpPr>
          <p:spPr>
            <a:xfrm>
              <a:off x="820418" y="1601247"/>
              <a:ext cx="122" cy="122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2" name="Google Shape;882;p13"/>
            <p:cNvSpPr/>
            <p:nvPr/>
          </p:nvSpPr>
          <p:spPr>
            <a:xfrm>
              <a:off x="865983" y="1601247"/>
              <a:ext cx="633662" cy="122"/>
            </a:xfrm>
            <a:custGeom>
              <a:avLst/>
              <a:gdLst/>
              <a:ahLst/>
              <a:cxnLst/>
              <a:rect l="l" t="t" r="r" b="b"/>
              <a:pathLst>
                <a:path w="5215" h="1" fill="none" extrusionOk="0">
                  <a:moveTo>
                    <a:pt x="1" y="1"/>
                  </a:moveTo>
                  <a:lnTo>
                    <a:pt x="5214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3" name="Google Shape;883;p13"/>
            <p:cNvSpPr/>
            <p:nvPr/>
          </p:nvSpPr>
          <p:spPr>
            <a:xfrm>
              <a:off x="1520782" y="1601247"/>
              <a:ext cx="122" cy="122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4" name="Google Shape;884;p13"/>
            <p:cNvSpPr/>
            <p:nvPr/>
          </p:nvSpPr>
          <p:spPr>
            <a:xfrm>
              <a:off x="1520782" y="1643896"/>
              <a:ext cx="122" cy="633540"/>
            </a:xfrm>
            <a:custGeom>
              <a:avLst/>
              <a:gdLst/>
              <a:ahLst/>
              <a:cxnLst/>
              <a:rect l="l" t="t" r="r" b="b"/>
              <a:pathLst>
                <a:path w="1" h="5214" fill="none" extrusionOk="0">
                  <a:moveTo>
                    <a:pt x="0" y="1"/>
                  </a:moveTo>
                  <a:lnTo>
                    <a:pt x="0" y="5214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5" name="Google Shape;885;p13"/>
            <p:cNvSpPr/>
            <p:nvPr/>
          </p:nvSpPr>
          <p:spPr>
            <a:xfrm>
              <a:off x="1520782" y="2301733"/>
              <a:ext cx="122" cy="122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6" name="Google Shape;886;p13"/>
            <p:cNvSpPr/>
            <p:nvPr/>
          </p:nvSpPr>
          <p:spPr>
            <a:xfrm>
              <a:off x="844719" y="2301733"/>
              <a:ext cx="633540" cy="122"/>
            </a:xfrm>
            <a:custGeom>
              <a:avLst/>
              <a:gdLst/>
              <a:ahLst/>
              <a:cxnLst/>
              <a:rect l="l" t="t" r="r" b="b"/>
              <a:pathLst>
                <a:path w="5214" h="1" fill="none" extrusionOk="0">
                  <a:moveTo>
                    <a:pt x="5214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7" name="Google Shape;887;p13"/>
            <p:cNvSpPr/>
            <p:nvPr/>
          </p:nvSpPr>
          <p:spPr>
            <a:xfrm>
              <a:off x="732082" y="1513033"/>
              <a:ext cx="880200" cy="877163"/>
            </a:xfrm>
            <a:custGeom>
              <a:avLst/>
              <a:gdLst/>
              <a:ahLst/>
              <a:cxnLst/>
              <a:rect l="l" t="t" r="r" b="b"/>
              <a:pathLst>
                <a:path w="7244" h="7219" fill="none" extrusionOk="0">
                  <a:moveTo>
                    <a:pt x="0" y="0"/>
                  </a:moveTo>
                  <a:lnTo>
                    <a:pt x="7243" y="0"/>
                  </a:lnTo>
                  <a:lnTo>
                    <a:pt x="7243" y="7218"/>
                  </a:lnTo>
                  <a:lnTo>
                    <a:pt x="0" y="7218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888" name="Google Shape;888;p13"/>
            <p:cNvCxnSpPr/>
            <p:nvPr/>
          </p:nvCxnSpPr>
          <p:spPr>
            <a:xfrm>
              <a:off x="1612275" y="1922650"/>
              <a:ext cx="1790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889" name="Google Shape;889;p13"/>
            <p:cNvSpPr/>
            <p:nvPr/>
          </p:nvSpPr>
          <p:spPr>
            <a:xfrm>
              <a:off x="636097" y="2039765"/>
              <a:ext cx="94533" cy="122"/>
            </a:xfrm>
            <a:custGeom>
              <a:avLst/>
              <a:gdLst/>
              <a:ahLst/>
              <a:cxnLst/>
              <a:rect l="l" t="t" r="r" b="b"/>
              <a:pathLst>
                <a:path w="778" h="1" fill="none" extrusionOk="0">
                  <a:moveTo>
                    <a:pt x="778" y="1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0" name="Google Shape;890;p13"/>
            <p:cNvSpPr/>
            <p:nvPr/>
          </p:nvSpPr>
          <p:spPr>
            <a:xfrm>
              <a:off x="642173" y="1802341"/>
              <a:ext cx="82382" cy="122"/>
            </a:xfrm>
            <a:custGeom>
              <a:avLst/>
              <a:gdLst/>
              <a:ahLst/>
              <a:cxnLst/>
              <a:rect l="l" t="t" r="r" b="b"/>
              <a:pathLst>
                <a:path w="678" h="1" fill="none" extrusionOk="0">
                  <a:moveTo>
                    <a:pt x="678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1" name="Google Shape;891;p13"/>
            <p:cNvSpPr/>
            <p:nvPr/>
          </p:nvSpPr>
          <p:spPr>
            <a:xfrm>
              <a:off x="596487" y="1689583"/>
              <a:ext cx="128069" cy="122"/>
            </a:xfrm>
            <a:custGeom>
              <a:avLst/>
              <a:gdLst/>
              <a:ahLst/>
              <a:cxnLst/>
              <a:rect l="l" t="t" r="r" b="b"/>
              <a:pathLst>
                <a:path w="1054" h="1" fill="none" extrusionOk="0">
                  <a:moveTo>
                    <a:pt x="1054" y="1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892" name="Google Shape;892;p13"/>
            <p:cNvGrpSpPr/>
            <p:nvPr/>
          </p:nvGrpSpPr>
          <p:grpSpPr>
            <a:xfrm>
              <a:off x="392675" y="1922525"/>
              <a:ext cx="336300" cy="1154701"/>
              <a:chOff x="392675" y="1955343"/>
              <a:chExt cx="336300" cy="1116300"/>
            </a:xfrm>
          </p:grpSpPr>
          <p:cxnSp>
            <p:nvCxnSpPr>
              <p:cNvPr id="893" name="Google Shape;893;p13"/>
              <p:cNvCxnSpPr/>
              <p:nvPr/>
            </p:nvCxnSpPr>
            <p:spPr>
              <a:xfrm>
                <a:off x="420900" y="1955343"/>
                <a:ext cx="0" cy="1116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4" name="Google Shape;894;p13"/>
              <p:cNvCxnSpPr/>
              <p:nvPr/>
            </p:nvCxnSpPr>
            <p:spPr>
              <a:xfrm>
                <a:off x="418775" y="3067534"/>
                <a:ext cx="227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895" name="Google Shape;895;p13"/>
              <p:cNvCxnSpPr/>
              <p:nvPr/>
            </p:nvCxnSpPr>
            <p:spPr>
              <a:xfrm>
                <a:off x="392675" y="1955464"/>
                <a:ext cx="33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oval" w="med" len="med"/>
                <a:tailEnd type="none" w="med" len="med"/>
              </a:ln>
            </p:spPr>
          </p:cxnSp>
        </p:grpSp>
        <p:sp>
          <p:nvSpPr>
            <p:cNvPr id="896" name="Google Shape;896;p13"/>
            <p:cNvSpPr/>
            <p:nvPr/>
          </p:nvSpPr>
          <p:spPr>
            <a:xfrm>
              <a:off x="1615281" y="2064188"/>
              <a:ext cx="64156" cy="122"/>
            </a:xfrm>
            <a:custGeom>
              <a:avLst/>
              <a:gdLst/>
              <a:ahLst/>
              <a:cxnLst/>
              <a:rect l="l" t="t" r="r" b="b"/>
              <a:pathLst>
                <a:path w="528" h="1" fill="none" extrusionOk="0">
                  <a:moveTo>
                    <a:pt x="1" y="0"/>
                  </a:moveTo>
                  <a:lnTo>
                    <a:pt x="527" y="0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7" name="Google Shape;897;p13"/>
            <p:cNvSpPr/>
            <p:nvPr/>
          </p:nvSpPr>
          <p:spPr>
            <a:xfrm>
              <a:off x="1612256" y="2173787"/>
              <a:ext cx="100608" cy="122"/>
            </a:xfrm>
            <a:custGeom>
              <a:avLst/>
              <a:gdLst/>
              <a:ahLst/>
              <a:cxnLst/>
              <a:rect l="l" t="t" r="r" b="b"/>
              <a:pathLst>
                <a:path w="828" h="1" fill="none" extrusionOk="0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8" name="Google Shape;898;p13"/>
            <p:cNvSpPr/>
            <p:nvPr/>
          </p:nvSpPr>
          <p:spPr>
            <a:xfrm>
              <a:off x="1612144" y="1732231"/>
              <a:ext cx="100608" cy="122"/>
            </a:xfrm>
            <a:custGeom>
              <a:avLst/>
              <a:gdLst/>
              <a:ahLst/>
              <a:cxnLst/>
              <a:rect l="l" t="t" r="r" b="b"/>
              <a:pathLst>
                <a:path w="828" h="1" fill="none" extrusionOk="0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9" name="Google Shape;899;p13"/>
            <p:cNvSpPr/>
            <p:nvPr/>
          </p:nvSpPr>
          <p:spPr>
            <a:xfrm>
              <a:off x="1612156" y="1823604"/>
              <a:ext cx="76307" cy="122"/>
            </a:xfrm>
            <a:custGeom>
              <a:avLst/>
              <a:gdLst/>
              <a:ahLst/>
              <a:cxnLst/>
              <a:rect l="l" t="t" r="r" b="b"/>
              <a:pathLst>
                <a:path w="628" h="1" fill="none" extrusionOk="0">
                  <a:moveTo>
                    <a:pt x="1" y="1"/>
                  </a:moveTo>
                  <a:lnTo>
                    <a:pt x="627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00" name="Google Shape;900;p13"/>
          <p:cNvGrpSpPr/>
          <p:nvPr/>
        </p:nvGrpSpPr>
        <p:grpSpPr>
          <a:xfrm>
            <a:off x="4484700" y="2163362"/>
            <a:ext cx="4056800" cy="2083573"/>
            <a:chOff x="3363525" y="1622521"/>
            <a:chExt cx="3042600" cy="1562680"/>
          </a:xfrm>
        </p:grpSpPr>
        <p:grpSp>
          <p:nvGrpSpPr>
            <p:cNvPr id="901" name="Google Shape;901;p13"/>
            <p:cNvGrpSpPr/>
            <p:nvPr/>
          </p:nvGrpSpPr>
          <p:grpSpPr>
            <a:xfrm>
              <a:off x="3363525" y="1622521"/>
              <a:ext cx="3042600" cy="877163"/>
              <a:chOff x="3363525" y="1503696"/>
              <a:chExt cx="3042600" cy="877163"/>
            </a:xfrm>
          </p:grpSpPr>
          <p:sp>
            <p:nvSpPr>
              <p:cNvPr id="902" name="Google Shape;902;p13"/>
              <p:cNvSpPr/>
              <p:nvPr/>
            </p:nvSpPr>
            <p:spPr>
              <a:xfrm>
                <a:off x="3828305" y="1649868"/>
                <a:ext cx="584816" cy="584816"/>
              </a:xfrm>
              <a:custGeom>
                <a:avLst/>
                <a:gdLst/>
                <a:ahLst/>
                <a:cxnLst/>
                <a:rect l="l" t="t" r="r" b="b"/>
                <a:pathLst>
                  <a:path w="4813" h="4813" fill="none" extrusionOk="0">
                    <a:moveTo>
                      <a:pt x="0" y="0"/>
                    </a:moveTo>
                    <a:lnTo>
                      <a:pt x="4812" y="0"/>
                    </a:lnTo>
                    <a:lnTo>
                      <a:pt x="4812" y="4812"/>
                    </a:lnTo>
                    <a:lnTo>
                      <a:pt x="0" y="4812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3" name="Google Shape;903;p13"/>
              <p:cNvSpPr/>
              <p:nvPr/>
            </p:nvSpPr>
            <p:spPr>
              <a:xfrm>
                <a:off x="3770468" y="2292396"/>
                <a:ext cx="12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4" name="Google Shape;904;p13"/>
              <p:cNvSpPr/>
              <p:nvPr/>
            </p:nvSpPr>
            <p:spPr>
              <a:xfrm>
                <a:off x="3770468" y="1613295"/>
                <a:ext cx="122" cy="633540"/>
              </a:xfrm>
              <a:custGeom>
                <a:avLst/>
                <a:gdLst/>
                <a:ahLst/>
                <a:cxnLst/>
                <a:rect l="l" t="t" r="r" b="b"/>
                <a:pathLst>
                  <a:path w="1" h="5214" fill="none" extrusionOk="0">
                    <a:moveTo>
                      <a:pt x="0" y="5213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5" name="Google Shape;905;p13"/>
              <p:cNvSpPr/>
              <p:nvPr/>
            </p:nvSpPr>
            <p:spPr>
              <a:xfrm>
                <a:off x="3770468" y="1591910"/>
                <a:ext cx="12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6" name="Google Shape;906;p13"/>
              <p:cNvSpPr/>
              <p:nvPr/>
            </p:nvSpPr>
            <p:spPr>
              <a:xfrm>
                <a:off x="3816033" y="1591910"/>
                <a:ext cx="63366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5215" h="1" fill="none" extrusionOk="0">
                    <a:moveTo>
                      <a:pt x="1" y="1"/>
                    </a:moveTo>
                    <a:lnTo>
                      <a:pt x="5214" y="1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7" name="Google Shape;907;p13"/>
              <p:cNvSpPr/>
              <p:nvPr/>
            </p:nvSpPr>
            <p:spPr>
              <a:xfrm>
                <a:off x="4470832" y="1591910"/>
                <a:ext cx="12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8" name="Google Shape;908;p13"/>
              <p:cNvSpPr/>
              <p:nvPr/>
            </p:nvSpPr>
            <p:spPr>
              <a:xfrm>
                <a:off x="4470832" y="1634559"/>
                <a:ext cx="122" cy="633540"/>
              </a:xfrm>
              <a:custGeom>
                <a:avLst/>
                <a:gdLst/>
                <a:ahLst/>
                <a:cxnLst/>
                <a:rect l="l" t="t" r="r" b="b"/>
                <a:pathLst>
                  <a:path w="1" h="5214" fill="none" extrusionOk="0">
                    <a:moveTo>
                      <a:pt x="0" y="1"/>
                    </a:moveTo>
                    <a:lnTo>
                      <a:pt x="0" y="5214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9" name="Google Shape;909;p13"/>
              <p:cNvSpPr/>
              <p:nvPr/>
            </p:nvSpPr>
            <p:spPr>
              <a:xfrm>
                <a:off x="4470832" y="2292396"/>
                <a:ext cx="12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0" name="Google Shape;910;p13"/>
              <p:cNvSpPr/>
              <p:nvPr/>
            </p:nvSpPr>
            <p:spPr>
              <a:xfrm>
                <a:off x="3794769" y="2292396"/>
                <a:ext cx="633540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5214" h="1" fill="none" extrusionOk="0">
                    <a:moveTo>
                      <a:pt x="5214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1" name="Google Shape;911;p13"/>
              <p:cNvSpPr/>
              <p:nvPr/>
            </p:nvSpPr>
            <p:spPr>
              <a:xfrm>
                <a:off x="3682132" y="1503696"/>
                <a:ext cx="880200" cy="877163"/>
              </a:xfrm>
              <a:custGeom>
                <a:avLst/>
                <a:gdLst/>
                <a:ahLst/>
                <a:cxnLst/>
                <a:rect l="l" t="t" r="r" b="b"/>
                <a:pathLst>
                  <a:path w="7244" h="7219" fill="none" extrusionOk="0">
                    <a:moveTo>
                      <a:pt x="0" y="0"/>
                    </a:moveTo>
                    <a:lnTo>
                      <a:pt x="7243" y="0"/>
                    </a:lnTo>
                    <a:lnTo>
                      <a:pt x="7243" y="7218"/>
                    </a:lnTo>
                    <a:lnTo>
                      <a:pt x="0" y="7218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2" name="Google Shape;912;p13"/>
              <p:cNvSpPr/>
              <p:nvPr/>
            </p:nvSpPr>
            <p:spPr>
              <a:xfrm>
                <a:off x="3586147" y="2030427"/>
                <a:ext cx="94533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778" h="1" fill="none" extrusionOk="0">
                    <a:moveTo>
                      <a:pt x="778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3" name="Google Shape;913;p13"/>
              <p:cNvSpPr/>
              <p:nvPr/>
            </p:nvSpPr>
            <p:spPr>
              <a:xfrm>
                <a:off x="3592223" y="1793003"/>
                <a:ext cx="8238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678" h="1" fill="none" extrusionOk="0">
                    <a:moveTo>
                      <a:pt x="678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4" name="Google Shape;914;p13"/>
              <p:cNvSpPr/>
              <p:nvPr/>
            </p:nvSpPr>
            <p:spPr>
              <a:xfrm>
                <a:off x="3546537" y="1680245"/>
                <a:ext cx="128069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1" fill="none" extrusionOk="0">
                    <a:moveTo>
                      <a:pt x="1054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cxnSp>
            <p:nvCxnSpPr>
              <p:cNvPr id="915" name="Google Shape;915;p13"/>
              <p:cNvCxnSpPr/>
              <p:nvPr/>
            </p:nvCxnSpPr>
            <p:spPr>
              <a:xfrm>
                <a:off x="3363525" y="1913003"/>
                <a:ext cx="315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6" name="Google Shape;916;p13"/>
              <p:cNvSpPr/>
              <p:nvPr/>
            </p:nvSpPr>
            <p:spPr>
              <a:xfrm>
                <a:off x="4565331" y="2054850"/>
                <a:ext cx="64156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528" h="1" fill="none" extrusionOk="0">
                    <a:moveTo>
                      <a:pt x="1" y="0"/>
                    </a:moveTo>
                    <a:lnTo>
                      <a:pt x="527" y="0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7" name="Google Shape;917;p13"/>
              <p:cNvSpPr/>
              <p:nvPr/>
            </p:nvSpPr>
            <p:spPr>
              <a:xfrm>
                <a:off x="4562306" y="2164449"/>
                <a:ext cx="100608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828" h="1" fill="none" extrusionOk="0">
                    <a:moveTo>
                      <a:pt x="1" y="1"/>
                    </a:moveTo>
                    <a:lnTo>
                      <a:pt x="828" y="1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8" name="Google Shape;918;p13"/>
              <p:cNvSpPr/>
              <p:nvPr/>
            </p:nvSpPr>
            <p:spPr>
              <a:xfrm>
                <a:off x="4562194" y="1722894"/>
                <a:ext cx="100608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828" h="1" fill="none" extrusionOk="0">
                    <a:moveTo>
                      <a:pt x="1" y="1"/>
                    </a:moveTo>
                    <a:lnTo>
                      <a:pt x="828" y="1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9" name="Google Shape;919;p13"/>
              <p:cNvSpPr/>
              <p:nvPr/>
            </p:nvSpPr>
            <p:spPr>
              <a:xfrm>
                <a:off x="4562206" y="1814267"/>
                <a:ext cx="76307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628" h="1" fill="none" extrusionOk="0">
                    <a:moveTo>
                      <a:pt x="1" y="1"/>
                    </a:moveTo>
                    <a:lnTo>
                      <a:pt x="627" y="1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cxnSp>
            <p:nvCxnSpPr>
              <p:cNvPr id="920" name="Google Shape;920;p13"/>
              <p:cNvCxnSpPr/>
              <p:nvPr/>
            </p:nvCxnSpPr>
            <p:spPr>
              <a:xfrm>
                <a:off x="4565325" y="1922925"/>
                <a:ext cx="1840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921" name="Google Shape;921;p13"/>
            <p:cNvGrpSpPr/>
            <p:nvPr/>
          </p:nvGrpSpPr>
          <p:grpSpPr>
            <a:xfrm>
              <a:off x="3369450" y="2030500"/>
              <a:ext cx="227100" cy="1154701"/>
              <a:chOff x="418775" y="1955343"/>
              <a:chExt cx="227100" cy="1116300"/>
            </a:xfrm>
          </p:grpSpPr>
          <p:cxnSp>
            <p:nvCxnSpPr>
              <p:cNvPr id="922" name="Google Shape;922;p13"/>
              <p:cNvCxnSpPr/>
              <p:nvPr/>
            </p:nvCxnSpPr>
            <p:spPr>
              <a:xfrm>
                <a:off x="420900" y="1955343"/>
                <a:ext cx="0" cy="1116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3" name="Google Shape;923;p13"/>
              <p:cNvCxnSpPr/>
              <p:nvPr/>
            </p:nvCxnSpPr>
            <p:spPr>
              <a:xfrm>
                <a:off x="418775" y="3067534"/>
                <a:ext cx="227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924" name="Google Shape;924;p13"/>
          <p:cNvGrpSpPr/>
          <p:nvPr/>
        </p:nvGrpSpPr>
        <p:grpSpPr>
          <a:xfrm>
            <a:off x="8491033" y="2159729"/>
            <a:ext cx="4004400" cy="2087207"/>
            <a:chOff x="6368275" y="1619796"/>
            <a:chExt cx="3003300" cy="1565405"/>
          </a:xfrm>
        </p:grpSpPr>
        <p:grpSp>
          <p:nvGrpSpPr>
            <p:cNvPr id="925" name="Google Shape;925;p13"/>
            <p:cNvGrpSpPr/>
            <p:nvPr/>
          </p:nvGrpSpPr>
          <p:grpSpPr>
            <a:xfrm>
              <a:off x="6368275" y="1619796"/>
              <a:ext cx="3003300" cy="877163"/>
              <a:chOff x="3363525" y="1503696"/>
              <a:chExt cx="3003300" cy="877163"/>
            </a:xfrm>
          </p:grpSpPr>
          <p:cxnSp>
            <p:nvCxnSpPr>
              <p:cNvPr id="926" name="Google Shape;926;p13"/>
              <p:cNvCxnSpPr/>
              <p:nvPr/>
            </p:nvCxnSpPr>
            <p:spPr>
              <a:xfrm>
                <a:off x="4565325" y="1925200"/>
                <a:ext cx="1801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sp>
            <p:nvSpPr>
              <p:cNvPr id="927" name="Google Shape;927;p13"/>
              <p:cNvSpPr/>
              <p:nvPr/>
            </p:nvSpPr>
            <p:spPr>
              <a:xfrm>
                <a:off x="3828305" y="1649868"/>
                <a:ext cx="584816" cy="584816"/>
              </a:xfrm>
              <a:custGeom>
                <a:avLst/>
                <a:gdLst/>
                <a:ahLst/>
                <a:cxnLst/>
                <a:rect l="l" t="t" r="r" b="b"/>
                <a:pathLst>
                  <a:path w="4813" h="4813" fill="none" extrusionOk="0">
                    <a:moveTo>
                      <a:pt x="0" y="0"/>
                    </a:moveTo>
                    <a:lnTo>
                      <a:pt x="4812" y="0"/>
                    </a:lnTo>
                    <a:lnTo>
                      <a:pt x="4812" y="4812"/>
                    </a:lnTo>
                    <a:lnTo>
                      <a:pt x="0" y="4812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8" name="Google Shape;928;p13"/>
              <p:cNvSpPr/>
              <p:nvPr/>
            </p:nvSpPr>
            <p:spPr>
              <a:xfrm>
                <a:off x="3770468" y="2292396"/>
                <a:ext cx="12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9" name="Google Shape;929;p13"/>
              <p:cNvSpPr/>
              <p:nvPr/>
            </p:nvSpPr>
            <p:spPr>
              <a:xfrm>
                <a:off x="3770468" y="1613295"/>
                <a:ext cx="122" cy="633540"/>
              </a:xfrm>
              <a:custGeom>
                <a:avLst/>
                <a:gdLst/>
                <a:ahLst/>
                <a:cxnLst/>
                <a:rect l="l" t="t" r="r" b="b"/>
                <a:pathLst>
                  <a:path w="1" h="5214" fill="none" extrusionOk="0">
                    <a:moveTo>
                      <a:pt x="0" y="5213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0" name="Google Shape;930;p13"/>
              <p:cNvSpPr/>
              <p:nvPr/>
            </p:nvSpPr>
            <p:spPr>
              <a:xfrm>
                <a:off x="3770468" y="1591910"/>
                <a:ext cx="12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1" name="Google Shape;931;p13"/>
              <p:cNvSpPr/>
              <p:nvPr/>
            </p:nvSpPr>
            <p:spPr>
              <a:xfrm>
                <a:off x="3816033" y="1591910"/>
                <a:ext cx="63366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5215" h="1" fill="none" extrusionOk="0">
                    <a:moveTo>
                      <a:pt x="1" y="1"/>
                    </a:moveTo>
                    <a:lnTo>
                      <a:pt x="5214" y="1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2" name="Google Shape;932;p13"/>
              <p:cNvSpPr/>
              <p:nvPr/>
            </p:nvSpPr>
            <p:spPr>
              <a:xfrm>
                <a:off x="4470832" y="1591910"/>
                <a:ext cx="12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3" name="Google Shape;933;p13"/>
              <p:cNvSpPr/>
              <p:nvPr/>
            </p:nvSpPr>
            <p:spPr>
              <a:xfrm>
                <a:off x="4470832" y="1634559"/>
                <a:ext cx="122" cy="633540"/>
              </a:xfrm>
              <a:custGeom>
                <a:avLst/>
                <a:gdLst/>
                <a:ahLst/>
                <a:cxnLst/>
                <a:rect l="l" t="t" r="r" b="b"/>
                <a:pathLst>
                  <a:path w="1" h="5214" fill="none" extrusionOk="0">
                    <a:moveTo>
                      <a:pt x="0" y="1"/>
                    </a:moveTo>
                    <a:lnTo>
                      <a:pt x="0" y="5214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4" name="Google Shape;934;p13"/>
              <p:cNvSpPr/>
              <p:nvPr/>
            </p:nvSpPr>
            <p:spPr>
              <a:xfrm>
                <a:off x="4470832" y="2292396"/>
                <a:ext cx="12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5" name="Google Shape;935;p13"/>
              <p:cNvSpPr/>
              <p:nvPr/>
            </p:nvSpPr>
            <p:spPr>
              <a:xfrm>
                <a:off x="3794769" y="2292396"/>
                <a:ext cx="633540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5214" h="1" fill="none" extrusionOk="0">
                    <a:moveTo>
                      <a:pt x="5214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6" name="Google Shape;936;p13"/>
              <p:cNvSpPr/>
              <p:nvPr/>
            </p:nvSpPr>
            <p:spPr>
              <a:xfrm>
                <a:off x="3682132" y="1503696"/>
                <a:ext cx="880200" cy="877163"/>
              </a:xfrm>
              <a:custGeom>
                <a:avLst/>
                <a:gdLst/>
                <a:ahLst/>
                <a:cxnLst/>
                <a:rect l="l" t="t" r="r" b="b"/>
                <a:pathLst>
                  <a:path w="7244" h="7219" fill="none" extrusionOk="0">
                    <a:moveTo>
                      <a:pt x="0" y="0"/>
                    </a:moveTo>
                    <a:lnTo>
                      <a:pt x="7243" y="0"/>
                    </a:lnTo>
                    <a:lnTo>
                      <a:pt x="7243" y="7218"/>
                    </a:lnTo>
                    <a:lnTo>
                      <a:pt x="0" y="7218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7" name="Google Shape;937;p13"/>
              <p:cNvSpPr/>
              <p:nvPr/>
            </p:nvSpPr>
            <p:spPr>
              <a:xfrm>
                <a:off x="3586147" y="2030427"/>
                <a:ext cx="94533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778" h="1" fill="none" extrusionOk="0">
                    <a:moveTo>
                      <a:pt x="778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8" name="Google Shape;938;p13"/>
              <p:cNvSpPr/>
              <p:nvPr/>
            </p:nvSpPr>
            <p:spPr>
              <a:xfrm>
                <a:off x="3592223" y="1793003"/>
                <a:ext cx="8238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678" h="1" fill="none" extrusionOk="0">
                    <a:moveTo>
                      <a:pt x="678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9" name="Google Shape;939;p13"/>
              <p:cNvSpPr/>
              <p:nvPr/>
            </p:nvSpPr>
            <p:spPr>
              <a:xfrm>
                <a:off x="3546537" y="1680245"/>
                <a:ext cx="128069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1" fill="none" extrusionOk="0">
                    <a:moveTo>
                      <a:pt x="1054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cxnSp>
            <p:nvCxnSpPr>
              <p:cNvPr id="940" name="Google Shape;940;p13"/>
              <p:cNvCxnSpPr/>
              <p:nvPr/>
            </p:nvCxnSpPr>
            <p:spPr>
              <a:xfrm>
                <a:off x="3363525" y="1925203"/>
                <a:ext cx="315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41" name="Google Shape;941;p13"/>
              <p:cNvSpPr/>
              <p:nvPr/>
            </p:nvSpPr>
            <p:spPr>
              <a:xfrm>
                <a:off x="4565331" y="2054850"/>
                <a:ext cx="64156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528" h="1" fill="none" extrusionOk="0">
                    <a:moveTo>
                      <a:pt x="1" y="0"/>
                    </a:moveTo>
                    <a:lnTo>
                      <a:pt x="527" y="0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2" name="Google Shape;942;p13"/>
              <p:cNvSpPr/>
              <p:nvPr/>
            </p:nvSpPr>
            <p:spPr>
              <a:xfrm>
                <a:off x="4562306" y="2164449"/>
                <a:ext cx="100608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828" h="1" fill="none" extrusionOk="0">
                    <a:moveTo>
                      <a:pt x="1" y="1"/>
                    </a:moveTo>
                    <a:lnTo>
                      <a:pt x="828" y="1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3" name="Google Shape;943;p13"/>
              <p:cNvSpPr/>
              <p:nvPr/>
            </p:nvSpPr>
            <p:spPr>
              <a:xfrm>
                <a:off x="4562194" y="1722894"/>
                <a:ext cx="100608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828" h="1" fill="none" extrusionOk="0">
                    <a:moveTo>
                      <a:pt x="1" y="1"/>
                    </a:moveTo>
                    <a:lnTo>
                      <a:pt x="828" y="1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4" name="Google Shape;944;p13"/>
              <p:cNvSpPr/>
              <p:nvPr/>
            </p:nvSpPr>
            <p:spPr>
              <a:xfrm>
                <a:off x="4562206" y="1814267"/>
                <a:ext cx="76307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628" h="1" fill="none" extrusionOk="0">
                    <a:moveTo>
                      <a:pt x="1" y="1"/>
                    </a:moveTo>
                    <a:lnTo>
                      <a:pt x="627" y="1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945" name="Google Shape;945;p13"/>
            <p:cNvGrpSpPr/>
            <p:nvPr/>
          </p:nvGrpSpPr>
          <p:grpSpPr>
            <a:xfrm>
              <a:off x="6374325" y="2030500"/>
              <a:ext cx="227100" cy="1154701"/>
              <a:chOff x="418775" y="1955343"/>
              <a:chExt cx="227100" cy="1116300"/>
            </a:xfrm>
          </p:grpSpPr>
          <p:cxnSp>
            <p:nvCxnSpPr>
              <p:cNvPr id="946" name="Google Shape;946;p13"/>
              <p:cNvCxnSpPr/>
              <p:nvPr/>
            </p:nvCxnSpPr>
            <p:spPr>
              <a:xfrm>
                <a:off x="420900" y="1955343"/>
                <a:ext cx="0" cy="1116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7" name="Google Shape;947;p13"/>
              <p:cNvCxnSpPr/>
              <p:nvPr/>
            </p:nvCxnSpPr>
            <p:spPr>
              <a:xfrm>
                <a:off x="418775" y="3067534"/>
                <a:ext cx="227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948" name="Google Shape;948;p13"/>
          <p:cNvGrpSpPr/>
          <p:nvPr/>
        </p:nvGrpSpPr>
        <p:grpSpPr>
          <a:xfrm>
            <a:off x="1950747" y="-3311315"/>
            <a:ext cx="10512292" cy="4578360"/>
            <a:chOff x="24125" y="294775"/>
            <a:chExt cx="7767703" cy="3383025"/>
          </a:xfrm>
        </p:grpSpPr>
        <p:sp>
          <p:nvSpPr>
            <p:cNvPr id="949" name="Google Shape;949;p13"/>
            <p:cNvSpPr/>
            <p:nvPr/>
          </p:nvSpPr>
          <p:spPr>
            <a:xfrm>
              <a:off x="1686375" y="607200"/>
              <a:ext cx="142125" cy="129550"/>
            </a:xfrm>
            <a:custGeom>
              <a:avLst/>
              <a:gdLst/>
              <a:ahLst/>
              <a:cxnLst/>
              <a:rect l="l" t="t" r="r" b="b"/>
              <a:pathLst>
                <a:path w="5685" h="5182" extrusionOk="0">
                  <a:moveTo>
                    <a:pt x="2834" y="1"/>
                  </a:moveTo>
                  <a:cubicBezTo>
                    <a:pt x="2169" y="1"/>
                    <a:pt x="1507" y="252"/>
                    <a:pt x="1005" y="754"/>
                  </a:cubicBezTo>
                  <a:cubicBezTo>
                    <a:pt x="1" y="1781"/>
                    <a:pt x="1" y="3402"/>
                    <a:pt x="1005" y="4429"/>
                  </a:cubicBezTo>
                  <a:cubicBezTo>
                    <a:pt x="1507" y="4931"/>
                    <a:pt x="2169" y="5182"/>
                    <a:pt x="2834" y="5182"/>
                  </a:cubicBezTo>
                  <a:cubicBezTo>
                    <a:pt x="3499" y="5182"/>
                    <a:pt x="4166" y="4931"/>
                    <a:pt x="4680" y="4429"/>
                  </a:cubicBezTo>
                  <a:cubicBezTo>
                    <a:pt x="5684" y="3402"/>
                    <a:pt x="5684" y="1781"/>
                    <a:pt x="4680" y="754"/>
                  </a:cubicBezTo>
                  <a:cubicBezTo>
                    <a:pt x="4166" y="252"/>
                    <a:pt x="3499" y="1"/>
                    <a:pt x="28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6609800" y="3191600"/>
              <a:ext cx="148950" cy="93025"/>
            </a:xfrm>
            <a:custGeom>
              <a:avLst/>
              <a:gdLst/>
              <a:ahLst/>
              <a:cxnLst/>
              <a:rect l="l" t="t" r="r" b="b"/>
              <a:pathLst>
                <a:path w="5958" h="3721" extrusionOk="0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6721650" y="3191600"/>
              <a:ext cx="149525" cy="93025"/>
            </a:xfrm>
            <a:custGeom>
              <a:avLst/>
              <a:gdLst/>
              <a:ahLst/>
              <a:cxnLst/>
              <a:rect l="l" t="t" r="r" b="b"/>
              <a:pathLst>
                <a:path w="5981" h="3721" extrusionOk="0">
                  <a:moveTo>
                    <a:pt x="0" y="0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6834050" y="3191600"/>
              <a:ext cx="148975" cy="93025"/>
            </a:xfrm>
            <a:custGeom>
              <a:avLst/>
              <a:gdLst/>
              <a:ahLst/>
              <a:cxnLst/>
              <a:rect l="l" t="t" r="r" b="b"/>
              <a:pathLst>
                <a:path w="5959" h="3721" extrusionOk="0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6945900" y="3191600"/>
              <a:ext cx="148950" cy="93025"/>
            </a:xfrm>
            <a:custGeom>
              <a:avLst/>
              <a:gdLst/>
              <a:ahLst/>
              <a:cxnLst/>
              <a:rect l="l" t="t" r="r" b="b"/>
              <a:pathLst>
                <a:path w="5958" h="3721" extrusionOk="0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7057750" y="3191600"/>
              <a:ext cx="149525" cy="93025"/>
            </a:xfrm>
            <a:custGeom>
              <a:avLst/>
              <a:gdLst/>
              <a:ahLst/>
              <a:cxnLst/>
              <a:rect l="l" t="t" r="r" b="b"/>
              <a:pathLst>
                <a:path w="5981" h="3721" extrusionOk="0">
                  <a:moveTo>
                    <a:pt x="0" y="0"/>
                  </a:moveTo>
                  <a:lnTo>
                    <a:pt x="3607" y="3721"/>
                  </a:lnTo>
                  <a:lnTo>
                    <a:pt x="5980" y="3721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7170150" y="3191600"/>
              <a:ext cx="148975" cy="93025"/>
            </a:xfrm>
            <a:custGeom>
              <a:avLst/>
              <a:gdLst/>
              <a:ahLst/>
              <a:cxnLst/>
              <a:rect l="l" t="t" r="r" b="b"/>
              <a:pathLst>
                <a:path w="5959" h="3721" extrusionOk="0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7282000" y="3191600"/>
              <a:ext cx="149525" cy="93025"/>
            </a:xfrm>
            <a:custGeom>
              <a:avLst/>
              <a:gdLst/>
              <a:ahLst/>
              <a:cxnLst/>
              <a:rect l="l" t="t" r="r" b="b"/>
              <a:pathLst>
                <a:path w="5981" h="3721" extrusionOk="0">
                  <a:moveTo>
                    <a:pt x="1" y="0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2406525" y="1218350"/>
              <a:ext cx="5385303" cy="1110475"/>
            </a:xfrm>
            <a:custGeom>
              <a:avLst/>
              <a:gdLst/>
              <a:ahLst/>
              <a:cxnLst/>
              <a:rect l="l" t="t" r="r" b="b"/>
              <a:pathLst>
                <a:path w="206136" h="44419" extrusionOk="0">
                  <a:moveTo>
                    <a:pt x="183" y="0"/>
                  </a:moveTo>
                  <a:cubicBezTo>
                    <a:pt x="91" y="0"/>
                    <a:pt x="0" y="92"/>
                    <a:pt x="0" y="206"/>
                  </a:cubicBezTo>
                  <a:cubicBezTo>
                    <a:pt x="0" y="297"/>
                    <a:pt x="91" y="388"/>
                    <a:pt x="183" y="388"/>
                  </a:cubicBezTo>
                  <a:lnTo>
                    <a:pt x="31887" y="388"/>
                  </a:lnTo>
                  <a:lnTo>
                    <a:pt x="54507" y="23031"/>
                  </a:lnTo>
                  <a:lnTo>
                    <a:pt x="101870" y="23031"/>
                  </a:lnTo>
                  <a:lnTo>
                    <a:pt x="123257" y="44418"/>
                  </a:lnTo>
                  <a:lnTo>
                    <a:pt x="205930" y="44418"/>
                  </a:lnTo>
                  <a:cubicBezTo>
                    <a:pt x="206044" y="44418"/>
                    <a:pt x="206136" y="44327"/>
                    <a:pt x="206136" y="44213"/>
                  </a:cubicBezTo>
                  <a:cubicBezTo>
                    <a:pt x="206136" y="44122"/>
                    <a:pt x="206044" y="44030"/>
                    <a:pt x="205930" y="44030"/>
                  </a:cubicBezTo>
                  <a:lnTo>
                    <a:pt x="123417" y="44030"/>
                  </a:lnTo>
                  <a:lnTo>
                    <a:pt x="102029" y="22643"/>
                  </a:lnTo>
                  <a:lnTo>
                    <a:pt x="54667" y="22643"/>
                  </a:lnTo>
                  <a:lnTo>
                    <a:pt x="320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987925" y="355975"/>
              <a:ext cx="6210225" cy="1468400"/>
            </a:xfrm>
            <a:custGeom>
              <a:avLst/>
              <a:gdLst/>
              <a:ahLst/>
              <a:cxnLst/>
              <a:rect l="l" t="t" r="r" b="b"/>
              <a:pathLst>
                <a:path w="248409" h="58736" extrusionOk="0">
                  <a:moveTo>
                    <a:pt x="248203" y="1"/>
                  </a:moveTo>
                  <a:cubicBezTo>
                    <a:pt x="248151" y="1"/>
                    <a:pt x="248100" y="18"/>
                    <a:pt x="248066" y="52"/>
                  </a:cubicBezTo>
                  <a:lnTo>
                    <a:pt x="196663" y="51455"/>
                  </a:lnTo>
                  <a:lnTo>
                    <a:pt x="175778" y="51455"/>
                  </a:lnTo>
                  <a:lnTo>
                    <a:pt x="155760" y="31460"/>
                  </a:lnTo>
                  <a:lnTo>
                    <a:pt x="121112" y="31460"/>
                  </a:lnTo>
                  <a:lnTo>
                    <a:pt x="94200" y="58371"/>
                  </a:lnTo>
                  <a:lnTo>
                    <a:pt x="183" y="58371"/>
                  </a:lnTo>
                  <a:cubicBezTo>
                    <a:pt x="92" y="58371"/>
                    <a:pt x="0" y="58439"/>
                    <a:pt x="0" y="58553"/>
                  </a:cubicBezTo>
                  <a:cubicBezTo>
                    <a:pt x="0" y="58645"/>
                    <a:pt x="92" y="58736"/>
                    <a:pt x="183" y="58736"/>
                  </a:cubicBezTo>
                  <a:lnTo>
                    <a:pt x="94360" y="58736"/>
                  </a:lnTo>
                  <a:lnTo>
                    <a:pt x="121248" y="31848"/>
                  </a:lnTo>
                  <a:lnTo>
                    <a:pt x="155623" y="31848"/>
                  </a:lnTo>
                  <a:lnTo>
                    <a:pt x="175618" y="51843"/>
                  </a:lnTo>
                  <a:lnTo>
                    <a:pt x="196823" y="51843"/>
                  </a:lnTo>
                  <a:lnTo>
                    <a:pt x="248340" y="326"/>
                  </a:lnTo>
                  <a:cubicBezTo>
                    <a:pt x="248408" y="235"/>
                    <a:pt x="248408" y="121"/>
                    <a:pt x="248340" y="52"/>
                  </a:cubicBezTo>
                  <a:cubicBezTo>
                    <a:pt x="248306" y="18"/>
                    <a:pt x="248254" y="1"/>
                    <a:pt x="2482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1265250" y="1389550"/>
              <a:ext cx="6299250" cy="1955000"/>
            </a:xfrm>
            <a:custGeom>
              <a:avLst/>
              <a:gdLst/>
              <a:ahLst/>
              <a:cxnLst/>
              <a:rect l="l" t="t" r="r" b="b"/>
              <a:pathLst>
                <a:path w="251970" h="78200" extrusionOk="0">
                  <a:moveTo>
                    <a:pt x="389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3"/>
                    <a:pt x="160" y="776"/>
                    <a:pt x="389" y="776"/>
                  </a:cubicBezTo>
                  <a:lnTo>
                    <a:pt x="66217" y="776"/>
                  </a:lnTo>
                  <a:lnTo>
                    <a:pt x="89179" y="23738"/>
                  </a:lnTo>
                  <a:lnTo>
                    <a:pt x="125197" y="23738"/>
                  </a:lnTo>
                  <a:lnTo>
                    <a:pt x="179659" y="78199"/>
                  </a:lnTo>
                  <a:lnTo>
                    <a:pt x="251581" y="78199"/>
                  </a:lnTo>
                  <a:cubicBezTo>
                    <a:pt x="251787" y="78199"/>
                    <a:pt x="251969" y="78040"/>
                    <a:pt x="251969" y="77834"/>
                  </a:cubicBezTo>
                  <a:cubicBezTo>
                    <a:pt x="251969" y="77606"/>
                    <a:pt x="251787" y="77446"/>
                    <a:pt x="251581" y="77446"/>
                  </a:cubicBezTo>
                  <a:lnTo>
                    <a:pt x="179978" y="77446"/>
                  </a:lnTo>
                  <a:lnTo>
                    <a:pt x="125517" y="22962"/>
                  </a:lnTo>
                  <a:lnTo>
                    <a:pt x="89499" y="22962"/>
                  </a:lnTo>
                  <a:lnTo>
                    <a:pt x="665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1631600" y="1974425"/>
              <a:ext cx="6160000" cy="1095650"/>
            </a:xfrm>
            <a:custGeom>
              <a:avLst/>
              <a:gdLst/>
              <a:ahLst/>
              <a:cxnLst/>
              <a:rect l="l" t="t" r="r" b="b"/>
              <a:pathLst>
                <a:path w="246400" h="43826" extrusionOk="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8"/>
                    <a:pt x="69" y="389"/>
                    <a:pt x="183" y="389"/>
                  </a:cubicBezTo>
                  <a:lnTo>
                    <a:pt x="61286" y="389"/>
                  </a:lnTo>
                  <a:lnTo>
                    <a:pt x="104723" y="43825"/>
                  </a:lnTo>
                  <a:lnTo>
                    <a:pt x="165210" y="43825"/>
                  </a:lnTo>
                  <a:lnTo>
                    <a:pt x="207414" y="1599"/>
                  </a:lnTo>
                  <a:lnTo>
                    <a:pt x="246217" y="1599"/>
                  </a:lnTo>
                  <a:cubicBezTo>
                    <a:pt x="246308" y="1599"/>
                    <a:pt x="246400" y="1507"/>
                    <a:pt x="246400" y="1416"/>
                  </a:cubicBezTo>
                  <a:cubicBezTo>
                    <a:pt x="246400" y="1302"/>
                    <a:pt x="246308" y="1233"/>
                    <a:pt x="246217" y="1233"/>
                  </a:cubicBezTo>
                  <a:lnTo>
                    <a:pt x="207254" y="1233"/>
                  </a:lnTo>
                  <a:lnTo>
                    <a:pt x="165050" y="43437"/>
                  </a:lnTo>
                  <a:lnTo>
                    <a:pt x="104883" y="43437"/>
                  </a:lnTo>
                  <a:lnTo>
                    <a:pt x="614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1978550" y="331575"/>
              <a:ext cx="4691750" cy="1289675"/>
            </a:xfrm>
            <a:custGeom>
              <a:avLst/>
              <a:gdLst/>
              <a:ahLst/>
              <a:cxnLst/>
              <a:rect l="l" t="t" r="r" b="b"/>
              <a:pathLst>
                <a:path w="187670" h="51587" extrusionOk="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937150" y="2104550"/>
              <a:ext cx="6622775" cy="1510475"/>
            </a:xfrm>
            <a:custGeom>
              <a:avLst/>
              <a:gdLst/>
              <a:ahLst/>
              <a:cxnLst/>
              <a:rect l="l" t="t" r="r" b="b"/>
              <a:pathLst>
                <a:path w="264911" h="60419" extrusionOk="0">
                  <a:moveTo>
                    <a:pt x="183" y="0"/>
                  </a:moveTo>
                  <a:cubicBezTo>
                    <a:pt x="91" y="0"/>
                    <a:pt x="0" y="69"/>
                    <a:pt x="0" y="183"/>
                  </a:cubicBezTo>
                  <a:cubicBezTo>
                    <a:pt x="0" y="297"/>
                    <a:pt x="91" y="365"/>
                    <a:pt x="183" y="365"/>
                  </a:cubicBezTo>
                  <a:lnTo>
                    <a:pt x="57177" y="365"/>
                  </a:lnTo>
                  <a:lnTo>
                    <a:pt x="70941" y="14129"/>
                  </a:lnTo>
                  <a:lnTo>
                    <a:pt x="129214" y="14129"/>
                  </a:lnTo>
                  <a:lnTo>
                    <a:pt x="175504" y="60419"/>
                  </a:lnTo>
                  <a:lnTo>
                    <a:pt x="203419" y="60419"/>
                  </a:lnTo>
                  <a:lnTo>
                    <a:pt x="232316" y="31499"/>
                  </a:lnTo>
                  <a:lnTo>
                    <a:pt x="264705" y="31499"/>
                  </a:lnTo>
                  <a:cubicBezTo>
                    <a:pt x="264819" y="31499"/>
                    <a:pt x="264911" y="31430"/>
                    <a:pt x="264911" y="31316"/>
                  </a:cubicBezTo>
                  <a:cubicBezTo>
                    <a:pt x="264911" y="31225"/>
                    <a:pt x="264819" y="31134"/>
                    <a:pt x="264705" y="31134"/>
                  </a:cubicBezTo>
                  <a:lnTo>
                    <a:pt x="232156" y="31134"/>
                  </a:lnTo>
                  <a:lnTo>
                    <a:pt x="203259" y="60031"/>
                  </a:lnTo>
                  <a:lnTo>
                    <a:pt x="175664" y="60031"/>
                  </a:lnTo>
                  <a:lnTo>
                    <a:pt x="129374" y="13764"/>
                  </a:lnTo>
                  <a:lnTo>
                    <a:pt x="71101" y="13764"/>
                  </a:lnTo>
                  <a:lnTo>
                    <a:pt x="573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1664700" y="294775"/>
              <a:ext cx="3135650" cy="766675"/>
            </a:xfrm>
            <a:custGeom>
              <a:avLst/>
              <a:gdLst/>
              <a:ahLst/>
              <a:cxnLst/>
              <a:rect l="l" t="t" r="r" b="b"/>
              <a:pathLst>
                <a:path w="125426" h="30667" extrusionOk="0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100600" y="2193550"/>
              <a:ext cx="3410675" cy="530725"/>
            </a:xfrm>
            <a:custGeom>
              <a:avLst/>
              <a:gdLst/>
              <a:ahLst/>
              <a:cxnLst/>
              <a:rect l="l" t="t" r="r" b="b"/>
              <a:pathLst>
                <a:path w="136427" h="21229" extrusionOk="0">
                  <a:moveTo>
                    <a:pt x="20748" y="1"/>
                  </a:moveTo>
                  <a:lnTo>
                    <a:pt x="160" y="20589"/>
                  </a:lnTo>
                  <a:cubicBezTo>
                    <a:pt x="0" y="20726"/>
                    <a:pt x="0" y="20977"/>
                    <a:pt x="160" y="21114"/>
                  </a:cubicBezTo>
                  <a:cubicBezTo>
                    <a:pt x="228" y="21205"/>
                    <a:pt x="342" y="21228"/>
                    <a:pt x="434" y="21228"/>
                  </a:cubicBezTo>
                  <a:cubicBezTo>
                    <a:pt x="525" y="21228"/>
                    <a:pt x="616" y="21205"/>
                    <a:pt x="708" y="21114"/>
                  </a:cubicBezTo>
                  <a:lnTo>
                    <a:pt x="21045" y="777"/>
                  </a:lnTo>
                  <a:lnTo>
                    <a:pt x="85390" y="777"/>
                  </a:lnTo>
                  <a:lnTo>
                    <a:pt x="103307" y="18672"/>
                  </a:lnTo>
                  <a:lnTo>
                    <a:pt x="136039" y="18672"/>
                  </a:lnTo>
                  <a:cubicBezTo>
                    <a:pt x="136267" y="18672"/>
                    <a:pt x="136427" y="18512"/>
                    <a:pt x="136427" y="18307"/>
                  </a:cubicBezTo>
                  <a:cubicBezTo>
                    <a:pt x="136427" y="18078"/>
                    <a:pt x="136267" y="17919"/>
                    <a:pt x="136039" y="17919"/>
                  </a:cubicBezTo>
                  <a:lnTo>
                    <a:pt x="103627" y="17919"/>
                  </a:lnTo>
                  <a:lnTo>
                    <a:pt x="857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106300" y="832600"/>
              <a:ext cx="2024625" cy="395475"/>
            </a:xfrm>
            <a:custGeom>
              <a:avLst/>
              <a:gdLst/>
              <a:ahLst/>
              <a:cxnLst/>
              <a:rect l="l" t="t" r="r" b="b"/>
              <a:pathLst>
                <a:path w="80985" h="15819" extrusionOk="0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24125" y="1108225"/>
              <a:ext cx="1654850" cy="513025"/>
            </a:xfrm>
            <a:custGeom>
              <a:avLst/>
              <a:gdLst/>
              <a:ahLst/>
              <a:cxnLst/>
              <a:rect l="l" t="t" r="r" b="b"/>
              <a:pathLst>
                <a:path w="66194" h="20521" extrusionOk="0">
                  <a:moveTo>
                    <a:pt x="183" y="0"/>
                  </a:moveTo>
                  <a:cubicBezTo>
                    <a:pt x="92" y="0"/>
                    <a:pt x="1" y="91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5245" y="388"/>
                  </a:lnTo>
                  <a:lnTo>
                    <a:pt x="45377" y="20520"/>
                  </a:lnTo>
                  <a:lnTo>
                    <a:pt x="66011" y="20520"/>
                  </a:lnTo>
                  <a:cubicBezTo>
                    <a:pt x="66103" y="20520"/>
                    <a:pt x="66194" y="20429"/>
                    <a:pt x="66194" y="20337"/>
                  </a:cubicBezTo>
                  <a:cubicBezTo>
                    <a:pt x="66194" y="20223"/>
                    <a:pt x="66103" y="20132"/>
                    <a:pt x="66011" y="20132"/>
                  </a:cubicBezTo>
                  <a:lnTo>
                    <a:pt x="45537" y="20132"/>
                  </a:lnTo>
                  <a:lnTo>
                    <a:pt x="25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24125" y="1371850"/>
              <a:ext cx="979225" cy="451975"/>
            </a:xfrm>
            <a:custGeom>
              <a:avLst/>
              <a:gdLst/>
              <a:ahLst/>
              <a:cxnLst/>
              <a:rect l="l" t="t" r="r" b="b"/>
              <a:pathLst>
                <a:path w="39169" h="18079" extrusionOk="0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5585500" y="1408375"/>
              <a:ext cx="1529900" cy="580350"/>
            </a:xfrm>
            <a:custGeom>
              <a:avLst/>
              <a:gdLst/>
              <a:ahLst/>
              <a:cxnLst/>
              <a:rect l="l" t="t" r="r" b="b"/>
              <a:pathLst>
                <a:path w="61196" h="23214" extrusionOk="0">
                  <a:moveTo>
                    <a:pt x="49121" y="0"/>
                  </a:moveTo>
                  <a:lnTo>
                    <a:pt x="26661" y="22460"/>
                  </a:lnTo>
                  <a:lnTo>
                    <a:pt x="389" y="22460"/>
                  </a:lnTo>
                  <a:cubicBezTo>
                    <a:pt x="161" y="22460"/>
                    <a:pt x="1" y="22620"/>
                    <a:pt x="1" y="22848"/>
                  </a:cubicBezTo>
                  <a:cubicBezTo>
                    <a:pt x="1" y="23054"/>
                    <a:pt x="161" y="23214"/>
                    <a:pt x="389" y="23214"/>
                  </a:cubicBezTo>
                  <a:lnTo>
                    <a:pt x="26980" y="23214"/>
                  </a:lnTo>
                  <a:lnTo>
                    <a:pt x="49441" y="776"/>
                  </a:lnTo>
                  <a:lnTo>
                    <a:pt x="60808" y="776"/>
                  </a:lnTo>
                  <a:cubicBezTo>
                    <a:pt x="61013" y="776"/>
                    <a:pt x="61196" y="594"/>
                    <a:pt x="61196" y="388"/>
                  </a:cubicBezTo>
                  <a:cubicBezTo>
                    <a:pt x="61196" y="183"/>
                    <a:pt x="61013" y="0"/>
                    <a:pt x="60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5953000" y="3543100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66"/>
                  </a:moveTo>
                  <a:cubicBezTo>
                    <a:pt x="3972" y="366"/>
                    <a:pt x="5022" y="1416"/>
                    <a:pt x="5022" y="2694"/>
                  </a:cubicBezTo>
                  <a:cubicBezTo>
                    <a:pt x="5022" y="3949"/>
                    <a:pt x="3972" y="4999"/>
                    <a:pt x="2694" y="4999"/>
                  </a:cubicBezTo>
                  <a:cubicBezTo>
                    <a:pt x="1416" y="4999"/>
                    <a:pt x="388" y="3949"/>
                    <a:pt x="388" y="2694"/>
                  </a:cubicBezTo>
                  <a:cubicBezTo>
                    <a:pt x="388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187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187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0" name="Google Shape;970;p13"/>
            <p:cNvSpPr/>
            <p:nvPr/>
          </p:nvSpPr>
          <p:spPr>
            <a:xfrm>
              <a:off x="5976400" y="3566500"/>
              <a:ext cx="87900" cy="87325"/>
            </a:xfrm>
            <a:custGeom>
              <a:avLst/>
              <a:gdLst/>
              <a:ahLst/>
              <a:cxnLst/>
              <a:rect l="l" t="t" r="r" b="b"/>
              <a:pathLst>
                <a:path w="3516" h="3493" extrusionOk="0">
                  <a:moveTo>
                    <a:pt x="1758" y="0"/>
                  </a:moveTo>
                  <a:cubicBezTo>
                    <a:pt x="799" y="0"/>
                    <a:pt x="0" y="776"/>
                    <a:pt x="0" y="1758"/>
                  </a:cubicBezTo>
                  <a:cubicBezTo>
                    <a:pt x="0" y="2717"/>
                    <a:pt x="799" y="3493"/>
                    <a:pt x="1758" y="3493"/>
                  </a:cubicBezTo>
                  <a:cubicBezTo>
                    <a:pt x="2739" y="3493"/>
                    <a:pt x="3515" y="2717"/>
                    <a:pt x="3515" y="1758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1" name="Google Shape;971;p13"/>
            <p:cNvSpPr/>
            <p:nvPr/>
          </p:nvSpPr>
          <p:spPr>
            <a:xfrm>
              <a:off x="5421175" y="2256325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2"/>
                    <a:pt x="3972" y="5022"/>
                    <a:pt x="2694" y="5022"/>
                  </a:cubicBezTo>
                  <a:cubicBezTo>
                    <a:pt x="1415" y="5022"/>
                    <a:pt x="365" y="3972"/>
                    <a:pt x="365" y="2694"/>
                  </a:cubicBezTo>
                  <a:cubicBezTo>
                    <a:pt x="365" y="1416"/>
                    <a:pt x="1415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2" name="Google Shape;972;p13"/>
            <p:cNvSpPr/>
            <p:nvPr/>
          </p:nvSpPr>
          <p:spPr>
            <a:xfrm>
              <a:off x="5444575" y="2279725"/>
              <a:ext cx="87900" cy="87900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0"/>
                  </a:moveTo>
                  <a:cubicBezTo>
                    <a:pt x="776" y="0"/>
                    <a:pt x="0" y="799"/>
                    <a:pt x="0" y="1758"/>
                  </a:cubicBezTo>
                  <a:cubicBezTo>
                    <a:pt x="0" y="2739"/>
                    <a:pt x="776" y="3516"/>
                    <a:pt x="1758" y="3516"/>
                  </a:cubicBezTo>
                  <a:cubicBezTo>
                    <a:pt x="2716" y="3516"/>
                    <a:pt x="3515" y="2739"/>
                    <a:pt x="3515" y="1758"/>
                  </a:cubicBezTo>
                  <a:cubicBezTo>
                    <a:pt x="3515" y="799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3" name="Google Shape;973;p13"/>
            <p:cNvSpPr/>
            <p:nvPr/>
          </p:nvSpPr>
          <p:spPr>
            <a:xfrm>
              <a:off x="5459400" y="1912225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4" name="Google Shape;974;p13"/>
            <p:cNvSpPr/>
            <p:nvPr/>
          </p:nvSpPr>
          <p:spPr>
            <a:xfrm>
              <a:off x="5482800" y="1935625"/>
              <a:ext cx="87900" cy="87900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1"/>
                  </a:moveTo>
                  <a:cubicBezTo>
                    <a:pt x="799" y="1"/>
                    <a:pt x="0" y="777"/>
                    <a:pt x="0" y="1758"/>
                  </a:cubicBezTo>
                  <a:cubicBezTo>
                    <a:pt x="0" y="2717"/>
                    <a:pt x="799" y="3516"/>
                    <a:pt x="1758" y="3516"/>
                  </a:cubicBezTo>
                  <a:cubicBezTo>
                    <a:pt x="2739" y="3516"/>
                    <a:pt x="3515" y="2717"/>
                    <a:pt x="3515" y="1758"/>
                  </a:cubicBezTo>
                  <a:cubicBezTo>
                    <a:pt x="3515" y="777"/>
                    <a:pt x="2739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5" name="Google Shape;975;p13"/>
            <p:cNvSpPr/>
            <p:nvPr/>
          </p:nvSpPr>
          <p:spPr>
            <a:xfrm>
              <a:off x="4736975" y="1935625"/>
              <a:ext cx="87900" cy="87900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1"/>
                  </a:moveTo>
                  <a:cubicBezTo>
                    <a:pt x="777" y="1"/>
                    <a:pt x="1" y="777"/>
                    <a:pt x="1" y="1758"/>
                  </a:cubicBezTo>
                  <a:cubicBezTo>
                    <a:pt x="1" y="2717"/>
                    <a:pt x="777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6" name="Google Shape;976;p13"/>
            <p:cNvSpPr/>
            <p:nvPr/>
          </p:nvSpPr>
          <p:spPr>
            <a:xfrm>
              <a:off x="7044625" y="2632950"/>
              <a:ext cx="87900" cy="87325"/>
            </a:xfrm>
            <a:custGeom>
              <a:avLst/>
              <a:gdLst/>
              <a:ahLst/>
              <a:cxnLst/>
              <a:rect l="l" t="t" r="r" b="b"/>
              <a:pathLst>
                <a:path w="3516" h="3493" extrusionOk="0">
                  <a:moveTo>
                    <a:pt x="1758" y="0"/>
                  </a:moveTo>
                  <a:cubicBezTo>
                    <a:pt x="799" y="0"/>
                    <a:pt x="0" y="776"/>
                    <a:pt x="0" y="1735"/>
                  </a:cubicBezTo>
                  <a:cubicBezTo>
                    <a:pt x="0" y="2716"/>
                    <a:pt x="799" y="3493"/>
                    <a:pt x="1758" y="3493"/>
                  </a:cubicBezTo>
                  <a:cubicBezTo>
                    <a:pt x="2739" y="3493"/>
                    <a:pt x="3515" y="2716"/>
                    <a:pt x="3515" y="1735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7" name="Google Shape;977;p13"/>
            <p:cNvSpPr/>
            <p:nvPr/>
          </p:nvSpPr>
          <p:spPr>
            <a:xfrm>
              <a:off x="4222850" y="1085400"/>
              <a:ext cx="134675" cy="134675"/>
            </a:xfrm>
            <a:custGeom>
              <a:avLst/>
              <a:gdLst/>
              <a:ahLst/>
              <a:cxnLst/>
              <a:rect l="l" t="t" r="r" b="b"/>
              <a:pathLst>
                <a:path w="5387" h="5387" extrusionOk="0">
                  <a:moveTo>
                    <a:pt x="2694" y="388"/>
                  </a:moveTo>
                  <a:cubicBezTo>
                    <a:pt x="3972" y="388"/>
                    <a:pt x="5022" y="1415"/>
                    <a:pt x="5022" y="2694"/>
                  </a:cubicBezTo>
                  <a:cubicBezTo>
                    <a:pt x="5022" y="3972"/>
                    <a:pt x="3972" y="4999"/>
                    <a:pt x="2694" y="4999"/>
                  </a:cubicBezTo>
                  <a:cubicBezTo>
                    <a:pt x="1415" y="4999"/>
                    <a:pt x="388" y="3972"/>
                    <a:pt x="388" y="2694"/>
                  </a:cubicBezTo>
                  <a:cubicBezTo>
                    <a:pt x="388" y="1415"/>
                    <a:pt x="1415" y="388"/>
                    <a:pt x="2694" y="388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7"/>
                    <a:pt x="1210" y="5387"/>
                    <a:pt x="2694" y="5387"/>
                  </a:cubicBezTo>
                  <a:cubicBezTo>
                    <a:pt x="4177" y="5387"/>
                    <a:pt x="5387" y="4177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8" name="Google Shape;978;p13"/>
            <p:cNvSpPr/>
            <p:nvPr/>
          </p:nvSpPr>
          <p:spPr>
            <a:xfrm>
              <a:off x="4246800" y="1108775"/>
              <a:ext cx="87350" cy="87925"/>
            </a:xfrm>
            <a:custGeom>
              <a:avLst/>
              <a:gdLst/>
              <a:ahLst/>
              <a:cxnLst/>
              <a:rect l="l" t="t" r="r" b="b"/>
              <a:pathLst>
                <a:path w="3494" h="3517" extrusionOk="0">
                  <a:moveTo>
                    <a:pt x="1736" y="1"/>
                  </a:moveTo>
                  <a:cubicBezTo>
                    <a:pt x="777" y="1"/>
                    <a:pt x="1" y="800"/>
                    <a:pt x="1" y="1759"/>
                  </a:cubicBezTo>
                  <a:cubicBezTo>
                    <a:pt x="1" y="2717"/>
                    <a:pt x="777" y="3516"/>
                    <a:pt x="1736" y="3516"/>
                  </a:cubicBezTo>
                  <a:cubicBezTo>
                    <a:pt x="2717" y="3516"/>
                    <a:pt x="3493" y="2717"/>
                    <a:pt x="3493" y="1759"/>
                  </a:cubicBezTo>
                  <a:cubicBezTo>
                    <a:pt x="3493" y="800"/>
                    <a:pt x="2717" y="1"/>
                    <a:pt x="17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9" name="Google Shape;979;p13"/>
            <p:cNvSpPr/>
            <p:nvPr/>
          </p:nvSpPr>
          <p:spPr>
            <a:xfrm>
              <a:off x="3502700" y="2585000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0" name="Google Shape;980;p13"/>
            <p:cNvSpPr/>
            <p:nvPr/>
          </p:nvSpPr>
          <p:spPr>
            <a:xfrm>
              <a:off x="3526100" y="2608400"/>
              <a:ext cx="87900" cy="87900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1"/>
                  </a:moveTo>
                  <a:cubicBezTo>
                    <a:pt x="776" y="1"/>
                    <a:pt x="0" y="777"/>
                    <a:pt x="0" y="1758"/>
                  </a:cubicBezTo>
                  <a:cubicBezTo>
                    <a:pt x="0" y="2717"/>
                    <a:pt x="776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1" name="Google Shape;981;p13"/>
            <p:cNvSpPr/>
            <p:nvPr/>
          </p:nvSpPr>
          <p:spPr>
            <a:xfrm>
              <a:off x="2281550" y="1156150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2"/>
                    <a:pt x="3972" y="4999"/>
                    <a:pt x="2694" y="4999"/>
                  </a:cubicBezTo>
                  <a:cubicBezTo>
                    <a:pt x="1416" y="4999"/>
                    <a:pt x="366" y="3972"/>
                    <a:pt x="366" y="2694"/>
                  </a:cubicBezTo>
                  <a:cubicBezTo>
                    <a:pt x="366" y="1416"/>
                    <a:pt x="1416" y="366"/>
                    <a:pt x="2694" y="366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2" name="Google Shape;982;p13"/>
            <p:cNvSpPr/>
            <p:nvPr/>
          </p:nvSpPr>
          <p:spPr>
            <a:xfrm>
              <a:off x="2304950" y="1179550"/>
              <a:ext cx="87325" cy="87900"/>
            </a:xfrm>
            <a:custGeom>
              <a:avLst/>
              <a:gdLst/>
              <a:ahLst/>
              <a:cxnLst/>
              <a:rect l="l" t="t" r="r" b="b"/>
              <a:pathLst>
                <a:path w="3493" h="3516" extrusionOk="0">
                  <a:moveTo>
                    <a:pt x="1758" y="0"/>
                  </a:moveTo>
                  <a:cubicBezTo>
                    <a:pt x="776" y="0"/>
                    <a:pt x="0" y="776"/>
                    <a:pt x="0" y="1758"/>
                  </a:cubicBezTo>
                  <a:cubicBezTo>
                    <a:pt x="0" y="2717"/>
                    <a:pt x="776" y="3515"/>
                    <a:pt x="1758" y="3515"/>
                  </a:cubicBezTo>
                  <a:cubicBezTo>
                    <a:pt x="2716" y="3515"/>
                    <a:pt x="3493" y="2717"/>
                    <a:pt x="3493" y="1758"/>
                  </a:cubicBezTo>
                  <a:cubicBezTo>
                    <a:pt x="3493" y="776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3" name="Google Shape;983;p13"/>
            <p:cNvSpPr/>
            <p:nvPr/>
          </p:nvSpPr>
          <p:spPr>
            <a:xfrm>
              <a:off x="1577950" y="1004925"/>
              <a:ext cx="94750" cy="94750"/>
            </a:xfrm>
            <a:custGeom>
              <a:avLst/>
              <a:gdLst/>
              <a:ahLst/>
              <a:cxnLst/>
              <a:rect l="l" t="t" r="r" b="b"/>
              <a:pathLst>
                <a:path w="3790" h="3790" extrusionOk="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4" name="Google Shape;984;p13"/>
            <p:cNvSpPr/>
            <p:nvPr/>
          </p:nvSpPr>
          <p:spPr>
            <a:xfrm>
              <a:off x="1595075" y="1022050"/>
              <a:ext cx="59950" cy="59950"/>
            </a:xfrm>
            <a:custGeom>
              <a:avLst/>
              <a:gdLst/>
              <a:ahLst/>
              <a:cxnLst/>
              <a:rect l="l" t="t" r="r" b="b"/>
              <a:pathLst>
                <a:path w="2398" h="2398" extrusionOk="0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5" name="Google Shape;985;p13"/>
            <p:cNvSpPr/>
            <p:nvPr/>
          </p:nvSpPr>
          <p:spPr>
            <a:xfrm>
              <a:off x="2892125" y="1170425"/>
              <a:ext cx="106150" cy="106150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310" y="4246"/>
                    <a:pt x="4246" y="3287"/>
                    <a:pt x="4246" y="2123"/>
                  </a:cubicBezTo>
                  <a:cubicBezTo>
                    <a:pt x="4246" y="936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6" name="Google Shape;986;p13"/>
            <p:cNvSpPr/>
            <p:nvPr/>
          </p:nvSpPr>
          <p:spPr>
            <a:xfrm>
              <a:off x="7004675" y="1366150"/>
              <a:ext cx="106150" cy="106150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36" y="0"/>
                    <a:pt x="0" y="959"/>
                    <a:pt x="0" y="2123"/>
                  </a:cubicBezTo>
                  <a:cubicBezTo>
                    <a:pt x="0" y="3310"/>
                    <a:pt x="936" y="4246"/>
                    <a:pt x="2123" y="4246"/>
                  </a:cubicBezTo>
                  <a:cubicBezTo>
                    <a:pt x="3287" y="4246"/>
                    <a:pt x="4246" y="3310"/>
                    <a:pt x="4246" y="2123"/>
                  </a:cubicBezTo>
                  <a:cubicBezTo>
                    <a:pt x="4246" y="959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7" name="Google Shape;987;p13"/>
            <p:cNvSpPr/>
            <p:nvPr/>
          </p:nvSpPr>
          <p:spPr>
            <a:xfrm>
              <a:off x="6446600" y="2270600"/>
              <a:ext cx="106150" cy="106150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59" y="0"/>
                    <a:pt x="0" y="959"/>
                    <a:pt x="0" y="2123"/>
                  </a:cubicBezTo>
                  <a:cubicBezTo>
                    <a:pt x="0" y="3310"/>
                    <a:pt x="959" y="4246"/>
                    <a:pt x="2123" y="4246"/>
                  </a:cubicBezTo>
                  <a:cubicBezTo>
                    <a:pt x="3310" y="4246"/>
                    <a:pt x="4246" y="3310"/>
                    <a:pt x="4246" y="2123"/>
                  </a:cubicBezTo>
                  <a:cubicBezTo>
                    <a:pt x="4246" y="959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8" name="Google Shape;988;p13"/>
            <p:cNvSpPr/>
            <p:nvPr/>
          </p:nvSpPr>
          <p:spPr>
            <a:xfrm>
              <a:off x="6258275" y="3300575"/>
              <a:ext cx="69650" cy="69650"/>
            </a:xfrm>
            <a:custGeom>
              <a:avLst/>
              <a:gdLst/>
              <a:ahLst/>
              <a:cxnLst/>
              <a:rect l="l" t="t" r="r" b="b"/>
              <a:pathLst>
                <a:path w="2786" h="2786" extrusionOk="0">
                  <a:moveTo>
                    <a:pt x="1393" y="1"/>
                  </a:moveTo>
                  <a:cubicBezTo>
                    <a:pt x="617" y="1"/>
                    <a:pt x="1" y="617"/>
                    <a:pt x="1" y="1393"/>
                  </a:cubicBezTo>
                  <a:cubicBezTo>
                    <a:pt x="1" y="2146"/>
                    <a:pt x="617" y="2786"/>
                    <a:pt x="1393" y="2786"/>
                  </a:cubicBezTo>
                  <a:cubicBezTo>
                    <a:pt x="2169" y="2786"/>
                    <a:pt x="2786" y="2146"/>
                    <a:pt x="2786" y="1393"/>
                  </a:cubicBezTo>
                  <a:cubicBezTo>
                    <a:pt x="2786" y="617"/>
                    <a:pt x="2169" y="1"/>
                    <a:pt x="1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9" name="Google Shape;989;p13"/>
            <p:cNvSpPr/>
            <p:nvPr/>
          </p:nvSpPr>
          <p:spPr>
            <a:xfrm>
              <a:off x="4746100" y="3030675"/>
              <a:ext cx="69650" cy="69075"/>
            </a:xfrm>
            <a:custGeom>
              <a:avLst/>
              <a:gdLst/>
              <a:ahLst/>
              <a:cxnLst/>
              <a:rect l="l" t="t" r="r" b="b"/>
              <a:pathLst>
                <a:path w="2786" h="2763" extrusionOk="0">
                  <a:moveTo>
                    <a:pt x="1393" y="0"/>
                  </a:moveTo>
                  <a:cubicBezTo>
                    <a:pt x="617" y="0"/>
                    <a:pt x="1" y="617"/>
                    <a:pt x="1" y="1393"/>
                  </a:cubicBezTo>
                  <a:cubicBezTo>
                    <a:pt x="1" y="2146"/>
                    <a:pt x="617" y="2762"/>
                    <a:pt x="1393" y="2762"/>
                  </a:cubicBezTo>
                  <a:cubicBezTo>
                    <a:pt x="2169" y="2762"/>
                    <a:pt x="2786" y="2146"/>
                    <a:pt x="2786" y="1393"/>
                  </a:cubicBezTo>
                  <a:cubicBezTo>
                    <a:pt x="2786" y="617"/>
                    <a:pt x="2169" y="0"/>
                    <a:pt x="1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0" name="Google Shape;990;p13"/>
            <p:cNvSpPr/>
            <p:nvPr/>
          </p:nvSpPr>
          <p:spPr>
            <a:xfrm>
              <a:off x="5111875" y="1378700"/>
              <a:ext cx="106175" cy="106150"/>
            </a:xfrm>
            <a:custGeom>
              <a:avLst/>
              <a:gdLst/>
              <a:ahLst/>
              <a:cxnLst/>
              <a:rect l="l" t="t" r="r" b="b"/>
              <a:pathLst>
                <a:path w="4247" h="4246" extrusionOk="0">
                  <a:moveTo>
                    <a:pt x="2124" y="0"/>
                  </a:moveTo>
                  <a:cubicBezTo>
                    <a:pt x="960" y="0"/>
                    <a:pt x="1" y="959"/>
                    <a:pt x="1" y="2123"/>
                  </a:cubicBezTo>
                  <a:cubicBezTo>
                    <a:pt x="1" y="3310"/>
                    <a:pt x="960" y="4246"/>
                    <a:pt x="2124" y="4246"/>
                  </a:cubicBezTo>
                  <a:cubicBezTo>
                    <a:pt x="3288" y="4246"/>
                    <a:pt x="4246" y="3310"/>
                    <a:pt x="4246" y="2123"/>
                  </a:cubicBezTo>
                  <a:cubicBezTo>
                    <a:pt x="4246" y="959"/>
                    <a:pt x="3288" y="0"/>
                    <a:pt x="21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5692225" y="1404950"/>
              <a:ext cx="75350" cy="74775"/>
            </a:xfrm>
            <a:custGeom>
              <a:avLst/>
              <a:gdLst/>
              <a:ahLst/>
              <a:cxnLst/>
              <a:rect l="l" t="t" r="r" b="b"/>
              <a:pathLst>
                <a:path w="3014" h="2991" extrusionOk="0">
                  <a:moveTo>
                    <a:pt x="1507" y="0"/>
                  </a:moveTo>
                  <a:cubicBezTo>
                    <a:pt x="685" y="0"/>
                    <a:pt x="0" y="662"/>
                    <a:pt x="0" y="1507"/>
                  </a:cubicBezTo>
                  <a:cubicBezTo>
                    <a:pt x="0" y="2328"/>
                    <a:pt x="685" y="2990"/>
                    <a:pt x="1507" y="2990"/>
                  </a:cubicBezTo>
                  <a:cubicBezTo>
                    <a:pt x="2328" y="2990"/>
                    <a:pt x="3013" y="2328"/>
                    <a:pt x="3013" y="1507"/>
                  </a:cubicBezTo>
                  <a:cubicBezTo>
                    <a:pt x="3013" y="662"/>
                    <a:pt x="2328" y="0"/>
                    <a:pt x="1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5821750" y="1469425"/>
              <a:ext cx="79350" cy="79350"/>
            </a:xfrm>
            <a:custGeom>
              <a:avLst/>
              <a:gdLst/>
              <a:ahLst/>
              <a:cxnLst/>
              <a:rect l="l" t="t" r="r" b="b"/>
              <a:pathLst>
                <a:path w="3174" h="3174" extrusionOk="0">
                  <a:moveTo>
                    <a:pt x="1598" y="1"/>
                  </a:moveTo>
                  <a:cubicBezTo>
                    <a:pt x="708" y="1"/>
                    <a:pt x="1" y="708"/>
                    <a:pt x="1" y="1575"/>
                  </a:cubicBezTo>
                  <a:cubicBezTo>
                    <a:pt x="1" y="2466"/>
                    <a:pt x="708" y="3173"/>
                    <a:pt x="1598" y="3173"/>
                  </a:cubicBezTo>
                  <a:cubicBezTo>
                    <a:pt x="2466" y="3173"/>
                    <a:pt x="3173" y="2466"/>
                    <a:pt x="3173" y="1575"/>
                  </a:cubicBezTo>
                  <a:cubicBezTo>
                    <a:pt x="3173" y="708"/>
                    <a:pt x="2466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3572900" y="2384150"/>
              <a:ext cx="139825" cy="139250"/>
            </a:xfrm>
            <a:custGeom>
              <a:avLst/>
              <a:gdLst/>
              <a:ahLst/>
              <a:cxnLst/>
              <a:rect l="l" t="t" r="r" b="b"/>
              <a:pathLst>
                <a:path w="5593" h="5570" extrusionOk="0">
                  <a:moveTo>
                    <a:pt x="2808" y="0"/>
                  </a:moveTo>
                  <a:cubicBezTo>
                    <a:pt x="1255" y="0"/>
                    <a:pt x="0" y="1233"/>
                    <a:pt x="0" y="2785"/>
                  </a:cubicBezTo>
                  <a:cubicBezTo>
                    <a:pt x="0" y="4314"/>
                    <a:pt x="1255" y="5570"/>
                    <a:pt x="2808" y="5570"/>
                  </a:cubicBezTo>
                  <a:cubicBezTo>
                    <a:pt x="4337" y="5570"/>
                    <a:pt x="5592" y="4314"/>
                    <a:pt x="5592" y="2785"/>
                  </a:cubicBezTo>
                  <a:cubicBezTo>
                    <a:pt x="5592" y="1233"/>
                    <a:pt x="4337" y="0"/>
                    <a:pt x="2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5419450" y="2995300"/>
              <a:ext cx="139825" cy="139825"/>
            </a:xfrm>
            <a:custGeom>
              <a:avLst/>
              <a:gdLst/>
              <a:ahLst/>
              <a:cxnLst/>
              <a:rect l="l" t="t" r="r" b="b"/>
              <a:pathLst>
                <a:path w="5593" h="5593" extrusionOk="0">
                  <a:moveTo>
                    <a:pt x="2785" y="0"/>
                  </a:moveTo>
                  <a:cubicBezTo>
                    <a:pt x="1256" y="0"/>
                    <a:pt x="1" y="1256"/>
                    <a:pt x="1" y="2808"/>
                  </a:cubicBezTo>
                  <a:cubicBezTo>
                    <a:pt x="1" y="4337"/>
                    <a:pt x="1256" y="5592"/>
                    <a:pt x="2785" y="5592"/>
                  </a:cubicBezTo>
                  <a:cubicBezTo>
                    <a:pt x="4338" y="5592"/>
                    <a:pt x="5593" y="4337"/>
                    <a:pt x="5593" y="2808"/>
                  </a:cubicBezTo>
                  <a:cubicBezTo>
                    <a:pt x="5593" y="1256"/>
                    <a:pt x="4338" y="0"/>
                    <a:pt x="27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5" name="Google Shape;995;p13"/>
            <p:cNvSpPr/>
            <p:nvPr/>
          </p:nvSpPr>
          <p:spPr>
            <a:xfrm>
              <a:off x="3311550" y="1787275"/>
              <a:ext cx="65075" cy="65075"/>
            </a:xfrm>
            <a:custGeom>
              <a:avLst/>
              <a:gdLst/>
              <a:ahLst/>
              <a:cxnLst/>
              <a:rect l="l" t="t" r="r" b="b"/>
              <a:pathLst>
                <a:path w="2603" h="2603" extrusionOk="0">
                  <a:moveTo>
                    <a:pt x="1301" y="0"/>
                  </a:moveTo>
                  <a:cubicBezTo>
                    <a:pt x="594" y="0"/>
                    <a:pt x="0" y="571"/>
                    <a:pt x="0" y="1301"/>
                  </a:cubicBezTo>
                  <a:cubicBezTo>
                    <a:pt x="0" y="2009"/>
                    <a:pt x="594" y="2602"/>
                    <a:pt x="1301" y="2602"/>
                  </a:cubicBezTo>
                  <a:cubicBezTo>
                    <a:pt x="2009" y="2602"/>
                    <a:pt x="2602" y="2009"/>
                    <a:pt x="2602" y="1301"/>
                  </a:cubicBezTo>
                  <a:cubicBezTo>
                    <a:pt x="2602" y="571"/>
                    <a:pt x="2009" y="0"/>
                    <a:pt x="1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6" name="Google Shape;996;p13"/>
            <p:cNvSpPr/>
            <p:nvPr/>
          </p:nvSpPr>
          <p:spPr>
            <a:xfrm>
              <a:off x="3501550" y="1519075"/>
              <a:ext cx="143825" cy="144400"/>
            </a:xfrm>
            <a:custGeom>
              <a:avLst/>
              <a:gdLst/>
              <a:ahLst/>
              <a:cxnLst/>
              <a:rect l="l" t="t" r="r" b="b"/>
              <a:pathLst>
                <a:path w="5753" h="5776" extrusionOk="0">
                  <a:moveTo>
                    <a:pt x="2877" y="388"/>
                  </a:moveTo>
                  <a:cubicBezTo>
                    <a:pt x="4246" y="388"/>
                    <a:pt x="5388" y="1507"/>
                    <a:pt x="5388" y="2899"/>
                  </a:cubicBezTo>
                  <a:cubicBezTo>
                    <a:pt x="5388" y="4269"/>
                    <a:pt x="4246" y="5410"/>
                    <a:pt x="2877" y="5410"/>
                  </a:cubicBezTo>
                  <a:cubicBezTo>
                    <a:pt x="1485" y="5410"/>
                    <a:pt x="366" y="4269"/>
                    <a:pt x="366" y="2899"/>
                  </a:cubicBezTo>
                  <a:cubicBezTo>
                    <a:pt x="366" y="1507"/>
                    <a:pt x="1485" y="388"/>
                    <a:pt x="2877" y="388"/>
                  </a:cubicBezTo>
                  <a:close/>
                  <a:moveTo>
                    <a:pt x="2877" y="0"/>
                  </a:moveTo>
                  <a:cubicBezTo>
                    <a:pt x="1279" y="0"/>
                    <a:pt x="1" y="1301"/>
                    <a:pt x="1" y="2899"/>
                  </a:cubicBezTo>
                  <a:cubicBezTo>
                    <a:pt x="1" y="4497"/>
                    <a:pt x="1279" y="5775"/>
                    <a:pt x="2877" y="5775"/>
                  </a:cubicBezTo>
                  <a:cubicBezTo>
                    <a:pt x="4475" y="5775"/>
                    <a:pt x="5753" y="4497"/>
                    <a:pt x="5753" y="2899"/>
                  </a:cubicBezTo>
                  <a:cubicBezTo>
                    <a:pt x="5753" y="1301"/>
                    <a:pt x="4475" y="0"/>
                    <a:pt x="2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7" name="Google Shape;997;p13"/>
            <p:cNvSpPr/>
            <p:nvPr/>
          </p:nvSpPr>
          <p:spPr>
            <a:xfrm>
              <a:off x="3526675" y="1544750"/>
              <a:ext cx="93600" cy="93050"/>
            </a:xfrm>
            <a:custGeom>
              <a:avLst/>
              <a:gdLst/>
              <a:ahLst/>
              <a:cxnLst/>
              <a:rect l="l" t="t" r="r" b="b"/>
              <a:pathLst>
                <a:path w="3744" h="3722" extrusionOk="0">
                  <a:moveTo>
                    <a:pt x="1872" y="0"/>
                  </a:moveTo>
                  <a:cubicBezTo>
                    <a:pt x="845" y="0"/>
                    <a:pt x="0" y="845"/>
                    <a:pt x="0" y="1872"/>
                  </a:cubicBezTo>
                  <a:cubicBezTo>
                    <a:pt x="0" y="2899"/>
                    <a:pt x="845" y="3721"/>
                    <a:pt x="1872" y="3721"/>
                  </a:cubicBezTo>
                  <a:cubicBezTo>
                    <a:pt x="2899" y="3721"/>
                    <a:pt x="3744" y="2899"/>
                    <a:pt x="3744" y="1872"/>
                  </a:cubicBezTo>
                  <a:cubicBezTo>
                    <a:pt x="3744" y="845"/>
                    <a:pt x="2899" y="0"/>
                    <a:pt x="1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1930050" y="1563575"/>
              <a:ext cx="106150" cy="106175"/>
            </a:xfrm>
            <a:custGeom>
              <a:avLst/>
              <a:gdLst/>
              <a:ahLst/>
              <a:cxnLst/>
              <a:rect l="l" t="t" r="r" b="b"/>
              <a:pathLst>
                <a:path w="4246" h="4247" extrusionOk="0">
                  <a:moveTo>
                    <a:pt x="2123" y="1"/>
                  </a:moveTo>
                  <a:cubicBezTo>
                    <a:pt x="959" y="1"/>
                    <a:pt x="0" y="937"/>
                    <a:pt x="0" y="2123"/>
                  </a:cubicBezTo>
                  <a:cubicBezTo>
                    <a:pt x="0" y="3288"/>
                    <a:pt x="959" y="4246"/>
                    <a:pt x="2123" y="4246"/>
                  </a:cubicBezTo>
                  <a:cubicBezTo>
                    <a:pt x="3310" y="4246"/>
                    <a:pt x="4246" y="3288"/>
                    <a:pt x="4246" y="2123"/>
                  </a:cubicBezTo>
                  <a:cubicBezTo>
                    <a:pt x="4246" y="937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1621325" y="1563575"/>
              <a:ext cx="106175" cy="106175"/>
            </a:xfrm>
            <a:custGeom>
              <a:avLst/>
              <a:gdLst/>
              <a:ahLst/>
              <a:cxnLst/>
              <a:rect l="l" t="t" r="r" b="b"/>
              <a:pathLst>
                <a:path w="4247" h="4247" extrusionOk="0">
                  <a:moveTo>
                    <a:pt x="2123" y="1"/>
                  </a:moveTo>
                  <a:cubicBezTo>
                    <a:pt x="936" y="1"/>
                    <a:pt x="1" y="937"/>
                    <a:pt x="1" y="2123"/>
                  </a:cubicBezTo>
                  <a:cubicBezTo>
                    <a:pt x="1" y="3288"/>
                    <a:pt x="936" y="4246"/>
                    <a:pt x="2123" y="4246"/>
                  </a:cubicBezTo>
                  <a:cubicBezTo>
                    <a:pt x="3287" y="4246"/>
                    <a:pt x="4246" y="3288"/>
                    <a:pt x="4246" y="2123"/>
                  </a:cubicBezTo>
                  <a:cubicBezTo>
                    <a:pt x="4246" y="937"/>
                    <a:pt x="3287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944550" y="1765575"/>
              <a:ext cx="106175" cy="106175"/>
            </a:xfrm>
            <a:custGeom>
              <a:avLst/>
              <a:gdLst/>
              <a:ahLst/>
              <a:cxnLst/>
              <a:rect l="l" t="t" r="r" b="b"/>
              <a:pathLst>
                <a:path w="4247" h="4247" extrusionOk="0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496050" y="1323925"/>
              <a:ext cx="106150" cy="106150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3168300" y="1186975"/>
              <a:ext cx="72500" cy="73050"/>
            </a:xfrm>
            <a:custGeom>
              <a:avLst/>
              <a:gdLst/>
              <a:ahLst/>
              <a:cxnLst/>
              <a:rect l="l" t="t" r="r" b="b"/>
              <a:pathLst>
                <a:path w="2900" h="2922" extrusionOk="0">
                  <a:moveTo>
                    <a:pt x="1462" y="0"/>
                  </a:moveTo>
                  <a:cubicBezTo>
                    <a:pt x="640" y="0"/>
                    <a:pt x="1" y="639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1" y="2922"/>
                    <a:pt x="2900" y="2260"/>
                    <a:pt x="2900" y="1461"/>
                  </a:cubicBezTo>
                  <a:cubicBezTo>
                    <a:pt x="2900" y="639"/>
                    <a:pt x="2261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3" name="Google Shape;1003;p13"/>
            <p:cNvSpPr/>
            <p:nvPr/>
          </p:nvSpPr>
          <p:spPr>
            <a:xfrm>
              <a:off x="1238425" y="1362725"/>
              <a:ext cx="73075" cy="73050"/>
            </a:xfrm>
            <a:custGeom>
              <a:avLst/>
              <a:gdLst/>
              <a:ahLst/>
              <a:cxnLst/>
              <a:rect l="l" t="t" r="r" b="b"/>
              <a:pathLst>
                <a:path w="2923" h="2922" extrusionOk="0">
                  <a:moveTo>
                    <a:pt x="1462" y="0"/>
                  </a:moveTo>
                  <a:cubicBezTo>
                    <a:pt x="640" y="0"/>
                    <a:pt x="1" y="662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0" y="2922"/>
                    <a:pt x="2922" y="2260"/>
                    <a:pt x="2922" y="1461"/>
                  </a:cubicBezTo>
                  <a:cubicBezTo>
                    <a:pt x="2922" y="662"/>
                    <a:pt x="2260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4" name="Google Shape;1004;p13"/>
            <p:cNvSpPr/>
            <p:nvPr/>
          </p:nvSpPr>
          <p:spPr>
            <a:xfrm>
              <a:off x="2281550" y="832600"/>
              <a:ext cx="2995850" cy="9725"/>
            </a:xfrm>
            <a:custGeom>
              <a:avLst/>
              <a:gdLst/>
              <a:ahLst/>
              <a:cxnLst/>
              <a:rect l="l" t="t" r="r" b="b"/>
              <a:pathLst>
                <a:path w="119834" h="389" extrusionOk="0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5" name="Google Shape;1005;p13"/>
            <p:cNvSpPr/>
            <p:nvPr/>
          </p:nvSpPr>
          <p:spPr>
            <a:xfrm>
              <a:off x="2222775" y="800650"/>
              <a:ext cx="73075" cy="73050"/>
            </a:xfrm>
            <a:custGeom>
              <a:avLst/>
              <a:gdLst/>
              <a:ahLst/>
              <a:cxnLst/>
              <a:rect l="l" t="t" r="r" b="b"/>
              <a:pathLst>
                <a:path w="2923" h="2922" extrusionOk="0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6" name="Google Shape;1006;p13"/>
            <p:cNvSpPr/>
            <p:nvPr/>
          </p:nvSpPr>
          <p:spPr>
            <a:xfrm>
              <a:off x="5235725" y="800650"/>
              <a:ext cx="73050" cy="73050"/>
            </a:xfrm>
            <a:custGeom>
              <a:avLst/>
              <a:gdLst/>
              <a:ahLst/>
              <a:cxnLst/>
              <a:rect l="l" t="t" r="r" b="b"/>
              <a:pathLst>
                <a:path w="2922" h="2922" extrusionOk="0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7" name="Google Shape;1007;p13"/>
            <p:cNvSpPr/>
            <p:nvPr/>
          </p:nvSpPr>
          <p:spPr>
            <a:xfrm>
              <a:off x="5732175" y="319450"/>
              <a:ext cx="1118450" cy="1117475"/>
            </a:xfrm>
            <a:custGeom>
              <a:avLst/>
              <a:gdLst/>
              <a:ahLst/>
              <a:cxnLst/>
              <a:rect l="l" t="t" r="r" b="b"/>
              <a:pathLst>
                <a:path w="44738" h="44699" extrusionOk="0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8" name="Google Shape;1008;p13"/>
            <p:cNvSpPr/>
            <p:nvPr/>
          </p:nvSpPr>
          <p:spPr>
            <a:xfrm>
              <a:off x="5870250" y="381100"/>
              <a:ext cx="1118475" cy="1117450"/>
            </a:xfrm>
            <a:custGeom>
              <a:avLst/>
              <a:gdLst/>
              <a:ahLst/>
              <a:cxnLst/>
              <a:rect l="l" t="t" r="r" b="b"/>
              <a:pathLst>
                <a:path w="44739" h="44698" extrusionOk="0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9" name="Google Shape;1009;p13"/>
            <p:cNvSpPr/>
            <p:nvPr/>
          </p:nvSpPr>
          <p:spPr>
            <a:xfrm>
              <a:off x="4775775" y="1974875"/>
              <a:ext cx="2300825" cy="706600"/>
            </a:xfrm>
            <a:custGeom>
              <a:avLst/>
              <a:gdLst/>
              <a:ahLst/>
              <a:cxnLst/>
              <a:rect l="l" t="t" r="r" b="b"/>
              <a:pathLst>
                <a:path w="92033" h="28264" extrusionOk="0">
                  <a:moveTo>
                    <a:pt x="206" y="0"/>
                  </a:moveTo>
                  <a:cubicBezTo>
                    <a:pt x="155" y="0"/>
                    <a:pt x="104" y="17"/>
                    <a:pt x="69" y="51"/>
                  </a:cubicBezTo>
                  <a:cubicBezTo>
                    <a:pt x="1" y="120"/>
                    <a:pt x="1" y="234"/>
                    <a:pt x="69" y="325"/>
                  </a:cubicBezTo>
                  <a:lnTo>
                    <a:pt x="28007" y="28263"/>
                  </a:lnTo>
                  <a:lnTo>
                    <a:pt x="91850" y="28263"/>
                  </a:lnTo>
                  <a:cubicBezTo>
                    <a:pt x="91941" y="28263"/>
                    <a:pt x="92032" y="28172"/>
                    <a:pt x="92032" y="28058"/>
                  </a:cubicBezTo>
                  <a:cubicBezTo>
                    <a:pt x="92032" y="27967"/>
                    <a:pt x="91941" y="27875"/>
                    <a:pt x="91850" y="27875"/>
                  </a:cubicBezTo>
                  <a:lnTo>
                    <a:pt x="28167" y="27875"/>
                  </a:lnTo>
                  <a:lnTo>
                    <a:pt x="343" y="51"/>
                  </a:lnTo>
                  <a:cubicBezTo>
                    <a:pt x="309" y="17"/>
                    <a:pt x="258" y="0"/>
                    <a:pt x="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0" name="Google Shape;1010;p13"/>
            <p:cNvSpPr/>
            <p:nvPr/>
          </p:nvSpPr>
          <p:spPr>
            <a:xfrm>
              <a:off x="3518100" y="2023500"/>
              <a:ext cx="149550" cy="93050"/>
            </a:xfrm>
            <a:custGeom>
              <a:avLst/>
              <a:gdLst/>
              <a:ahLst/>
              <a:cxnLst/>
              <a:rect l="l" t="t" r="r" b="b"/>
              <a:pathLst>
                <a:path w="5982" h="3722" extrusionOk="0">
                  <a:moveTo>
                    <a:pt x="1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1" name="Google Shape;1011;p13"/>
            <p:cNvSpPr/>
            <p:nvPr/>
          </p:nvSpPr>
          <p:spPr>
            <a:xfrm>
              <a:off x="3630525" y="2023500"/>
              <a:ext cx="148950" cy="93050"/>
            </a:xfrm>
            <a:custGeom>
              <a:avLst/>
              <a:gdLst/>
              <a:ahLst/>
              <a:cxnLst/>
              <a:rect l="l" t="t" r="r" b="b"/>
              <a:pathLst>
                <a:path w="5958" h="3722" extrusionOk="0">
                  <a:moveTo>
                    <a:pt x="0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2" name="Google Shape;1012;p13"/>
            <p:cNvSpPr/>
            <p:nvPr/>
          </p:nvSpPr>
          <p:spPr>
            <a:xfrm>
              <a:off x="3742375" y="2023500"/>
              <a:ext cx="149525" cy="93050"/>
            </a:xfrm>
            <a:custGeom>
              <a:avLst/>
              <a:gdLst/>
              <a:ahLst/>
              <a:cxnLst/>
              <a:rect l="l" t="t" r="r" b="b"/>
              <a:pathLst>
                <a:path w="5981" h="3722" extrusionOk="0">
                  <a:moveTo>
                    <a:pt x="0" y="1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3" name="Google Shape;1013;p13"/>
            <p:cNvSpPr/>
            <p:nvPr/>
          </p:nvSpPr>
          <p:spPr>
            <a:xfrm>
              <a:off x="3854775" y="2023500"/>
              <a:ext cx="148975" cy="93050"/>
            </a:xfrm>
            <a:custGeom>
              <a:avLst/>
              <a:gdLst/>
              <a:ahLst/>
              <a:cxnLst/>
              <a:rect l="l" t="t" r="r" b="b"/>
              <a:pathLst>
                <a:path w="5959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4" name="Google Shape;1014;p13"/>
            <p:cNvSpPr/>
            <p:nvPr/>
          </p:nvSpPr>
          <p:spPr>
            <a:xfrm>
              <a:off x="3966625" y="2023500"/>
              <a:ext cx="148950" cy="93050"/>
            </a:xfrm>
            <a:custGeom>
              <a:avLst/>
              <a:gdLst/>
              <a:ahLst/>
              <a:cxnLst/>
              <a:rect l="l" t="t" r="r" b="b"/>
              <a:pathLst>
                <a:path w="5958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5" name="Google Shape;1015;p13"/>
            <p:cNvSpPr/>
            <p:nvPr/>
          </p:nvSpPr>
          <p:spPr>
            <a:xfrm>
              <a:off x="4078475" y="2023500"/>
              <a:ext cx="149525" cy="93050"/>
            </a:xfrm>
            <a:custGeom>
              <a:avLst/>
              <a:gdLst/>
              <a:ahLst/>
              <a:cxnLst/>
              <a:rect l="l" t="t" r="r" b="b"/>
              <a:pathLst>
                <a:path w="5981" h="3722" extrusionOk="0">
                  <a:moveTo>
                    <a:pt x="0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6" name="Google Shape;1016;p13"/>
            <p:cNvSpPr/>
            <p:nvPr/>
          </p:nvSpPr>
          <p:spPr>
            <a:xfrm>
              <a:off x="4190875" y="2023500"/>
              <a:ext cx="148975" cy="93050"/>
            </a:xfrm>
            <a:custGeom>
              <a:avLst/>
              <a:gdLst/>
              <a:ahLst/>
              <a:cxnLst/>
              <a:rect l="l" t="t" r="r" b="b"/>
              <a:pathLst>
                <a:path w="5959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7" name="Google Shape;1017;p13"/>
            <p:cNvSpPr/>
            <p:nvPr/>
          </p:nvSpPr>
          <p:spPr>
            <a:xfrm>
              <a:off x="4302725" y="2023500"/>
              <a:ext cx="149525" cy="93050"/>
            </a:xfrm>
            <a:custGeom>
              <a:avLst/>
              <a:gdLst/>
              <a:ahLst/>
              <a:cxnLst/>
              <a:rect l="l" t="t" r="r" b="b"/>
              <a:pathLst>
                <a:path w="5981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8" name="Google Shape;1018;p13"/>
            <p:cNvSpPr/>
            <p:nvPr/>
          </p:nvSpPr>
          <p:spPr>
            <a:xfrm>
              <a:off x="2718075" y="2800150"/>
              <a:ext cx="276800" cy="172925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9" name="Google Shape;1019;p13"/>
            <p:cNvSpPr/>
            <p:nvPr/>
          </p:nvSpPr>
          <p:spPr>
            <a:xfrm>
              <a:off x="2925800" y="28001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0" y="0"/>
                  </a:moveTo>
                  <a:lnTo>
                    <a:pt x="6665" y="6916"/>
                  </a:lnTo>
                  <a:lnTo>
                    <a:pt x="11070" y="6916"/>
                  </a:lnTo>
                  <a:lnTo>
                    <a:pt x="4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0" name="Google Shape;1020;p13"/>
            <p:cNvSpPr/>
            <p:nvPr/>
          </p:nvSpPr>
          <p:spPr>
            <a:xfrm>
              <a:off x="3133500" y="28001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1" name="Google Shape;1021;p13"/>
            <p:cNvSpPr/>
            <p:nvPr/>
          </p:nvSpPr>
          <p:spPr>
            <a:xfrm>
              <a:off x="3341775" y="2800150"/>
              <a:ext cx="276800" cy="172925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1" y="0"/>
                  </a:moveTo>
                  <a:lnTo>
                    <a:pt x="6643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2" name="Google Shape;1022;p13"/>
            <p:cNvSpPr/>
            <p:nvPr/>
          </p:nvSpPr>
          <p:spPr>
            <a:xfrm>
              <a:off x="3549500" y="28001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0" y="0"/>
                  </a:moveTo>
                  <a:lnTo>
                    <a:pt x="6665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3" name="Google Shape;1023;p13"/>
            <p:cNvSpPr/>
            <p:nvPr/>
          </p:nvSpPr>
          <p:spPr>
            <a:xfrm>
              <a:off x="3757200" y="28001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4" name="Google Shape;1024;p13"/>
            <p:cNvSpPr/>
            <p:nvPr/>
          </p:nvSpPr>
          <p:spPr>
            <a:xfrm>
              <a:off x="6113925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5" name="Google Shape;1025;p13"/>
            <p:cNvSpPr/>
            <p:nvPr/>
          </p:nvSpPr>
          <p:spPr>
            <a:xfrm>
              <a:off x="5906200" y="435450"/>
              <a:ext cx="276800" cy="172925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6" name="Google Shape;1026;p13"/>
            <p:cNvSpPr/>
            <p:nvPr/>
          </p:nvSpPr>
          <p:spPr>
            <a:xfrm>
              <a:off x="5698500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7" name="Google Shape;1027;p13"/>
            <p:cNvSpPr/>
            <p:nvPr/>
          </p:nvSpPr>
          <p:spPr>
            <a:xfrm>
              <a:off x="5490225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8" name="Google Shape;1028;p13"/>
            <p:cNvSpPr/>
            <p:nvPr/>
          </p:nvSpPr>
          <p:spPr>
            <a:xfrm>
              <a:off x="5282500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9" name="Google Shape;1029;p13"/>
            <p:cNvSpPr/>
            <p:nvPr/>
          </p:nvSpPr>
          <p:spPr>
            <a:xfrm>
              <a:off x="5074800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0" name="Google Shape;1030;p13"/>
            <p:cNvSpPr/>
            <p:nvPr/>
          </p:nvSpPr>
          <p:spPr>
            <a:xfrm>
              <a:off x="4867075" y="435450"/>
              <a:ext cx="276800" cy="172925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1" name="Google Shape;1031;p13"/>
            <p:cNvSpPr/>
            <p:nvPr/>
          </p:nvSpPr>
          <p:spPr>
            <a:xfrm>
              <a:off x="4658800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2" name="Google Shape;1032;p13"/>
            <p:cNvSpPr/>
            <p:nvPr/>
          </p:nvSpPr>
          <p:spPr>
            <a:xfrm>
              <a:off x="4853400" y="927325"/>
              <a:ext cx="143250" cy="155250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3" name="Google Shape;1033;p13"/>
            <p:cNvSpPr/>
            <p:nvPr/>
          </p:nvSpPr>
          <p:spPr>
            <a:xfrm>
              <a:off x="4940700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4" name="Google Shape;1034;p13"/>
            <p:cNvSpPr/>
            <p:nvPr/>
          </p:nvSpPr>
          <p:spPr>
            <a:xfrm>
              <a:off x="5028000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5" name="Google Shape;1035;p13"/>
            <p:cNvSpPr/>
            <p:nvPr/>
          </p:nvSpPr>
          <p:spPr>
            <a:xfrm>
              <a:off x="5115300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6" name="Google Shape;1036;p13"/>
            <p:cNvSpPr/>
            <p:nvPr/>
          </p:nvSpPr>
          <p:spPr>
            <a:xfrm>
              <a:off x="52026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7" name="Google Shape;1037;p13"/>
            <p:cNvSpPr/>
            <p:nvPr/>
          </p:nvSpPr>
          <p:spPr>
            <a:xfrm>
              <a:off x="52899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8" name="Google Shape;1038;p13"/>
            <p:cNvSpPr/>
            <p:nvPr/>
          </p:nvSpPr>
          <p:spPr>
            <a:xfrm>
              <a:off x="53772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9" name="Google Shape;1039;p13"/>
            <p:cNvSpPr/>
            <p:nvPr/>
          </p:nvSpPr>
          <p:spPr>
            <a:xfrm>
              <a:off x="5465100" y="927325"/>
              <a:ext cx="143250" cy="155250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0" name="Google Shape;1040;p13"/>
            <p:cNvSpPr/>
            <p:nvPr/>
          </p:nvSpPr>
          <p:spPr>
            <a:xfrm>
              <a:off x="5552425" y="927325"/>
              <a:ext cx="143250" cy="155250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1" name="Google Shape;1041;p13"/>
            <p:cNvSpPr/>
            <p:nvPr/>
          </p:nvSpPr>
          <p:spPr>
            <a:xfrm>
              <a:off x="56397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2" name="Google Shape;1042;p13"/>
            <p:cNvSpPr/>
            <p:nvPr/>
          </p:nvSpPr>
          <p:spPr>
            <a:xfrm>
              <a:off x="57270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43" name="Google Shape;1043;p13"/>
          <p:cNvGrpSpPr/>
          <p:nvPr/>
        </p:nvGrpSpPr>
        <p:grpSpPr>
          <a:xfrm>
            <a:off x="11677000" y="3638634"/>
            <a:ext cx="2069533" cy="4633533"/>
            <a:chOff x="327125" y="2375600"/>
            <a:chExt cx="1552150" cy="3475150"/>
          </a:xfrm>
        </p:grpSpPr>
        <p:sp>
          <p:nvSpPr>
            <p:cNvPr id="1044" name="Google Shape;1044;p13"/>
            <p:cNvSpPr/>
            <p:nvPr/>
          </p:nvSpPr>
          <p:spPr>
            <a:xfrm>
              <a:off x="531425" y="2394425"/>
              <a:ext cx="115850" cy="3456325"/>
            </a:xfrm>
            <a:custGeom>
              <a:avLst/>
              <a:gdLst/>
              <a:ahLst/>
              <a:cxnLst/>
              <a:rect l="l" t="t" r="r" b="b"/>
              <a:pathLst>
                <a:path w="4634" h="138253" fill="none" extrusionOk="0">
                  <a:moveTo>
                    <a:pt x="3150" y="138253"/>
                  </a:moveTo>
                  <a:lnTo>
                    <a:pt x="3150" y="54872"/>
                  </a:lnTo>
                  <a:lnTo>
                    <a:pt x="0" y="51722"/>
                  </a:lnTo>
                  <a:lnTo>
                    <a:pt x="0" y="28714"/>
                  </a:lnTo>
                  <a:lnTo>
                    <a:pt x="4634" y="24058"/>
                  </a:lnTo>
                  <a:lnTo>
                    <a:pt x="4634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5" name="Google Shape;1045;p13"/>
            <p:cNvSpPr/>
            <p:nvPr/>
          </p:nvSpPr>
          <p:spPr>
            <a:xfrm>
              <a:off x="627275" y="2375600"/>
              <a:ext cx="39975" cy="39950"/>
            </a:xfrm>
            <a:custGeom>
              <a:avLst/>
              <a:gdLst/>
              <a:ahLst/>
              <a:cxnLst/>
              <a:rect l="l" t="t" r="r" b="b"/>
              <a:pathLst>
                <a:path w="1599" h="1598" extrusionOk="0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56" y="1598"/>
                    <a:pt x="1599" y="1233"/>
                    <a:pt x="1599" y="799"/>
                  </a:cubicBezTo>
                  <a:cubicBezTo>
                    <a:pt x="1599" y="365"/>
                    <a:pt x="1256" y="0"/>
                    <a:pt x="80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6" name="Google Shape;1046;p13"/>
            <p:cNvSpPr/>
            <p:nvPr/>
          </p:nvSpPr>
          <p:spPr>
            <a:xfrm>
              <a:off x="347100" y="2923975"/>
              <a:ext cx="112450" cy="2344175"/>
            </a:xfrm>
            <a:custGeom>
              <a:avLst/>
              <a:gdLst/>
              <a:ahLst/>
              <a:cxnLst/>
              <a:rect l="l" t="t" r="r" b="b"/>
              <a:pathLst>
                <a:path w="4498" h="93767" fill="none" extrusionOk="0">
                  <a:moveTo>
                    <a:pt x="4497" y="93766"/>
                  </a:moveTo>
                  <a:lnTo>
                    <a:pt x="4497" y="50855"/>
                  </a:lnTo>
                  <a:lnTo>
                    <a:pt x="1" y="46358"/>
                  </a:ln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7" name="Google Shape;1047;p13"/>
            <p:cNvSpPr/>
            <p:nvPr/>
          </p:nvSpPr>
          <p:spPr>
            <a:xfrm>
              <a:off x="327125" y="2904575"/>
              <a:ext cx="39975" cy="39950"/>
            </a:xfrm>
            <a:custGeom>
              <a:avLst/>
              <a:gdLst/>
              <a:ahLst/>
              <a:cxnLst/>
              <a:rect l="l" t="t" r="r" b="b"/>
              <a:pathLst>
                <a:path w="1599" h="1598" extrusionOk="0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55"/>
                    <a:pt x="366" y="1598"/>
                    <a:pt x="800" y="1598"/>
                  </a:cubicBezTo>
                  <a:cubicBezTo>
                    <a:pt x="1233" y="1598"/>
                    <a:pt x="1599" y="1255"/>
                    <a:pt x="1599" y="799"/>
                  </a:cubicBezTo>
                  <a:cubicBezTo>
                    <a:pt x="1599" y="365"/>
                    <a:pt x="1233" y="0"/>
                    <a:pt x="80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8" name="Google Shape;1048;p13"/>
            <p:cNvSpPr/>
            <p:nvPr/>
          </p:nvSpPr>
          <p:spPr>
            <a:xfrm>
              <a:off x="347100" y="2676875"/>
              <a:ext cx="192900" cy="374375"/>
            </a:xfrm>
            <a:custGeom>
              <a:avLst/>
              <a:gdLst/>
              <a:ahLst/>
              <a:cxnLst/>
              <a:rect l="l" t="t" r="r" b="b"/>
              <a:pathLst>
                <a:path w="7716" h="14975" fill="none" extrusionOk="0">
                  <a:moveTo>
                    <a:pt x="1" y="14974"/>
                  </a:moveTo>
                  <a:lnTo>
                    <a:pt x="7716" y="7259"/>
                  </a:lnTo>
                  <a:lnTo>
                    <a:pt x="7716" y="1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9" name="Google Shape;1049;p13"/>
            <p:cNvSpPr/>
            <p:nvPr/>
          </p:nvSpPr>
          <p:spPr>
            <a:xfrm>
              <a:off x="520000" y="265805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0" name="Google Shape;1050;p13"/>
            <p:cNvSpPr/>
            <p:nvPr/>
          </p:nvSpPr>
          <p:spPr>
            <a:xfrm>
              <a:off x="347100" y="4357400"/>
              <a:ext cx="25" cy="971225"/>
            </a:xfrm>
            <a:custGeom>
              <a:avLst/>
              <a:gdLst/>
              <a:ahLst/>
              <a:cxnLst/>
              <a:rect l="l" t="t" r="r" b="b"/>
              <a:pathLst>
                <a:path w="1" h="38849" fill="none" extrusionOk="0">
                  <a:moveTo>
                    <a:pt x="1" y="38849"/>
                  </a:move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1" name="Google Shape;1051;p13"/>
            <p:cNvSpPr/>
            <p:nvPr/>
          </p:nvSpPr>
          <p:spPr>
            <a:xfrm>
              <a:off x="327125" y="433855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33" y="1599"/>
                    <a:pt x="1599" y="1234"/>
                    <a:pt x="1599" y="800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690625" y="3227550"/>
              <a:ext cx="172925" cy="2083400"/>
            </a:xfrm>
            <a:custGeom>
              <a:avLst/>
              <a:gdLst/>
              <a:ahLst/>
              <a:cxnLst/>
              <a:rect l="l" t="t" r="r" b="b"/>
              <a:pathLst>
                <a:path w="6917" h="83336" fill="none" extrusionOk="0">
                  <a:moveTo>
                    <a:pt x="6917" y="83335"/>
                  </a:moveTo>
                  <a:lnTo>
                    <a:pt x="0" y="76396"/>
                  </a:lnTo>
                  <a:lnTo>
                    <a:pt x="0" y="15841"/>
                  </a:lnTo>
                  <a:lnTo>
                    <a:pt x="4954" y="10865"/>
                  </a:lnTo>
                  <a:lnTo>
                    <a:pt x="4954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794475" y="320870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56" y="1599"/>
                    <a:pt x="1598" y="1234"/>
                    <a:pt x="1598" y="800"/>
                  </a:cubicBezTo>
                  <a:cubicBezTo>
                    <a:pt x="1598" y="343"/>
                    <a:pt x="1256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776800" y="3899750"/>
              <a:ext cx="25" cy="1084800"/>
            </a:xfrm>
            <a:custGeom>
              <a:avLst/>
              <a:gdLst/>
              <a:ahLst/>
              <a:cxnLst/>
              <a:rect l="l" t="t" r="r" b="b"/>
              <a:pathLst>
                <a:path w="1" h="43392" fill="none" extrusionOk="0">
                  <a:moveTo>
                    <a:pt x="0" y="43391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756825" y="4963400"/>
              <a:ext cx="40525" cy="39975"/>
            </a:xfrm>
            <a:custGeom>
              <a:avLst/>
              <a:gdLst/>
              <a:ahLst/>
              <a:cxnLst/>
              <a:rect l="l" t="t" r="r" b="b"/>
              <a:pathLst>
                <a:path w="1621" h="1599" extrusionOk="0">
                  <a:moveTo>
                    <a:pt x="799" y="1"/>
                  </a:moveTo>
                  <a:cubicBezTo>
                    <a:pt x="365" y="1"/>
                    <a:pt x="0" y="366"/>
                    <a:pt x="0" y="800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800"/>
                  </a:cubicBezTo>
                  <a:cubicBezTo>
                    <a:pt x="1621" y="366"/>
                    <a:pt x="1256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756825" y="3880925"/>
              <a:ext cx="40525" cy="39950"/>
            </a:xfrm>
            <a:custGeom>
              <a:avLst/>
              <a:gdLst/>
              <a:ahLst/>
              <a:cxnLst/>
              <a:rect l="l" t="t" r="r" b="b"/>
              <a:pathLst>
                <a:path w="1621" h="1598" extrusionOk="0">
                  <a:moveTo>
                    <a:pt x="799" y="0"/>
                  </a:moveTo>
                  <a:cubicBezTo>
                    <a:pt x="365" y="0"/>
                    <a:pt x="0" y="342"/>
                    <a:pt x="0" y="799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799"/>
                  </a:cubicBezTo>
                  <a:cubicBezTo>
                    <a:pt x="1621" y="342"/>
                    <a:pt x="1256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7" name="Google Shape;1057;p13"/>
            <p:cNvSpPr/>
            <p:nvPr/>
          </p:nvSpPr>
          <p:spPr>
            <a:xfrm>
              <a:off x="861250" y="3692600"/>
              <a:ext cx="445675" cy="1618350"/>
            </a:xfrm>
            <a:custGeom>
              <a:avLst/>
              <a:gdLst/>
              <a:ahLst/>
              <a:cxnLst/>
              <a:rect l="l" t="t" r="r" b="b"/>
              <a:pathLst>
                <a:path w="17827" h="64734" fill="none" extrusionOk="0">
                  <a:moveTo>
                    <a:pt x="17827" y="64733"/>
                  </a:moveTo>
                  <a:lnTo>
                    <a:pt x="4314" y="51221"/>
                  </a:lnTo>
                  <a:lnTo>
                    <a:pt x="4314" y="28258"/>
                  </a:lnTo>
                  <a:lnTo>
                    <a:pt x="0" y="23944"/>
                  </a:lnTo>
                  <a:lnTo>
                    <a:pt x="0" y="1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8" name="Google Shape;1058;p13"/>
            <p:cNvSpPr/>
            <p:nvPr/>
          </p:nvSpPr>
          <p:spPr>
            <a:xfrm>
              <a:off x="841275" y="3673200"/>
              <a:ext cx="39975" cy="40550"/>
            </a:xfrm>
            <a:custGeom>
              <a:avLst/>
              <a:gdLst/>
              <a:ahLst/>
              <a:cxnLst/>
              <a:rect l="l" t="t" r="r" b="b"/>
              <a:pathLst>
                <a:path w="1599" h="1622" extrusionOk="0">
                  <a:moveTo>
                    <a:pt x="799" y="1"/>
                  </a:moveTo>
                  <a:cubicBezTo>
                    <a:pt x="343" y="1"/>
                    <a:pt x="0" y="366"/>
                    <a:pt x="0" y="800"/>
                  </a:cubicBezTo>
                  <a:cubicBezTo>
                    <a:pt x="0" y="1256"/>
                    <a:pt x="343" y="1621"/>
                    <a:pt x="799" y="1621"/>
                  </a:cubicBezTo>
                  <a:cubicBezTo>
                    <a:pt x="1233" y="1621"/>
                    <a:pt x="1598" y="1256"/>
                    <a:pt x="1598" y="800"/>
                  </a:cubicBezTo>
                  <a:cubicBezTo>
                    <a:pt x="1598" y="366"/>
                    <a:pt x="1233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969100" y="4182200"/>
              <a:ext cx="174625" cy="556975"/>
            </a:xfrm>
            <a:custGeom>
              <a:avLst/>
              <a:gdLst/>
              <a:ahLst/>
              <a:cxnLst/>
              <a:rect l="l" t="t" r="r" b="b"/>
              <a:pathLst>
                <a:path w="6985" h="22279" fill="none" extrusionOk="0">
                  <a:moveTo>
                    <a:pt x="0" y="22278"/>
                  </a:moveTo>
                  <a:lnTo>
                    <a:pt x="6985" y="15294"/>
                  </a:lnTo>
                  <a:lnTo>
                    <a:pt x="6985" y="1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1123725" y="4163375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43" y="1"/>
                    <a:pt x="1" y="343"/>
                    <a:pt x="1" y="799"/>
                  </a:cubicBezTo>
                  <a:cubicBezTo>
                    <a:pt x="1" y="1233"/>
                    <a:pt x="343" y="1598"/>
                    <a:pt x="800" y="1598"/>
                  </a:cubicBezTo>
                  <a:cubicBezTo>
                    <a:pt x="1233" y="1598"/>
                    <a:pt x="1599" y="1233"/>
                    <a:pt x="1599" y="799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1393075" y="4882950"/>
              <a:ext cx="25" cy="428000"/>
            </a:xfrm>
            <a:custGeom>
              <a:avLst/>
              <a:gdLst/>
              <a:ahLst/>
              <a:cxnLst/>
              <a:rect l="l" t="t" r="r" b="b"/>
              <a:pathLst>
                <a:path w="1" h="17120" fill="none" extrusionOk="0">
                  <a:moveTo>
                    <a:pt x="0" y="17119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1373100" y="4864125"/>
              <a:ext cx="39975" cy="39950"/>
            </a:xfrm>
            <a:custGeom>
              <a:avLst/>
              <a:gdLst/>
              <a:ahLst/>
              <a:cxnLst/>
              <a:rect l="l" t="t" r="r" b="b"/>
              <a:pathLst>
                <a:path w="1599" h="1598" extrusionOk="0">
                  <a:moveTo>
                    <a:pt x="799" y="0"/>
                  </a:moveTo>
                  <a:cubicBezTo>
                    <a:pt x="343" y="0"/>
                    <a:pt x="1" y="365"/>
                    <a:pt x="1" y="799"/>
                  </a:cubicBezTo>
                  <a:cubicBezTo>
                    <a:pt x="1" y="1233"/>
                    <a:pt x="343" y="1598"/>
                    <a:pt x="799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5"/>
                    <a:pt x="1233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3" name="Google Shape;1063;p13"/>
            <p:cNvSpPr/>
            <p:nvPr/>
          </p:nvSpPr>
          <p:spPr>
            <a:xfrm>
              <a:off x="1714900" y="4922900"/>
              <a:ext cx="164375" cy="388050"/>
            </a:xfrm>
            <a:custGeom>
              <a:avLst/>
              <a:gdLst/>
              <a:ahLst/>
              <a:cxnLst/>
              <a:rect l="l" t="t" r="r" b="b"/>
              <a:pathLst>
                <a:path w="6575" h="15522" fill="none" extrusionOk="0">
                  <a:moveTo>
                    <a:pt x="6575" y="15521"/>
                  </a:moveTo>
                  <a:lnTo>
                    <a:pt x="6575" y="6574"/>
                  </a:ln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4" name="Google Shape;1064;p13"/>
            <p:cNvSpPr/>
            <p:nvPr/>
          </p:nvSpPr>
          <p:spPr>
            <a:xfrm>
              <a:off x="1693800" y="4903475"/>
              <a:ext cx="43950" cy="40275"/>
            </a:xfrm>
            <a:custGeom>
              <a:avLst/>
              <a:gdLst/>
              <a:ahLst/>
              <a:cxnLst/>
              <a:rect l="l" t="t" r="r" b="b"/>
              <a:pathLst>
                <a:path w="1758" h="1611" extrusionOk="0">
                  <a:moveTo>
                    <a:pt x="868" y="1"/>
                  </a:moveTo>
                  <a:cubicBezTo>
                    <a:pt x="662" y="1"/>
                    <a:pt x="457" y="92"/>
                    <a:pt x="297" y="252"/>
                  </a:cubicBezTo>
                  <a:cubicBezTo>
                    <a:pt x="0" y="549"/>
                    <a:pt x="0" y="1074"/>
                    <a:pt x="297" y="1370"/>
                  </a:cubicBezTo>
                  <a:cubicBezTo>
                    <a:pt x="457" y="1530"/>
                    <a:pt x="662" y="1610"/>
                    <a:pt x="868" y="1610"/>
                  </a:cubicBezTo>
                  <a:cubicBezTo>
                    <a:pt x="1073" y="1610"/>
                    <a:pt x="1279" y="1530"/>
                    <a:pt x="1438" y="1370"/>
                  </a:cubicBezTo>
                  <a:cubicBezTo>
                    <a:pt x="1758" y="1074"/>
                    <a:pt x="1758" y="549"/>
                    <a:pt x="1438" y="252"/>
                  </a:cubicBezTo>
                  <a:cubicBezTo>
                    <a:pt x="1279" y="92"/>
                    <a:pt x="1073" y="1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65" name="Google Shape;1065;p13"/>
          <p:cNvSpPr txBox="1">
            <a:spLocks noGrp="1"/>
          </p:cNvSpPr>
          <p:nvPr>
            <p:ph type="title"/>
          </p:nvPr>
        </p:nvSpPr>
        <p:spPr>
          <a:xfrm>
            <a:off x="960000" y="615833"/>
            <a:ext cx="10272000" cy="65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066" name="Google Shape;1066;p13"/>
          <p:cNvSpPr txBox="1">
            <a:spLocks noGrp="1"/>
          </p:cNvSpPr>
          <p:nvPr>
            <p:ph type="subTitle" idx="1"/>
          </p:nvPr>
        </p:nvSpPr>
        <p:spPr>
          <a:xfrm>
            <a:off x="959984" y="4971456"/>
            <a:ext cx="2335600" cy="86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067" name="Google Shape;1067;p13"/>
          <p:cNvSpPr txBox="1">
            <a:spLocks noGrp="1"/>
          </p:cNvSpPr>
          <p:nvPr>
            <p:ph type="title" idx="2"/>
          </p:nvPr>
        </p:nvSpPr>
        <p:spPr>
          <a:xfrm>
            <a:off x="960000" y="3824067"/>
            <a:ext cx="1955600" cy="86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068" name="Google Shape;1068;p13"/>
          <p:cNvSpPr txBox="1">
            <a:spLocks noGrp="1"/>
          </p:cNvSpPr>
          <p:nvPr>
            <p:ph type="title" idx="3" hasCustomPrompt="1"/>
          </p:nvPr>
        </p:nvSpPr>
        <p:spPr>
          <a:xfrm>
            <a:off x="1171133" y="2355900"/>
            <a:ext cx="779600" cy="78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69" name="Google Shape;1069;p13"/>
          <p:cNvSpPr txBox="1">
            <a:spLocks noGrp="1"/>
          </p:cNvSpPr>
          <p:nvPr>
            <p:ph type="subTitle" idx="4"/>
          </p:nvPr>
        </p:nvSpPr>
        <p:spPr>
          <a:xfrm>
            <a:off x="4888951" y="4971433"/>
            <a:ext cx="2335600" cy="86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070" name="Google Shape;1070;p13"/>
          <p:cNvSpPr txBox="1">
            <a:spLocks noGrp="1"/>
          </p:cNvSpPr>
          <p:nvPr>
            <p:ph type="title" idx="5"/>
          </p:nvPr>
        </p:nvSpPr>
        <p:spPr>
          <a:xfrm>
            <a:off x="4888967" y="3824067"/>
            <a:ext cx="1896000" cy="86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071" name="Google Shape;1071;p13"/>
          <p:cNvSpPr txBox="1">
            <a:spLocks noGrp="1"/>
          </p:cNvSpPr>
          <p:nvPr>
            <p:ph type="title" idx="6" hasCustomPrompt="1"/>
          </p:nvPr>
        </p:nvSpPr>
        <p:spPr>
          <a:xfrm>
            <a:off x="5104467" y="2355933"/>
            <a:ext cx="779600" cy="78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72" name="Google Shape;1072;p13"/>
          <p:cNvSpPr txBox="1">
            <a:spLocks noGrp="1"/>
          </p:cNvSpPr>
          <p:nvPr>
            <p:ph type="subTitle" idx="7"/>
          </p:nvPr>
        </p:nvSpPr>
        <p:spPr>
          <a:xfrm>
            <a:off x="8896384" y="4971433"/>
            <a:ext cx="2335600" cy="86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073" name="Google Shape;1073;p13"/>
          <p:cNvSpPr txBox="1">
            <a:spLocks noGrp="1"/>
          </p:cNvSpPr>
          <p:nvPr>
            <p:ph type="title" idx="8"/>
          </p:nvPr>
        </p:nvSpPr>
        <p:spPr>
          <a:xfrm>
            <a:off x="8896400" y="3824067"/>
            <a:ext cx="1824400" cy="86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074" name="Google Shape;1074;p13"/>
          <p:cNvSpPr txBox="1">
            <a:spLocks noGrp="1"/>
          </p:cNvSpPr>
          <p:nvPr>
            <p:ph type="title" idx="9" hasCustomPrompt="1"/>
          </p:nvPr>
        </p:nvSpPr>
        <p:spPr>
          <a:xfrm>
            <a:off x="9110000" y="2355933"/>
            <a:ext cx="779600" cy="78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75" name="Google Shape;1075;p13"/>
          <p:cNvSpPr/>
          <p:nvPr/>
        </p:nvSpPr>
        <p:spPr>
          <a:xfrm rot="5400000">
            <a:off x="667212" y="-94787"/>
            <a:ext cx="197977" cy="387569"/>
          </a:xfrm>
          <a:custGeom>
            <a:avLst/>
            <a:gdLst/>
            <a:ahLst/>
            <a:cxnLst/>
            <a:rect l="l" t="t" r="r" b="b"/>
            <a:pathLst>
              <a:path w="1204" h="2357" fill="none" extrusionOk="0">
                <a:moveTo>
                  <a:pt x="0" y="0"/>
                </a:moveTo>
                <a:lnTo>
                  <a:pt x="1203" y="1178"/>
                </a:lnTo>
                <a:lnTo>
                  <a:pt x="0" y="2356"/>
                </a:lnTo>
              </a:path>
            </a:pathLst>
          </a:custGeom>
          <a:noFill/>
          <a:ln w="19050" cap="flat" cmpd="sng">
            <a:solidFill>
              <a:schemeClr val="accent5"/>
            </a:solidFill>
            <a:prstDash val="solid"/>
            <a:miter lim="25062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6" name="Google Shape;1076;p13"/>
          <p:cNvSpPr/>
          <p:nvPr/>
        </p:nvSpPr>
        <p:spPr>
          <a:xfrm rot="5400000">
            <a:off x="669267" y="100970"/>
            <a:ext cx="193867" cy="387569"/>
          </a:xfrm>
          <a:custGeom>
            <a:avLst/>
            <a:gdLst/>
            <a:ahLst/>
            <a:cxnLst/>
            <a:rect l="l" t="t" r="r" b="b"/>
            <a:pathLst>
              <a:path w="1179" h="2357" fill="none" extrusionOk="0">
                <a:moveTo>
                  <a:pt x="0" y="0"/>
                </a:moveTo>
                <a:lnTo>
                  <a:pt x="1178" y="1178"/>
                </a:lnTo>
                <a:lnTo>
                  <a:pt x="0" y="2356"/>
                </a:lnTo>
              </a:path>
            </a:pathLst>
          </a:custGeom>
          <a:noFill/>
          <a:ln w="19050" cap="flat" cmpd="sng">
            <a:solidFill>
              <a:schemeClr val="accent5"/>
            </a:solidFill>
            <a:prstDash val="solid"/>
            <a:miter lim="25062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7" name="Google Shape;1077;p13"/>
          <p:cNvSpPr/>
          <p:nvPr/>
        </p:nvSpPr>
        <p:spPr>
          <a:xfrm rot="5400000">
            <a:off x="667212" y="296729"/>
            <a:ext cx="197977" cy="387569"/>
          </a:xfrm>
          <a:custGeom>
            <a:avLst/>
            <a:gdLst/>
            <a:ahLst/>
            <a:cxnLst/>
            <a:rect l="l" t="t" r="r" b="b"/>
            <a:pathLst>
              <a:path w="1204" h="2357" fill="none" extrusionOk="0">
                <a:moveTo>
                  <a:pt x="0" y="0"/>
                </a:moveTo>
                <a:lnTo>
                  <a:pt x="1203" y="1178"/>
                </a:lnTo>
                <a:lnTo>
                  <a:pt x="0" y="2356"/>
                </a:lnTo>
              </a:path>
            </a:pathLst>
          </a:custGeom>
          <a:noFill/>
          <a:ln w="19050" cap="flat" cmpd="sng">
            <a:solidFill>
              <a:schemeClr val="accent5"/>
            </a:solidFill>
            <a:prstDash val="solid"/>
            <a:miter lim="25062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8" name="Google Shape;1078;p13"/>
          <p:cNvSpPr/>
          <p:nvPr/>
        </p:nvSpPr>
        <p:spPr>
          <a:xfrm rot="5400000">
            <a:off x="669267" y="492488"/>
            <a:ext cx="193867" cy="387569"/>
          </a:xfrm>
          <a:custGeom>
            <a:avLst/>
            <a:gdLst/>
            <a:ahLst/>
            <a:cxnLst/>
            <a:rect l="l" t="t" r="r" b="b"/>
            <a:pathLst>
              <a:path w="1179" h="2357" fill="none" extrusionOk="0">
                <a:moveTo>
                  <a:pt x="0" y="0"/>
                </a:moveTo>
                <a:lnTo>
                  <a:pt x="1178" y="1178"/>
                </a:lnTo>
                <a:lnTo>
                  <a:pt x="0" y="2356"/>
                </a:lnTo>
              </a:path>
            </a:pathLst>
          </a:custGeom>
          <a:noFill/>
          <a:ln w="19050" cap="flat" cmpd="sng">
            <a:solidFill>
              <a:schemeClr val="accent5"/>
            </a:solidFill>
            <a:prstDash val="solid"/>
            <a:miter lim="25062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9" name="Google Shape;1079;p13"/>
          <p:cNvSpPr/>
          <p:nvPr/>
        </p:nvSpPr>
        <p:spPr>
          <a:xfrm rot="5400000">
            <a:off x="667212" y="688245"/>
            <a:ext cx="197977" cy="387569"/>
          </a:xfrm>
          <a:custGeom>
            <a:avLst/>
            <a:gdLst/>
            <a:ahLst/>
            <a:cxnLst/>
            <a:rect l="l" t="t" r="r" b="b"/>
            <a:pathLst>
              <a:path w="1204" h="2357" fill="none" extrusionOk="0">
                <a:moveTo>
                  <a:pt x="0" y="0"/>
                </a:moveTo>
                <a:lnTo>
                  <a:pt x="1203" y="1178"/>
                </a:lnTo>
                <a:lnTo>
                  <a:pt x="0" y="2356"/>
                </a:lnTo>
              </a:path>
            </a:pathLst>
          </a:custGeom>
          <a:noFill/>
          <a:ln w="19050" cap="flat" cmpd="sng">
            <a:solidFill>
              <a:schemeClr val="accent5"/>
            </a:solidFill>
            <a:prstDash val="solid"/>
            <a:miter lim="25062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0" name="Google Shape;1080;p13"/>
          <p:cNvSpPr/>
          <p:nvPr/>
        </p:nvSpPr>
        <p:spPr>
          <a:xfrm rot="5400000">
            <a:off x="669267" y="884004"/>
            <a:ext cx="193867" cy="387569"/>
          </a:xfrm>
          <a:custGeom>
            <a:avLst/>
            <a:gdLst/>
            <a:ahLst/>
            <a:cxnLst/>
            <a:rect l="l" t="t" r="r" b="b"/>
            <a:pathLst>
              <a:path w="1179" h="2357" fill="none" extrusionOk="0">
                <a:moveTo>
                  <a:pt x="0" y="0"/>
                </a:moveTo>
                <a:lnTo>
                  <a:pt x="1178" y="1178"/>
                </a:lnTo>
                <a:lnTo>
                  <a:pt x="0" y="2356"/>
                </a:lnTo>
              </a:path>
            </a:pathLst>
          </a:custGeom>
          <a:noFill/>
          <a:ln w="19050" cap="flat" cmpd="sng">
            <a:solidFill>
              <a:schemeClr val="accent5"/>
            </a:solidFill>
            <a:prstDash val="solid"/>
            <a:miter lim="25062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7733052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2" name="Google Shape;1082;p14"/>
          <p:cNvCxnSpPr/>
          <p:nvPr/>
        </p:nvCxnSpPr>
        <p:spPr>
          <a:xfrm>
            <a:off x="-17833" y="2707533"/>
            <a:ext cx="631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83" name="Google Shape;1083;p14"/>
          <p:cNvGrpSpPr/>
          <p:nvPr/>
        </p:nvGrpSpPr>
        <p:grpSpPr>
          <a:xfrm>
            <a:off x="523567" y="2161344"/>
            <a:ext cx="4012933" cy="2085589"/>
            <a:chOff x="392675" y="1513033"/>
            <a:chExt cx="3009700" cy="1564192"/>
          </a:xfrm>
        </p:grpSpPr>
        <p:sp>
          <p:nvSpPr>
            <p:cNvPr id="1084" name="Google Shape;1084;p14"/>
            <p:cNvSpPr/>
            <p:nvPr/>
          </p:nvSpPr>
          <p:spPr>
            <a:xfrm>
              <a:off x="878255" y="1659206"/>
              <a:ext cx="584816" cy="584816"/>
            </a:xfrm>
            <a:custGeom>
              <a:avLst/>
              <a:gdLst/>
              <a:ahLst/>
              <a:cxnLst/>
              <a:rect l="l" t="t" r="r" b="b"/>
              <a:pathLst>
                <a:path w="4813" h="4813" fill="none" extrusionOk="0">
                  <a:moveTo>
                    <a:pt x="0" y="0"/>
                  </a:moveTo>
                  <a:lnTo>
                    <a:pt x="4812" y="0"/>
                  </a:lnTo>
                  <a:lnTo>
                    <a:pt x="4812" y="4812"/>
                  </a:lnTo>
                  <a:lnTo>
                    <a:pt x="0" y="4812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5" name="Google Shape;1085;p14"/>
            <p:cNvSpPr/>
            <p:nvPr/>
          </p:nvSpPr>
          <p:spPr>
            <a:xfrm>
              <a:off x="820418" y="2301733"/>
              <a:ext cx="122" cy="122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6" name="Google Shape;1086;p14"/>
            <p:cNvSpPr/>
            <p:nvPr/>
          </p:nvSpPr>
          <p:spPr>
            <a:xfrm>
              <a:off x="820418" y="1622632"/>
              <a:ext cx="122" cy="633540"/>
            </a:xfrm>
            <a:custGeom>
              <a:avLst/>
              <a:gdLst/>
              <a:ahLst/>
              <a:cxnLst/>
              <a:rect l="l" t="t" r="r" b="b"/>
              <a:pathLst>
                <a:path w="1" h="5214" fill="none" extrusionOk="0">
                  <a:moveTo>
                    <a:pt x="0" y="5213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7" name="Google Shape;1087;p14"/>
            <p:cNvSpPr/>
            <p:nvPr/>
          </p:nvSpPr>
          <p:spPr>
            <a:xfrm>
              <a:off x="820418" y="1601247"/>
              <a:ext cx="122" cy="122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865983" y="1601247"/>
              <a:ext cx="633662" cy="122"/>
            </a:xfrm>
            <a:custGeom>
              <a:avLst/>
              <a:gdLst/>
              <a:ahLst/>
              <a:cxnLst/>
              <a:rect l="l" t="t" r="r" b="b"/>
              <a:pathLst>
                <a:path w="5215" h="1" fill="none" extrusionOk="0">
                  <a:moveTo>
                    <a:pt x="1" y="1"/>
                  </a:moveTo>
                  <a:lnTo>
                    <a:pt x="5214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1520782" y="1601247"/>
              <a:ext cx="122" cy="122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1520782" y="1643896"/>
              <a:ext cx="122" cy="633540"/>
            </a:xfrm>
            <a:custGeom>
              <a:avLst/>
              <a:gdLst/>
              <a:ahLst/>
              <a:cxnLst/>
              <a:rect l="l" t="t" r="r" b="b"/>
              <a:pathLst>
                <a:path w="1" h="5214" fill="none" extrusionOk="0">
                  <a:moveTo>
                    <a:pt x="0" y="1"/>
                  </a:moveTo>
                  <a:lnTo>
                    <a:pt x="0" y="5214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1520782" y="2301733"/>
              <a:ext cx="122" cy="122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2" name="Google Shape;1092;p14"/>
            <p:cNvSpPr/>
            <p:nvPr/>
          </p:nvSpPr>
          <p:spPr>
            <a:xfrm>
              <a:off x="844719" y="2301733"/>
              <a:ext cx="633540" cy="122"/>
            </a:xfrm>
            <a:custGeom>
              <a:avLst/>
              <a:gdLst/>
              <a:ahLst/>
              <a:cxnLst/>
              <a:rect l="l" t="t" r="r" b="b"/>
              <a:pathLst>
                <a:path w="5214" h="1" fill="none" extrusionOk="0">
                  <a:moveTo>
                    <a:pt x="5214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732082" y="1513033"/>
              <a:ext cx="880200" cy="877163"/>
            </a:xfrm>
            <a:custGeom>
              <a:avLst/>
              <a:gdLst/>
              <a:ahLst/>
              <a:cxnLst/>
              <a:rect l="l" t="t" r="r" b="b"/>
              <a:pathLst>
                <a:path w="7244" h="7219" fill="none" extrusionOk="0">
                  <a:moveTo>
                    <a:pt x="0" y="0"/>
                  </a:moveTo>
                  <a:lnTo>
                    <a:pt x="7243" y="0"/>
                  </a:lnTo>
                  <a:lnTo>
                    <a:pt x="7243" y="7218"/>
                  </a:lnTo>
                  <a:lnTo>
                    <a:pt x="0" y="7218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1094" name="Google Shape;1094;p14"/>
            <p:cNvCxnSpPr/>
            <p:nvPr/>
          </p:nvCxnSpPr>
          <p:spPr>
            <a:xfrm>
              <a:off x="1612275" y="1922650"/>
              <a:ext cx="1790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1095" name="Google Shape;1095;p14"/>
            <p:cNvSpPr/>
            <p:nvPr/>
          </p:nvSpPr>
          <p:spPr>
            <a:xfrm>
              <a:off x="636097" y="2039765"/>
              <a:ext cx="94533" cy="122"/>
            </a:xfrm>
            <a:custGeom>
              <a:avLst/>
              <a:gdLst/>
              <a:ahLst/>
              <a:cxnLst/>
              <a:rect l="l" t="t" r="r" b="b"/>
              <a:pathLst>
                <a:path w="778" h="1" fill="none" extrusionOk="0">
                  <a:moveTo>
                    <a:pt x="778" y="1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6" name="Google Shape;1096;p14"/>
            <p:cNvSpPr/>
            <p:nvPr/>
          </p:nvSpPr>
          <p:spPr>
            <a:xfrm>
              <a:off x="642173" y="1802341"/>
              <a:ext cx="82382" cy="122"/>
            </a:xfrm>
            <a:custGeom>
              <a:avLst/>
              <a:gdLst/>
              <a:ahLst/>
              <a:cxnLst/>
              <a:rect l="l" t="t" r="r" b="b"/>
              <a:pathLst>
                <a:path w="678" h="1" fill="none" extrusionOk="0">
                  <a:moveTo>
                    <a:pt x="678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7" name="Google Shape;1097;p14"/>
            <p:cNvSpPr/>
            <p:nvPr/>
          </p:nvSpPr>
          <p:spPr>
            <a:xfrm>
              <a:off x="596487" y="1689583"/>
              <a:ext cx="128069" cy="122"/>
            </a:xfrm>
            <a:custGeom>
              <a:avLst/>
              <a:gdLst/>
              <a:ahLst/>
              <a:cxnLst/>
              <a:rect l="l" t="t" r="r" b="b"/>
              <a:pathLst>
                <a:path w="1054" h="1" fill="none" extrusionOk="0">
                  <a:moveTo>
                    <a:pt x="1054" y="1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098" name="Google Shape;1098;p14"/>
            <p:cNvGrpSpPr/>
            <p:nvPr/>
          </p:nvGrpSpPr>
          <p:grpSpPr>
            <a:xfrm>
              <a:off x="392675" y="1922525"/>
              <a:ext cx="336300" cy="1154701"/>
              <a:chOff x="392675" y="1955343"/>
              <a:chExt cx="336300" cy="1116300"/>
            </a:xfrm>
          </p:grpSpPr>
          <p:cxnSp>
            <p:nvCxnSpPr>
              <p:cNvPr id="1099" name="Google Shape;1099;p14"/>
              <p:cNvCxnSpPr/>
              <p:nvPr/>
            </p:nvCxnSpPr>
            <p:spPr>
              <a:xfrm>
                <a:off x="420900" y="1955343"/>
                <a:ext cx="0" cy="1116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0" name="Google Shape;1100;p14"/>
              <p:cNvCxnSpPr/>
              <p:nvPr/>
            </p:nvCxnSpPr>
            <p:spPr>
              <a:xfrm>
                <a:off x="418775" y="3067534"/>
                <a:ext cx="227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101" name="Google Shape;1101;p14"/>
              <p:cNvCxnSpPr/>
              <p:nvPr/>
            </p:nvCxnSpPr>
            <p:spPr>
              <a:xfrm>
                <a:off x="392675" y="1955464"/>
                <a:ext cx="33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oval" w="med" len="med"/>
                <a:tailEnd type="none" w="med" len="med"/>
              </a:ln>
            </p:spPr>
          </p:cxnSp>
        </p:grpSp>
        <p:sp>
          <p:nvSpPr>
            <p:cNvPr id="1102" name="Google Shape;1102;p14"/>
            <p:cNvSpPr/>
            <p:nvPr/>
          </p:nvSpPr>
          <p:spPr>
            <a:xfrm>
              <a:off x="1615281" y="2064188"/>
              <a:ext cx="64156" cy="122"/>
            </a:xfrm>
            <a:custGeom>
              <a:avLst/>
              <a:gdLst/>
              <a:ahLst/>
              <a:cxnLst/>
              <a:rect l="l" t="t" r="r" b="b"/>
              <a:pathLst>
                <a:path w="528" h="1" fill="none" extrusionOk="0">
                  <a:moveTo>
                    <a:pt x="1" y="0"/>
                  </a:moveTo>
                  <a:lnTo>
                    <a:pt x="527" y="0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3" name="Google Shape;1103;p14"/>
            <p:cNvSpPr/>
            <p:nvPr/>
          </p:nvSpPr>
          <p:spPr>
            <a:xfrm>
              <a:off x="1612256" y="2173787"/>
              <a:ext cx="100608" cy="122"/>
            </a:xfrm>
            <a:custGeom>
              <a:avLst/>
              <a:gdLst/>
              <a:ahLst/>
              <a:cxnLst/>
              <a:rect l="l" t="t" r="r" b="b"/>
              <a:pathLst>
                <a:path w="828" h="1" fill="none" extrusionOk="0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4" name="Google Shape;1104;p14"/>
            <p:cNvSpPr/>
            <p:nvPr/>
          </p:nvSpPr>
          <p:spPr>
            <a:xfrm>
              <a:off x="1612144" y="1732231"/>
              <a:ext cx="100608" cy="122"/>
            </a:xfrm>
            <a:custGeom>
              <a:avLst/>
              <a:gdLst/>
              <a:ahLst/>
              <a:cxnLst/>
              <a:rect l="l" t="t" r="r" b="b"/>
              <a:pathLst>
                <a:path w="828" h="1" fill="none" extrusionOk="0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5" name="Google Shape;1105;p14"/>
            <p:cNvSpPr/>
            <p:nvPr/>
          </p:nvSpPr>
          <p:spPr>
            <a:xfrm>
              <a:off x="1612156" y="1823604"/>
              <a:ext cx="76307" cy="122"/>
            </a:xfrm>
            <a:custGeom>
              <a:avLst/>
              <a:gdLst/>
              <a:ahLst/>
              <a:cxnLst/>
              <a:rect l="l" t="t" r="r" b="b"/>
              <a:pathLst>
                <a:path w="628" h="1" fill="none" extrusionOk="0">
                  <a:moveTo>
                    <a:pt x="1" y="1"/>
                  </a:moveTo>
                  <a:lnTo>
                    <a:pt x="627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06" name="Google Shape;1106;p14"/>
          <p:cNvGrpSpPr/>
          <p:nvPr/>
        </p:nvGrpSpPr>
        <p:grpSpPr>
          <a:xfrm>
            <a:off x="4484700" y="2163362"/>
            <a:ext cx="4056800" cy="2083573"/>
            <a:chOff x="3363525" y="1622521"/>
            <a:chExt cx="3042600" cy="1562680"/>
          </a:xfrm>
        </p:grpSpPr>
        <p:grpSp>
          <p:nvGrpSpPr>
            <p:cNvPr id="1107" name="Google Shape;1107;p14"/>
            <p:cNvGrpSpPr/>
            <p:nvPr/>
          </p:nvGrpSpPr>
          <p:grpSpPr>
            <a:xfrm>
              <a:off x="3363525" y="1622521"/>
              <a:ext cx="3042600" cy="877163"/>
              <a:chOff x="3363525" y="1503696"/>
              <a:chExt cx="3042600" cy="877163"/>
            </a:xfrm>
          </p:grpSpPr>
          <p:sp>
            <p:nvSpPr>
              <p:cNvPr id="1108" name="Google Shape;1108;p14"/>
              <p:cNvSpPr/>
              <p:nvPr/>
            </p:nvSpPr>
            <p:spPr>
              <a:xfrm>
                <a:off x="3828305" y="1649868"/>
                <a:ext cx="584816" cy="584816"/>
              </a:xfrm>
              <a:custGeom>
                <a:avLst/>
                <a:gdLst/>
                <a:ahLst/>
                <a:cxnLst/>
                <a:rect l="l" t="t" r="r" b="b"/>
                <a:pathLst>
                  <a:path w="4813" h="4813" fill="none" extrusionOk="0">
                    <a:moveTo>
                      <a:pt x="0" y="0"/>
                    </a:moveTo>
                    <a:lnTo>
                      <a:pt x="4812" y="0"/>
                    </a:lnTo>
                    <a:lnTo>
                      <a:pt x="4812" y="4812"/>
                    </a:lnTo>
                    <a:lnTo>
                      <a:pt x="0" y="4812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09" name="Google Shape;1109;p14"/>
              <p:cNvSpPr/>
              <p:nvPr/>
            </p:nvSpPr>
            <p:spPr>
              <a:xfrm>
                <a:off x="3770468" y="2292396"/>
                <a:ext cx="12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10" name="Google Shape;1110;p14"/>
              <p:cNvSpPr/>
              <p:nvPr/>
            </p:nvSpPr>
            <p:spPr>
              <a:xfrm>
                <a:off x="3770468" y="1613295"/>
                <a:ext cx="122" cy="633540"/>
              </a:xfrm>
              <a:custGeom>
                <a:avLst/>
                <a:gdLst/>
                <a:ahLst/>
                <a:cxnLst/>
                <a:rect l="l" t="t" r="r" b="b"/>
                <a:pathLst>
                  <a:path w="1" h="5214" fill="none" extrusionOk="0">
                    <a:moveTo>
                      <a:pt x="0" y="5213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11" name="Google Shape;1111;p14"/>
              <p:cNvSpPr/>
              <p:nvPr/>
            </p:nvSpPr>
            <p:spPr>
              <a:xfrm>
                <a:off x="3770468" y="1591910"/>
                <a:ext cx="12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12" name="Google Shape;1112;p14"/>
              <p:cNvSpPr/>
              <p:nvPr/>
            </p:nvSpPr>
            <p:spPr>
              <a:xfrm>
                <a:off x="3816033" y="1591910"/>
                <a:ext cx="63366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5215" h="1" fill="none" extrusionOk="0">
                    <a:moveTo>
                      <a:pt x="1" y="1"/>
                    </a:moveTo>
                    <a:lnTo>
                      <a:pt x="5214" y="1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13" name="Google Shape;1113;p14"/>
              <p:cNvSpPr/>
              <p:nvPr/>
            </p:nvSpPr>
            <p:spPr>
              <a:xfrm>
                <a:off x="4470832" y="1591910"/>
                <a:ext cx="12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14" name="Google Shape;1114;p14"/>
              <p:cNvSpPr/>
              <p:nvPr/>
            </p:nvSpPr>
            <p:spPr>
              <a:xfrm>
                <a:off x="4470832" y="1634559"/>
                <a:ext cx="122" cy="633540"/>
              </a:xfrm>
              <a:custGeom>
                <a:avLst/>
                <a:gdLst/>
                <a:ahLst/>
                <a:cxnLst/>
                <a:rect l="l" t="t" r="r" b="b"/>
                <a:pathLst>
                  <a:path w="1" h="5214" fill="none" extrusionOk="0">
                    <a:moveTo>
                      <a:pt x="0" y="1"/>
                    </a:moveTo>
                    <a:lnTo>
                      <a:pt x="0" y="5214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15" name="Google Shape;1115;p14"/>
              <p:cNvSpPr/>
              <p:nvPr/>
            </p:nvSpPr>
            <p:spPr>
              <a:xfrm>
                <a:off x="4470832" y="2292396"/>
                <a:ext cx="12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16" name="Google Shape;1116;p14"/>
              <p:cNvSpPr/>
              <p:nvPr/>
            </p:nvSpPr>
            <p:spPr>
              <a:xfrm>
                <a:off x="3794769" y="2292396"/>
                <a:ext cx="633540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5214" h="1" fill="none" extrusionOk="0">
                    <a:moveTo>
                      <a:pt x="5214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17" name="Google Shape;1117;p14"/>
              <p:cNvSpPr/>
              <p:nvPr/>
            </p:nvSpPr>
            <p:spPr>
              <a:xfrm>
                <a:off x="3682132" y="1503696"/>
                <a:ext cx="880200" cy="877163"/>
              </a:xfrm>
              <a:custGeom>
                <a:avLst/>
                <a:gdLst/>
                <a:ahLst/>
                <a:cxnLst/>
                <a:rect l="l" t="t" r="r" b="b"/>
                <a:pathLst>
                  <a:path w="7244" h="7219" fill="none" extrusionOk="0">
                    <a:moveTo>
                      <a:pt x="0" y="0"/>
                    </a:moveTo>
                    <a:lnTo>
                      <a:pt x="7243" y="0"/>
                    </a:lnTo>
                    <a:lnTo>
                      <a:pt x="7243" y="7218"/>
                    </a:lnTo>
                    <a:lnTo>
                      <a:pt x="0" y="7218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18" name="Google Shape;1118;p14"/>
              <p:cNvSpPr/>
              <p:nvPr/>
            </p:nvSpPr>
            <p:spPr>
              <a:xfrm>
                <a:off x="3586147" y="2030427"/>
                <a:ext cx="94533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778" h="1" fill="none" extrusionOk="0">
                    <a:moveTo>
                      <a:pt x="778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19" name="Google Shape;1119;p14"/>
              <p:cNvSpPr/>
              <p:nvPr/>
            </p:nvSpPr>
            <p:spPr>
              <a:xfrm>
                <a:off x="3592223" y="1793003"/>
                <a:ext cx="8238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678" h="1" fill="none" extrusionOk="0">
                    <a:moveTo>
                      <a:pt x="678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20" name="Google Shape;1120;p14"/>
              <p:cNvSpPr/>
              <p:nvPr/>
            </p:nvSpPr>
            <p:spPr>
              <a:xfrm>
                <a:off x="3546537" y="1680245"/>
                <a:ext cx="128069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1" fill="none" extrusionOk="0">
                    <a:moveTo>
                      <a:pt x="1054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cxnSp>
            <p:nvCxnSpPr>
              <p:cNvPr id="1121" name="Google Shape;1121;p14"/>
              <p:cNvCxnSpPr/>
              <p:nvPr/>
            </p:nvCxnSpPr>
            <p:spPr>
              <a:xfrm>
                <a:off x="3363525" y="1913003"/>
                <a:ext cx="315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22" name="Google Shape;1122;p14"/>
              <p:cNvSpPr/>
              <p:nvPr/>
            </p:nvSpPr>
            <p:spPr>
              <a:xfrm>
                <a:off x="4565331" y="2054850"/>
                <a:ext cx="64156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528" h="1" fill="none" extrusionOk="0">
                    <a:moveTo>
                      <a:pt x="1" y="0"/>
                    </a:moveTo>
                    <a:lnTo>
                      <a:pt x="527" y="0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23" name="Google Shape;1123;p14"/>
              <p:cNvSpPr/>
              <p:nvPr/>
            </p:nvSpPr>
            <p:spPr>
              <a:xfrm>
                <a:off x="4562306" y="2164449"/>
                <a:ext cx="100608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828" h="1" fill="none" extrusionOk="0">
                    <a:moveTo>
                      <a:pt x="1" y="1"/>
                    </a:moveTo>
                    <a:lnTo>
                      <a:pt x="828" y="1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24" name="Google Shape;1124;p14"/>
              <p:cNvSpPr/>
              <p:nvPr/>
            </p:nvSpPr>
            <p:spPr>
              <a:xfrm>
                <a:off x="4562194" y="1722894"/>
                <a:ext cx="100608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828" h="1" fill="none" extrusionOk="0">
                    <a:moveTo>
                      <a:pt x="1" y="1"/>
                    </a:moveTo>
                    <a:lnTo>
                      <a:pt x="828" y="1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25" name="Google Shape;1125;p14"/>
              <p:cNvSpPr/>
              <p:nvPr/>
            </p:nvSpPr>
            <p:spPr>
              <a:xfrm>
                <a:off x="4562206" y="1814267"/>
                <a:ext cx="76307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628" h="1" fill="none" extrusionOk="0">
                    <a:moveTo>
                      <a:pt x="1" y="1"/>
                    </a:moveTo>
                    <a:lnTo>
                      <a:pt x="627" y="1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cxnSp>
            <p:nvCxnSpPr>
              <p:cNvPr id="1126" name="Google Shape;1126;p14"/>
              <p:cNvCxnSpPr/>
              <p:nvPr/>
            </p:nvCxnSpPr>
            <p:spPr>
              <a:xfrm>
                <a:off x="4565325" y="1922925"/>
                <a:ext cx="1840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127" name="Google Shape;1127;p14"/>
            <p:cNvGrpSpPr/>
            <p:nvPr/>
          </p:nvGrpSpPr>
          <p:grpSpPr>
            <a:xfrm>
              <a:off x="3369450" y="2030500"/>
              <a:ext cx="227100" cy="1154701"/>
              <a:chOff x="418775" y="1955343"/>
              <a:chExt cx="227100" cy="1116300"/>
            </a:xfrm>
          </p:grpSpPr>
          <p:cxnSp>
            <p:nvCxnSpPr>
              <p:cNvPr id="1128" name="Google Shape;1128;p14"/>
              <p:cNvCxnSpPr/>
              <p:nvPr/>
            </p:nvCxnSpPr>
            <p:spPr>
              <a:xfrm>
                <a:off x="420900" y="1955343"/>
                <a:ext cx="0" cy="1116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9" name="Google Shape;1129;p14"/>
              <p:cNvCxnSpPr/>
              <p:nvPr/>
            </p:nvCxnSpPr>
            <p:spPr>
              <a:xfrm>
                <a:off x="418775" y="3067534"/>
                <a:ext cx="227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1130" name="Google Shape;1130;p14"/>
          <p:cNvGrpSpPr/>
          <p:nvPr/>
        </p:nvGrpSpPr>
        <p:grpSpPr>
          <a:xfrm>
            <a:off x="8491033" y="2159729"/>
            <a:ext cx="1732520" cy="2087207"/>
            <a:chOff x="6368275" y="1619796"/>
            <a:chExt cx="1299390" cy="1565405"/>
          </a:xfrm>
        </p:grpSpPr>
        <p:grpSp>
          <p:nvGrpSpPr>
            <p:cNvPr id="1131" name="Google Shape;1131;p14"/>
            <p:cNvGrpSpPr/>
            <p:nvPr/>
          </p:nvGrpSpPr>
          <p:grpSpPr>
            <a:xfrm>
              <a:off x="6368275" y="1619796"/>
              <a:ext cx="1299390" cy="877163"/>
              <a:chOff x="3363525" y="1503696"/>
              <a:chExt cx="1299390" cy="877163"/>
            </a:xfrm>
          </p:grpSpPr>
          <p:sp>
            <p:nvSpPr>
              <p:cNvPr id="1132" name="Google Shape;1132;p14"/>
              <p:cNvSpPr/>
              <p:nvPr/>
            </p:nvSpPr>
            <p:spPr>
              <a:xfrm>
                <a:off x="3828305" y="1649868"/>
                <a:ext cx="584816" cy="584816"/>
              </a:xfrm>
              <a:custGeom>
                <a:avLst/>
                <a:gdLst/>
                <a:ahLst/>
                <a:cxnLst/>
                <a:rect l="l" t="t" r="r" b="b"/>
                <a:pathLst>
                  <a:path w="4813" h="4813" fill="none" extrusionOk="0">
                    <a:moveTo>
                      <a:pt x="0" y="0"/>
                    </a:moveTo>
                    <a:lnTo>
                      <a:pt x="4812" y="0"/>
                    </a:lnTo>
                    <a:lnTo>
                      <a:pt x="4812" y="4812"/>
                    </a:lnTo>
                    <a:lnTo>
                      <a:pt x="0" y="4812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33" name="Google Shape;1133;p14"/>
              <p:cNvSpPr/>
              <p:nvPr/>
            </p:nvSpPr>
            <p:spPr>
              <a:xfrm>
                <a:off x="3770468" y="2292396"/>
                <a:ext cx="12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34" name="Google Shape;1134;p14"/>
              <p:cNvSpPr/>
              <p:nvPr/>
            </p:nvSpPr>
            <p:spPr>
              <a:xfrm>
                <a:off x="3770468" y="1613295"/>
                <a:ext cx="122" cy="633540"/>
              </a:xfrm>
              <a:custGeom>
                <a:avLst/>
                <a:gdLst/>
                <a:ahLst/>
                <a:cxnLst/>
                <a:rect l="l" t="t" r="r" b="b"/>
                <a:pathLst>
                  <a:path w="1" h="5214" fill="none" extrusionOk="0">
                    <a:moveTo>
                      <a:pt x="0" y="5213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35" name="Google Shape;1135;p14"/>
              <p:cNvSpPr/>
              <p:nvPr/>
            </p:nvSpPr>
            <p:spPr>
              <a:xfrm>
                <a:off x="3770468" y="1591910"/>
                <a:ext cx="12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36" name="Google Shape;1136;p14"/>
              <p:cNvSpPr/>
              <p:nvPr/>
            </p:nvSpPr>
            <p:spPr>
              <a:xfrm>
                <a:off x="3816033" y="1591910"/>
                <a:ext cx="63366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5215" h="1" fill="none" extrusionOk="0">
                    <a:moveTo>
                      <a:pt x="1" y="1"/>
                    </a:moveTo>
                    <a:lnTo>
                      <a:pt x="5214" y="1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37" name="Google Shape;1137;p14"/>
              <p:cNvSpPr/>
              <p:nvPr/>
            </p:nvSpPr>
            <p:spPr>
              <a:xfrm>
                <a:off x="4470832" y="1591910"/>
                <a:ext cx="12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38" name="Google Shape;1138;p14"/>
              <p:cNvSpPr/>
              <p:nvPr/>
            </p:nvSpPr>
            <p:spPr>
              <a:xfrm>
                <a:off x="4470832" y="1634559"/>
                <a:ext cx="122" cy="633540"/>
              </a:xfrm>
              <a:custGeom>
                <a:avLst/>
                <a:gdLst/>
                <a:ahLst/>
                <a:cxnLst/>
                <a:rect l="l" t="t" r="r" b="b"/>
                <a:pathLst>
                  <a:path w="1" h="5214" fill="none" extrusionOk="0">
                    <a:moveTo>
                      <a:pt x="0" y="1"/>
                    </a:moveTo>
                    <a:lnTo>
                      <a:pt x="0" y="5214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39" name="Google Shape;1139;p14"/>
              <p:cNvSpPr/>
              <p:nvPr/>
            </p:nvSpPr>
            <p:spPr>
              <a:xfrm>
                <a:off x="4470832" y="2292396"/>
                <a:ext cx="12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0" name="Google Shape;1140;p14"/>
              <p:cNvSpPr/>
              <p:nvPr/>
            </p:nvSpPr>
            <p:spPr>
              <a:xfrm>
                <a:off x="3794769" y="2292396"/>
                <a:ext cx="633540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5214" h="1" fill="none" extrusionOk="0">
                    <a:moveTo>
                      <a:pt x="5214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1" name="Google Shape;1141;p14"/>
              <p:cNvSpPr/>
              <p:nvPr/>
            </p:nvSpPr>
            <p:spPr>
              <a:xfrm>
                <a:off x="3682132" y="1503696"/>
                <a:ext cx="880200" cy="877163"/>
              </a:xfrm>
              <a:custGeom>
                <a:avLst/>
                <a:gdLst/>
                <a:ahLst/>
                <a:cxnLst/>
                <a:rect l="l" t="t" r="r" b="b"/>
                <a:pathLst>
                  <a:path w="7244" h="7219" fill="none" extrusionOk="0">
                    <a:moveTo>
                      <a:pt x="0" y="0"/>
                    </a:moveTo>
                    <a:lnTo>
                      <a:pt x="7243" y="0"/>
                    </a:lnTo>
                    <a:lnTo>
                      <a:pt x="7243" y="7218"/>
                    </a:lnTo>
                    <a:lnTo>
                      <a:pt x="0" y="7218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2" name="Google Shape;1142;p14"/>
              <p:cNvSpPr/>
              <p:nvPr/>
            </p:nvSpPr>
            <p:spPr>
              <a:xfrm>
                <a:off x="3586147" y="2030427"/>
                <a:ext cx="94533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778" h="1" fill="none" extrusionOk="0">
                    <a:moveTo>
                      <a:pt x="778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3" name="Google Shape;1143;p14"/>
              <p:cNvSpPr/>
              <p:nvPr/>
            </p:nvSpPr>
            <p:spPr>
              <a:xfrm>
                <a:off x="3592223" y="1793003"/>
                <a:ext cx="8238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678" h="1" fill="none" extrusionOk="0">
                    <a:moveTo>
                      <a:pt x="678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4" name="Google Shape;1144;p14"/>
              <p:cNvSpPr/>
              <p:nvPr/>
            </p:nvSpPr>
            <p:spPr>
              <a:xfrm>
                <a:off x="3546537" y="1680245"/>
                <a:ext cx="128069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1" fill="none" extrusionOk="0">
                    <a:moveTo>
                      <a:pt x="1054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cxnSp>
            <p:nvCxnSpPr>
              <p:cNvPr id="1145" name="Google Shape;1145;p14"/>
              <p:cNvCxnSpPr/>
              <p:nvPr/>
            </p:nvCxnSpPr>
            <p:spPr>
              <a:xfrm>
                <a:off x="3363525" y="1925203"/>
                <a:ext cx="315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46" name="Google Shape;1146;p14"/>
              <p:cNvSpPr/>
              <p:nvPr/>
            </p:nvSpPr>
            <p:spPr>
              <a:xfrm>
                <a:off x="4565331" y="2054850"/>
                <a:ext cx="64156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528" h="1" fill="none" extrusionOk="0">
                    <a:moveTo>
                      <a:pt x="1" y="0"/>
                    </a:moveTo>
                    <a:lnTo>
                      <a:pt x="527" y="0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7" name="Google Shape;1147;p14"/>
              <p:cNvSpPr/>
              <p:nvPr/>
            </p:nvSpPr>
            <p:spPr>
              <a:xfrm>
                <a:off x="4562306" y="2164449"/>
                <a:ext cx="100608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828" h="1" fill="none" extrusionOk="0">
                    <a:moveTo>
                      <a:pt x="1" y="1"/>
                    </a:moveTo>
                    <a:lnTo>
                      <a:pt x="828" y="1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8" name="Google Shape;1148;p14"/>
              <p:cNvSpPr/>
              <p:nvPr/>
            </p:nvSpPr>
            <p:spPr>
              <a:xfrm>
                <a:off x="4562194" y="1722894"/>
                <a:ext cx="100608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828" h="1" fill="none" extrusionOk="0">
                    <a:moveTo>
                      <a:pt x="1" y="1"/>
                    </a:moveTo>
                    <a:lnTo>
                      <a:pt x="828" y="1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9" name="Google Shape;1149;p14"/>
              <p:cNvSpPr/>
              <p:nvPr/>
            </p:nvSpPr>
            <p:spPr>
              <a:xfrm>
                <a:off x="4562206" y="1814267"/>
                <a:ext cx="76307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628" h="1" fill="none" extrusionOk="0">
                    <a:moveTo>
                      <a:pt x="1" y="1"/>
                    </a:moveTo>
                    <a:lnTo>
                      <a:pt x="627" y="1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150" name="Google Shape;1150;p14"/>
            <p:cNvGrpSpPr/>
            <p:nvPr/>
          </p:nvGrpSpPr>
          <p:grpSpPr>
            <a:xfrm>
              <a:off x="6374325" y="2030500"/>
              <a:ext cx="227100" cy="1154701"/>
              <a:chOff x="418775" y="1955343"/>
              <a:chExt cx="227100" cy="1116300"/>
            </a:xfrm>
          </p:grpSpPr>
          <p:cxnSp>
            <p:nvCxnSpPr>
              <p:cNvPr id="1151" name="Google Shape;1151;p14"/>
              <p:cNvCxnSpPr/>
              <p:nvPr/>
            </p:nvCxnSpPr>
            <p:spPr>
              <a:xfrm>
                <a:off x="420900" y="1955343"/>
                <a:ext cx="0" cy="1116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2" name="Google Shape;1152;p14"/>
              <p:cNvCxnSpPr/>
              <p:nvPr/>
            </p:nvCxnSpPr>
            <p:spPr>
              <a:xfrm>
                <a:off x="418775" y="3067534"/>
                <a:ext cx="227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1153" name="Google Shape;1153;p14"/>
          <p:cNvGrpSpPr/>
          <p:nvPr/>
        </p:nvGrpSpPr>
        <p:grpSpPr>
          <a:xfrm flipH="1">
            <a:off x="-365786" y="-3311315"/>
            <a:ext cx="10512292" cy="4578360"/>
            <a:chOff x="24125" y="294775"/>
            <a:chExt cx="7767703" cy="3383025"/>
          </a:xfrm>
        </p:grpSpPr>
        <p:sp>
          <p:nvSpPr>
            <p:cNvPr id="1154" name="Google Shape;1154;p14"/>
            <p:cNvSpPr/>
            <p:nvPr/>
          </p:nvSpPr>
          <p:spPr>
            <a:xfrm>
              <a:off x="1686375" y="607200"/>
              <a:ext cx="142125" cy="129550"/>
            </a:xfrm>
            <a:custGeom>
              <a:avLst/>
              <a:gdLst/>
              <a:ahLst/>
              <a:cxnLst/>
              <a:rect l="l" t="t" r="r" b="b"/>
              <a:pathLst>
                <a:path w="5685" h="5182" extrusionOk="0">
                  <a:moveTo>
                    <a:pt x="2834" y="1"/>
                  </a:moveTo>
                  <a:cubicBezTo>
                    <a:pt x="2169" y="1"/>
                    <a:pt x="1507" y="252"/>
                    <a:pt x="1005" y="754"/>
                  </a:cubicBezTo>
                  <a:cubicBezTo>
                    <a:pt x="1" y="1781"/>
                    <a:pt x="1" y="3402"/>
                    <a:pt x="1005" y="4429"/>
                  </a:cubicBezTo>
                  <a:cubicBezTo>
                    <a:pt x="1507" y="4931"/>
                    <a:pt x="2169" y="5182"/>
                    <a:pt x="2834" y="5182"/>
                  </a:cubicBezTo>
                  <a:cubicBezTo>
                    <a:pt x="3499" y="5182"/>
                    <a:pt x="4166" y="4931"/>
                    <a:pt x="4680" y="4429"/>
                  </a:cubicBezTo>
                  <a:cubicBezTo>
                    <a:pt x="5684" y="3402"/>
                    <a:pt x="5684" y="1781"/>
                    <a:pt x="4680" y="754"/>
                  </a:cubicBezTo>
                  <a:cubicBezTo>
                    <a:pt x="4166" y="252"/>
                    <a:pt x="3499" y="1"/>
                    <a:pt x="28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5" name="Google Shape;1155;p14"/>
            <p:cNvSpPr/>
            <p:nvPr/>
          </p:nvSpPr>
          <p:spPr>
            <a:xfrm>
              <a:off x="6609800" y="3191600"/>
              <a:ext cx="148950" cy="93025"/>
            </a:xfrm>
            <a:custGeom>
              <a:avLst/>
              <a:gdLst/>
              <a:ahLst/>
              <a:cxnLst/>
              <a:rect l="l" t="t" r="r" b="b"/>
              <a:pathLst>
                <a:path w="5958" h="3721" extrusionOk="0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6" name="Google Shape;1156;p14"/>
            <p:cNvSpPr/>
            <p:nvPr/>
          </p:nvSpPr>
          <p:spPr>
            <a:xfrm>
              <a:off x="6721650" y="3191600"/>
              <a:ext cx="149525" cy="93025"/>
            </a:xfrm>
            <a:custGeom>
              <a:avLst/>
              <a:gdLst/>
              <a:ahLst/>
              <a:cxnLst/>
              <a:rect l="l" t="t" r="r" b="b"/>
              <a:pathLst>
                <a:path w="5981" h="3721" extrusionOk="0">
                  <a:moveTo>
                    <a:pt x="0" y="0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7" name="Google Shape;1157;p14"/>
            <p:cNvSpPr/>
            <p:nvPr/>
          </p:nvSpPr>
          <p:spPr>
            <a:xfrm>
              <a:off x="6834050" y="3191600"/>
              <a:ext cx="148975" cy="93025"/>
            </a:xfrm>
            <a:custGeom>
              <a:avLst/>
              <a:gdLst/>
              <a:ahLst/>
              <a:cxnLst/>
              <a:rect l="l" t="t" r="r" b="b"/>
              <a:pathLst>
                <a:path w="5959" h="3721" extrusionOk="0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8" name="Google Shape;1158;p14"/>
            <p:cNvSpPr/>
            <p:nvPr/>
          </p:nvSpPr>
          <p:spPr>
            <a:xfrm>
              <a:off x="6945900" y="3191600"/>
              <a:ext cx="148950" cy="93025"/>
            </a:xfrm>
            <a:custGeom>
              <a:avLst/>
              <a:gdLst/>
              <a:ahLst/>
              <a:cxnLst/>
              <a:rect l="l" t="t" r="r" b="b"/>
              <a:pathLst>
                <a:path w="5958" h="3721" extrusionOk="0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9" name="Google Shape;1159;p14"/>
            <p:cNvSpPr/>
            <p:nvPr/>
          </p:nvSpPr>
          <p:spPr>
            <a:xfrm>
              <a:off x="7057750" y="3191600"/>
              <a:ext cx="149525" cy="93025"/>
            </a:xfrm>
            <a:custGeom>
              <a:avLst/>
              <a:gdLst/>
              <a:ahLst/>
              <a:cxnLst/>
              <a:rect l="l" t="t" r="r" b="b"/>
              <a:pathLst>
                <a:path w="5981" h="3721" extrusionOk="0">
                  <a:moveTo>
                    <a:pt x="0" y="0"/>
                  </a:moveTo>
                  <a:lnTo>
                    <a:pt x="3607" y="3721"/>
                  </a:lnTo>
                  <a:lnTo>
                    <a:pt x="5980" y="3721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0" name="Google Shape;1160;p14"/>
            <p:cNvSpPr/>
            <p:nvPr/>
          </p:nvSpPr>
          <p:spPr>
            <a:xfrm>
              <a:off x="7170150" y="3191600"/>
              <a:ext cx="148975" cy="93025"/>
            </a:xfrm>
            <a:custGeom>
              <a:avLst/>
              <a:gdLst/>
              <a:ahLst/>
              <a:cxnLst/>
              <a:rect l="l" t="t" r="r" b="b"/>
              <a:pathLst>
                <a:path w="5959" h="3721" extrusionOk="0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1" name="Google Shape;1161;p14"/>
            <p:cNvSpPr/>
            <p:nvPr/>
          </p:nvSpPr>
          <p:spPr>
            <a:xfrm>
              <a:off x="7282000" y="3191600"/>
              <a:ext cx="149525" cy="93025"/>
            </a:xfrm>
            <a:custGeom>
              <a:avLst/>
              <a:gdLst/>
              <a:ahLst/>
              <a:cxnLst/>
              <a:rect l="l" t="t" r="r" b="b"/>
              <a:pathLst>
                <a:path w="5981" h="3721" extrusionOk="0">
                  <a:moveTo>
                    <a:pt x="1" y="0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2" name="Google Shape;1162;p14"/>
            <p:cNvSpPr/>
            <p:nvPr/>
          </p:nvSpPr>
          <p:spPr>
            <a:xfrm>
              <a:off x="2406525" y="1218350"/>
              <a:ext cx="5385303" cy="1110475"/>
            </a:xfrm>
            <a:custGeom>
              <a:avLst/>
              <a:gdLst/>
              <a:ahLst/>
              <a:cxnLst/>
              <a:rect l="l" t="t" r="r" b="b"/>
              <a:pathLst>
                <a:path w="206136" h="44419" extrusionOk="0">
                  <a:moveTo>
                    <a:pt x="183" y="0"/>
                  </a:moveTo>
                  <a:cubicBezTo>
                    <a:pt x="91" y="0"/>
                    <a:pt x="0" y="92"/>
                    <a:pt x="0" y="206"/>
                  </a:cubicBezTo>
                  <a:cubicBezTo>
                    <a:pt x="0" y="297"/>
                    <a:pt x="91" y="388"/>
                    <a:pt x="183" y="388"/>
                  </a:cubicBezTo>
                  <a:lnTo>
                    <a:pt x="31887" y="388"/>
                  </a:lnTo>
                  <a:lnTo>
                    <a:pt x="54507" y="23031"/>
                  </a:lnTo>
                  <a:lnTo>
                    <a:pt x="101870" y="23031"/>
                  </a:lnTo>
                  <a:lnTo>
                    <a:pt x="123257" y="44418"/>
                  </a:lnTo>
                  <a:lnTo>
                    <a:pt x="205930" y="44418"/>
                  </a:lnTo>
                  <a:cubicBezTo>
                    <a:pt x="206044" y="44418"/>
                    <a:pt x="206136" y="44327"/>
                    <a:pt x="206136" y="44213"/>
                  </a:cubicBezTo>
                  <a:cubicBezTo>
                    <a:pt x="206136" y="44122"/>
                    <a:pt x="206044" y="44030"/>
                    <a:pt x="205930" y="44030"/>
                  </a:cubicBezTo>
                  <a:lnTo>
                    <a:pt x="123417" y="44030"/>
                  </a:lnTo>
                  <a:lnTo>
                    <a:pt x="102029" y="22643"/>
                  </a:lnTo>
                  <a:lnTo>
                    <a:pt x="54667" y="22643"/>
                  </a:lnTo>
                  <a:lnTo>
                    <a:pt x="320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3" name="Google Shape;1163;p14"/>
            <p:cNvSpPr/>
            <p:nvPr/>
          </p:nvSpPr>
          <p:spPr>
            <a:xfrm>
              <a:off x="987925" y="355975"/>
              <a:ext cx="6210225" cy="1468400"/>
            </a:xfrm>
            <a:custGeom>
              <a:avLst/>
              <a:gdLst/>
              <a:ahLst/>
              <a:cxnLst/>
              <a:rect l="l" t="t" r="r" b="b"/>
              <a:pathLst>
                <a:path w="248409" h="58736" extrusionOk="0">
                  <a:moveTo>
                    <a:pt x="248203" y="1"/>
                  </a:moveTo>
                  <a:cubicBezTo>
                    <a:pt x="248151" y="1"/>
                    <a:pt x="248100" y="18"/>
                    <a:pt x="248066" y="52"/>
                  </a:cubicBezTo>
                  <a:lnTo>
                    <a:pt x="196663" y="51455"/>
                  </a:lnTo>
                  <a:lnTo>
                    <a:pt x="175778" y="51455"/>
                  </a:lnTo>
                  <a:lnTo>
                    <a:pt x="155760" y="31460"/>
                  </a:lnTo>
                  <a:lnTo>
                    <a:pt x="121112" y="31460"/>
                  </a:lnTo>
                  <a:lnTo>
                    <a:pt x="94200" y="58371"/>
                  </a:lnTo>
                  <a:lnTo>
                    <a:pt x="183" y="58371"/>
                  </a:lnTo>
                  <a:cubicBezTo>
                    <a:pt x="92" y="58371"/>
                    <a:pt x="0" y="58439"/>
                    <a:pt x="0" y="58553"/>
                  </a:cubicBezTo>
                  <a:cubicBezTo>
                    <a:pt x="0" y="58645"/>
                    <a:pt x="92" y="58736"/>
                    <a:pt x="183" y="58736"/>
                  </a:cubicBezTo>
                  <a:lnTo>
                    <a:pt x="94360" y="58736"/>
                  </a:lnTo>
                  <a:lnTo>
                    <a:pt x="121248" y="31848"/>
                  </a:lnTo>
                  <a:lnTo>
                    <a:pt x="155623" y="31848"/>
                  </a:lnTo>
                  <a:lnTo>
                    <a:pt x="175618" y="51843"/>
                  </a:lnTo>
                  <a:lnTo>
                    <a:pt x="196823" y="51843"/>
                  </a:lnTo>
                  <a:lnTo>
                    <a:pt x="248340" y="326"/>
                  </a:lnTo>
                  <a:cubicBezTo>
                    <a:pt x="248408" y="235"/>
                    <a:pt x="248408" y="121"/>
                    <a:pt x="248340" y="52"/>
                  </a:cubicBezTo>
                  <a:cubicBezTo>
                    <a:pt x="248306" y="18"/>
                    <a:pt x="248254" y="1"/>
                    <a:pt x="2482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4" name="Google Shape;1164;p14"/>
            <p:cNvSpPr/>
            <p:nvPr/>
          </p:nvSpPr>
          <p:spPr>
            <a:xfrm>
              <a:off x="1265250" y="1389550"/>
              <a:ext cx="6299250" cy="1955000"/>
            </a:xfrm>
            <a:custGeom>
              <a:avLst/>
              <a:gdLst/>
              <a:ahLst/>
              <a:cxnLst/>
              <a:rect l="l" t="t" r="r" b="b"/>
              <a:pathLst>
                <a:path w="251970" h="78200" extrusionOk="0">
                  <a:moveTo>
                    <a:pt x="389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3"/>
                    <a:pt x="160" y="776"/>
                    <a:pt x="389" y="776"/>
                  </a:cubicBezTo>
                  <a:lnTo>
                    <a:pt x="66217" y="776"/>
                  </a:lnTo>
                  <a:lnTo>
                    <a:pt x="89179" y="23738"/>
                  </a:lnTo>
                  <a:lnTo>
                    <a:pt x="125197" y="23738"/>
                  </a:lnTo>
                  <a:lnTo>
                    <a:pt x="179659" y="78199"/>
                  </a:lnTo>
                  <a:lnTo>
                    <a:pt x="251581" y="78199"/>
                  </a:lnTo>
                  <a:cubicBezTo>
                    <a:pt x="251787" y="78199"/>
                    <a:pt x="251969" y="78040"/>
                    <a:pt x="251969" y="77834"/>
                  </a:cubicBezTo>
                  <a:cubicBezTo>
                    <a:pt x="251969" y="77606"/>
                    <a:pt x="251787" y="77446"/>
                    <a:pt x="251581" y="77446"/>
                  </a:cubicBezTo>
                  <a:lnTo>
                    <a:pt x="179978" y="77446"/>
                  </a:lnTo>
                  <a:lnTo>
                    <a:pt x="125517" y="22962"/>
                  </a:lnTo>
                  <a:lnTo>
                    <a:pt x="89499" y="22962"/>
                  </a:lnTo>
                  <a:lnTo>
                    <a:pt x="665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5" name="Google Shape;1165;p14"/>
            <p:cNvSpPr/>
            <p:nvPr/>
          </p:nvSpPr>
          <p:spPr>
            <a:xfrm>
              <a:off x="1631600" y="1974425"/>
              <a:ext cx="6160000" cy="1095650"/>
            </a:xfrm>
            <a:custGeom>
              <a:avLst/>
              <a:gdLst/>
              <a:ahLst/>
              <a:cxnLst/>
              <a:rect l="l" t="t" r="r" b="b"/>
              <a:pathLst>
                <a:path w="246400" h="43826" extrusionOk="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8"/>
                    <a:pt x="69" y="389"/>
                    <a:pt x="183" y="389"/>
                  </a:cubicBezTo>
                  <a:lnTo>
                    <a:pt x="61286" y="389"/>
                  </a:lnTo>
                  <a:lnTo>
                    <a:pt x="104723" y="43825"/>
                  </a:lnTo>
                  <a:lnTo>
                    <a:pt x="165210" y="43825"/>
                  </a:lnTo>
                  <a:lnTo>
                    <a:pt x="207414" y="1599"/>
                  </a:lnTo>
                  <a:lnTo>
                    <a:pt x="246217" y="1599"/>
                  </a:lnTo>
                  <a:cubicBezTo>
                    <a:pt x="246308" y="1599"/>
                    <a:pt x="246400" y="1507"/>
                    <a:pt x="246400" y="1416"/>
                  </a:cubicBezTo>
                  <a:cubicBezTo>
                    <a:pt x="246400" y="1302"/>
                    <a:pt x="246308" y="1233"/>
                    <a:pt x="246217" y="1233"/>
                  </a:cubicBezTo>
                  <a:lnTo>
                    <a:pt x="207254" y="1233"/>
                  </a:lnTo>
                  <a:lnTo>
                    <a:pt x="165050" y="43437"/>
                  </a:lnTo>
                  <a:lnTo>
                    <a:pt x="104883" y="43437"/>
                  </a:lnTo>
                  <a:lnTo>
                    <a:pt x="614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6" name="Google Shape;1166;p14"/>
            <p:cNvSpPr/>
            <p:nvPr/>
          </p:nvSpPr>
          <p:spPr>
            <a:xfrm>
              <a:off x="1978550" y="331575"/>
              <a:ext cx="4691750" cy="1289675"/>
            </a:xfrm>
            <a:custGeom>
              <a:avLst/>
              <a:gdLst/>
              <a:ahLst/>
              <a:cxnLst/>
              <a:rect l="l" t="t" r="r" b="b"/>
              <a:pathLst>
                <a:path w="187670" h="51587" extrusionOk="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7" name="Google Shape;1167;p14"/>
            <p:cNvSpPr/>
            <p:nvPr/>
          </p:nvSpPr>
          <p:spPr>
            <a:xfrm>
              <a:off x="937150" y="2104550"/>
              <a:ext cx="6622775" cy="1510475"/>
            </a:xfrm>
            <a:custGeom>
              <a:avLst/>
              <a:gdLst/>
              <a:ahLst/>
              <a:cxnLst/>
              <a:rect l="l" t="t" r="r" b="b"/>
              <a:pathLst>
                <a:path w="264911" h="60419" extrusionOk="0">
                  <a:moveTo>
                    <a:pt x="183" y="0"/>
                  </a:moveTo>
                  <a:cubicBezTo>
                    <a:pt x="91" y="0"/>
                    <a:pt x="0" y="69"/>
                    <a:pt x="0" y="183"/>
                  </a:cubicBezTo>
                  <a:cubicBezTo>
                    <a:pt x="0" y="297"/>
                    <a:pt x="91" y="365"/>
                    <a:pt x="183" y="365"/>
                  </a:cubicBezTo>
                  <a:lnTo>
                    <a:pt x="57177" y="365"/>
                  </a:lnTo>
                  <a:lnTo>
                    <a:pt x="70941" y="14129"/>
                  </a:lnTo>
                  <a:lnTo>
                    <a:pt x="129214" y="14129"/>
                  </a:lnTo>
                  <a:lnTo>
                    <a:pt x="175504" y="60419"/>
                  </a:lnTo>
                  <a:lnTo>
                    <a:pt x="203419" y="60419"/>
                  </a:lnTo>
                  <a:lnTo>
                    <a:pt x="232316" y="31499"/>
                  </a:lnTo>
                  <a:lnTo>
                    <a:pt x="264705" y="31499"/>
                  </a:lnTo>
                  <a:cubicBezTo>
                    <a:pt x="264819" y="31499"/>
                    <a:pt x="264911" y="31430"/>
                    <a:pt x="264911" y="31316"/>
                  </a:cubicBezTo>
                  <a:cubicBezTo>
                    <a:pt x="264911" y="31225"/>
                    <a:pt x="264819" y="31134"/>
                    <a:pt x="264705" y="31134"/>
                  </a:cubicBezTo>
                  <a:lnTo>
                    <a:pt x="232156" y="31134"/>
                  </a:lnTo>
                  <a:lnTo>
                    <a:pt x="203259" y="60031"/>
                  </a:lnTo>
                  <a:lnTo>
                    <a:pt x="175664" y="60031"/>
                  </a:lnTo>
                  <a:lnTo>
                    <a:pt x="129374" y="13764"/>
                  </a:lnTo>
                  <a:lnTo>
                    <a:pt x="71101" y="13764"/>
                  </a:lnTo>
                  <a:lnTo>
                    <a:pt x="573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8" name="Google Shape;1168;p14"/>
            <p:cNvSpPr/>
            <p:nvPr/>
          </p:nvSpPr>
          <p:spPr>
            <a:xfrm>
              <a:off x="1664700" y="294775"/>
              <a:ext cx="3135650" cy="766675"/>
            </a:xfrm>
            <a:custGeom>
              <a:avLst/>
              <a:gdLst/>
              <a:ahLst/>
              <a:cxnLst/>
              <a:rect l="l" t="t" r="r" b="b"/>
              <a:pathLst>
                <a:path w="125426" h="30667" extrusionOk="0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9" name="Google Shape;1169;p14"/>
            <p:cNvSpPr/>
            <p:nvPr/>
          </p:nvSpPr>
          <p:spPr>
            <a:xfrm>
              <a:off x="100600" y="2193550"/>
              <a:ext cx="3410675" cy="530725"/>
            </a:xfrm>
            <a:custGeom>
              <a:avLst/>
              <a:gdLst/>
              <a:ahLst/>
              <a:cxnLst/>
              <a:rect l="l" t="t" r="r" b="b"/>
              <a:pathLst>
                <a:path w="136427" h="21229" extrusionOk="0">
                  <a:moveTo>
                    <a:pt x="20748" y="1"/>
                  </a:moveTo>
                  <a:lnTo>
                    <a:pt x="160" y="20589"/>
                  </a:lnTo>
                  <a:cubicBezTo>
                    <a:pt x="0" y="20726"/>
                    <a:pt x="0" y="20977"/>
                    <a:pt x="160" y="21114"/>
                  </a:cubicBezTo>
                  <a:cubicBezTo>
                    <a:pt x="228" y="21205"/>
                    <a:pt x="342" y="21228"/>
                    <a:pt x="434" y="21228"/>
                  </a:cubicBezTo>
                  <a:cubicBezTo>
                    <a:pt x="525" y="21228"/>
                    <a:pt x="616" y="21205"/>
                    <a:pt x="708" y="21114"/>
                  </a:cubicBezTo>
                  <a:lnTo>
                    <a:pt x="21045" y="777"/>
                  </a:lnTo>
                  <a:lnTo>
                    <a:pt x="85390" y="777"/>
                  </a:lnTo>
                  <a:lnTo>
                    <a:pt x="103307" y="18672"/>
                  </a:lnTo>
                  <a:lnTo>
                    <a:pt x="136039" y="18672"/>
                  </a:lnTo>
                  <a:cubicBezTo>
                    <a:pt x="136267" y="18672"/>
                    <a:pt x="136427" y="18512"/>
                    <a:pt x="136427" y="18307"/>
                  </a:cubicBezTo>
                  <a:cubicBezTo>
                    <a:pt x="136427" y="18078"/>
                    <a:pt x="136267" y="17919"/>
                    <a:pt x="136039" y="17919"/>
                  </a:cubicBezTo>
                  <a:lnTo>
                    <a:pt x="103627" y="17919"/>
                  </a:lnTo>
                  <a:lnTo>
                    <a:pt x="857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0" name="Google Shape;1170;p14"/>
            <p:cNvSpPr/>
            <p:nvPr/>
          </p:nvSpPr>
          <p:spPr>
            <a:xfrm>
              <a:off x="106300" y="832600"/>
              <a:ext cx="2024625" cy="395475"/>
            </a:xfrm>
            <a:custGeom>
              <a:avLst/>
              <a:gdLst/>
              <a:ahLst/>
              <a:cxnLst/>
              <a:rect l="l" t="t" r="r" b="b"/>
              <a:pathLst>
                <a:path w="80985" h="15819" extrusionOk="0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1" name="Google Shape;1171;p14"/>
            <p:cNvSpPr/>
            <p:nvPr/>
          </p:nvSpPr>
          <p:spPr>
            <a:xfrm>
              <a:off x="24125" y="1108225"/>
              <a:ext cx="1654850" cy="513025"/>
            </a:xfrm>
            <a:custGeom>
              <a:avLst/>
              <a:gdLst/>
              <a:ahLst/>
              <a:cxnLst/>
              <a:rect l="l" t="t" r="r" b="b"/>
              <a:pathLst>
                <a:path w="66194" h="20521" extrusionOk="0">
                  <a:moveTo>
                    <a:pt x="183" y="0"/>
                  </a:moveTo>
                  <a:cubicBezTo>
                    <a:pt x="92" y="0"/>
                    <a:pt x="1" y="91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5245" y="388"/>
                  </a:lnTo>
                  <a:lnTo>
                    <a:pt x="45377" y="20520"/>
                  </a:lnTo>
                  <a:lnTo>
                    <a:pt x="66011" y="20520"/>
                  </a:lnTo>
                  <a:cubicBezTo>
                    <a:pt x="66103" y="20520"/>
                    <a:pt x="66194" y="20429"/>
                    <a:pt x="66194" y="20337"/>
                  </a:cubicBezTo>
                  <a:cubicBezTo>
                    <a:pt x="66194" y="20223"/>
                    <a:pt x="66103" y="20132"/>
                    <a:pt x="66011" y="20132"/>
                  </a:cubicBezTo>
                  <a:lnTo>
                    <a:pt x="45537" y="20132"/>
                  </a:lnTo>
                  <a:lnTo>
                    <a:pt x="25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2" name="Google Shape;1172;p14"/>
            <p:cNvSpPr/>
            <p:nvPr/>
          </p:nvSpPr>
          <p:spPr>
            <a:xfrm>
              <a:off x="24125" y="1371850"/>
              <a:ext cx="979225" cy="451975"/>
            </a:xfrm>
            <a:custGeom>
              <a:avLst/>
              <a:gdLst/>
              <a:ahLst/>
              <a:cxnLst/>
              <a:rect l="l" t="t" r="r" b="b"/>
              <a:pathLst>
                <a:path w="39169" h="18079" extrusionOk="0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3" name="Google Shape;1173;p14"/>
            <p:cNvSpPr/>
            <p:nvPr/>
          </p:nvSpPr>
          <p:spPr>
            <a:xfrm>
              <a:off x="5585500" y="1408375"/>
              <a:ext cx="1529900" cy="580350"/>
            </a:xfrm>
            <a:custGeom>
              <a:avLst/>
              <a:gdLst/>
              <a:ahLst/>
              <a:cxnLst/>
              <a:rect l="l" t="t" r="r" b="b"/>
              <a:pathLst>
                <a:path w="61196" h="23214" extrusionOk="0">
                  <a:moveTo>
                    <a:pt x="49121" y="0"/>
                  </a:moveTo>
                  <a:lnTo>
                    <a:pt x="26661" y="22460"/>
                  </a:lnTo>
                  <a:lnTo>
                    <a:pt x="389" y="22460"/>
                  </a:lnTo>
                  <a:cubicBezTo>
                    <a:pt x="161" y="22460"/>
                    <a:pt x="1" y="22620"/>
                    <a:pt x="1" y="22848"/>
                  </a:cubicBezTo>
                  <a:cubicBezTo>
                    <a:pt x="1" y="23054"/>
                    <a:pt x="161" y="23214"/>
                    <a:pt x="389" y="23214"/>
                  </a:cubicBezTo>
                  <a:lnTo>
                    <a:pt x="26980" y="23214"/>
                  </a:lnTo>
                  <a:lnTo>
                    <a:pt x="49441" y="776"/>
                  </a:lnTo>
                  <a:lnTo>
                    <a:pt x="60808" y="776"/>
                  </a:lnTo>
                  <a:cubicBezTo>
                    <a:pt x="61013" y="776"/>
                    <a:pt x="61196" y="594"/>
                    <a:pt x="61196" y="388"/>
                  </a:cubicBezTo>
                  <a:cubicBezTo>
                    <a:pt x="61196" y="183"/>
                    <a:pt x="61013" y="0"/>
                    <a:pt x="60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4" name="Google Shape;1174;p14"/>
            <p:cNvSpPr/>
            <p:nvPr/>
          </p:nvSpPr>
          <p:spPr>
            <a:xfrm>
              <a:off x="5953000" y="3543100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66"/>
                  </a:moveTo>
                  <a:cubicBezTo>
                    <a:pt x="3972" y="366"/>
                    <a:pt x="5022" y="1416"/>
                    <a:pt x="5022" y="2694"/>
                  </a:cubicBezTo>
                  <a:cubicBezTo>
                    <a:pt x="5022" y="3949"/>
                    <a:pt x="3972" y="4999"/>
                    <a:pt x="2694" y="4999"/>
                  </a:cubicBezTo>
                  <a:cubicBezTo>
                    <a:pt x="1416" y="4999"/>
                    <a:pt x="388" y="3949"/>
                    <a:pt x="388" y="2694"/>
                  </a:cubicBezTo>
                  <a:cubicBezTo>
                    <a:pt x="388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187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187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5" name="Google Shape;1175;p14"/>
            <p:cNvSpPr/>
            <p:nvPr/>
          </p:nvSpPr>
          <p:spPr>
            <a:xfrm>
              <a:off x="5976400" y="3566500"/>
              <a:ext cx="87900" cy="87325"/>
            </a:xfrm>
            <a:custGeom>
              <a:avLst/>
              <a:gdLst/>
              <a:ahLst/>
              <a:cxnLst/>
              <a:rect l="l" t="t" r="r" b="b"/>
              <a:pathLst>
                <a:path w="3516" h="3493" extrusionOk="0">
                  <a:moveTo>
                    <a:pt x="1758" y="0"/>
                  </a:moveTo>
                  <a:cubicBezTo>
                    <a:pt x="799" y="0"/>
                    <a:pt x="0" y="776"/>
                    <a:pt x="0" y="1758"/>
                  </a:cubicBezTo>
                  <a:cubicBezTo>
                    <a:pt x="0" y="2717"/>
                    <a:pt x="799" y="3493"/>
                    <a:pt x="1758" y="3493"/>
                  </a:cubicBezTo>
                  <a:cubicBezTo>
                    <a:pt x="2739" y="3493"/>
                    <a:pt x="3515" y="2717"/>
                    <a:pt x="3515" y="1758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6" name="Google Shape;1176;p14"/>
            <p:cNvSpPr/>
            <p:nvPr/>
          </p:nvSpPr>
          <p:spPr>
            <a:xfrm>
              <a:off x="5421175" y="2256325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2"/>
                    <a:pt x="3972" y="5022"/>
                    <a:pt x="2694" y="5022"/>
                  </a:cubicBezTo>
                  <a:cubicBezTo>
                    <a:pt x="1415" y="5022"/>
                    <a:pt x="365" y="3972"/>
                    <a:pt x="365" y="2694"/>
                  </a:cubicBezTo>
                  <a:cubicBezTo>
                    <a:pt x="365" y="1416"/>
                    <a:pt x="1415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7" name="Google Shape;1177;p14"/>
            <p:cNvSpPr/>
            <p:nvPr/>
          </p:nvSpPr>
          <p:spPr>
            <a:xfrm>
              <a:off x="5444575" y="2279725"/>
              <a:ext cx="87900" cy="87900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0"/>
                  </a:moveTo>
                  <a:cubicBezTo>
                    <a:pt x="776" y="0"/>
                    <a:pt x="0" y="799"/>
                    <a:pt x="0" y="1758"/>
                  </a:cubicBezTo>
                  <a:cubicBezTo>
                    <a:pt x="0" y="2739"/>
                    <a:pt x="776" y="3516"/>
                    <a:pt x="1758" y="3516"/>
                  </a:cubicBezTo>
                  <a:cubicBezTo>
                    <a:pt x="2716" y="3516"/>
                    <a:pt x="3515" y="2739"/>
                    <a:pt x="3515" y="1758"/>
                  </a:cubicBezTo>
                  <a:cubicBezTo>
                    <a:pt x="3515" y="799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8" name="Google Shape;1178;p14"/>
            <p:cNvSpPr/>
            <p:nvPr/>
          </p:nvSpPr>
          <p:spPr>
            <a:xfrm>
              <a:off x="5459400" y="1912225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9" name="Google Shape;1179;p14"/>
            <p:cNvSpPr/>
            <p:nvPr/>
          </p:nvSpPr>
          <p:spPr>
            <a:xfrm>
              <a:off x="5482800" y="1935625"/>
              <a:ext cx="87900" cy="87900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1"/>
                  </a:moveTo>
                  <a:cubicBezTo>
                    <a:pt x="799" y="1"/>
                    <a:pt x="0" y="777"/>
                    <a:pt x="0" y="1758"/>
                  </a:cubicBezTo>
                  <a:cubicBezTo>
                    <a:pt x="0" y="2717"/>
                    <a:pt x="799" y="3516"/>
                    <a:pt x="1758" y="3516"/>
                  </a:cubicBezTo>
                  <a:cubicBezTo>
                    <a:pt x="2739" y="3516"/>
                    <a:pt x="3515" y="2717"/>
                    <a:pt x="3515" y="1758"/>
                  </a:cubicBezTo>
                  <a:cubicBezTo>
                    <a:pt x="3515" y="777"/>
                    <a:pt x="2739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0" name="Google Shape;1180;p14"/>
            <p:cNvSpPr/>
            <p:nvPr/>
          </p:nvSpPr>
          <p:spPr>
            <a:xfrm>
              <a:off x="4736975" y="1935625"/>
              <a:ext cx="87900" cy="87900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1"/>
                  </a:moveTo>
                  <a:cubicBezTo>
                    <a:pt x="777" y="1"/>
                    <a:pt x="1" y="777"/>
                    <a:pt x="1" y="1758"/>
                  </a:cubicBezTo>
                  <a:cubicBezTo>
                    <a:pt x="1" y="2717"/>
                    <a:pt x="777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1" name="Google Shape;1181;p14"/>
            <p:cNvSpPr/>
            <p:nvPr/>
          </p:nvSpPr>
          <p:spPr>
            <a:xfrm>
              <a:off x="7044625" y="2632950"/>
              <a:ext cx="87900" cy="87325"/>
            </a:xfrm>
            <a:custGeom>
              <a:avLst/>
              <a:gdLst/>
              <a:ahLst/>
              <a:cxnLst/>
              <a:rect l="l" t="t" r="r" b="b"/>
              <a:pathLst>
                <a:path w="3516" h="3493" extrusionOk="0">
                  <a:moveTo>
                    <a:pt x="1758" y="0"/>
                  </a:moveTo>
                  <a:cubicBezTo>
                    <a:pt x="799" y="0"/>
                    <a:pt x="0" y="776"/>
                    <a:pt x="0" y="1735"/>
                  </a:cubicBezTo>
                  <a:cubicBezTo>
                    <a:pt x="0" y="2716"/>
                    <a:pt x="799" y="3493"/>
                    <a:pt x="1758" y="3493"/>
                  </a:cubicBezTo>
                  <a:cubicBezTo>
                    <a:pt x="2739" y="3493"/>
                    <a:pt x="3515" y="2716"/>
                    <a:pt x="3515" y="1735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2" name="Google Shape;1182;p14"/>
            <p:cNvSpPr/>
            <p:nvPr/>
          </p:nvSpPr>
          <p:spPr>
            <a:xfrm>
              <a:off x="4222850" y="1085400"/>
              <a:ext cx="134675" cy="134675"/>
            </a:xfrm>
            <a:custGeom>
              <a:avLst/>
              <a:gdLst/>
              <a:ahLst/>
              <a:cxnLst/>
              <a:rect l="l" t="t" r="r" b="b"/>
              <a:pathLst>
                <a:path w="5387" h="5387" extrusionOk="0">
                  <a:moveTo>
                    <a:pt x="2694" y="388"/>
                  </a:moveTo>
                  <a:cubicBezTo>
                    <a:pt x="3972" y="388"/>
                    <a:pt x="5022" y="1415"/>
                    <a:pt x="5022" y="2694"/>
                  </a:cubicBezTo>
                  <a:cubicBezTo>
                    <a:pt x="5022" y="3972"/>
                    <a:pt x="3972" y="4999"/>
                    <a:pt x="2694" y="4999"/>
                  </a:cubicBezTo>
                  <a:cubicBezTo>
                    <a:pt x="1415" y="4999"/>
                    <a:pt x="388" y="3972"/>
                    <a:pt x="388" y="2694"/>
                  </a:cubicBezTo>
                  <a:cubicBezTo>
                    <a:pt x="388" y="1415"/>
                    <a:pt x="1415" y="388"/>
                    <a:pt x="2694" y="388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7"/>
                    <a:pt x="1210" y="5387"/>
                    <a:pt x="2694" y="5387"/>
                  </a:cubicBezTo>
                  <a:cubicBezTo>
                    <a:pt x="4177" y="5387"/>
                    <a:pt x="5387" y="4177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3" name="Google Shape;1183;p14"/>
            <p:cNvSpPr/>
            <p:nvPr/>
          </p:nvSpPr>
          <p:spPr>
            <a:xfrm>
              <a:off x="4246800" y="1108775"/>
              <a:ext cx="87350" cy="87925"/>
            </a:xfrm>
            <a:custGeom>
              <a:avLst/>
              <a:gdLst/>
              <a:ahLst/>
              <a:cxnLst/>
              <a:rect l="l" t="t" r="r" b="b"/>
              <a:pathLst>
                <a:path w="3494" h="3517" extrusionOk="0">
                  <a:moveTo>
                    <a:pt x="1736" y="1"/>
                  </a:moveTo>
                  <a:cubicBezTo>
                    <a:pt x="777" y="1"/>
                    <a:pt x="1" y="800"/>
                    <a:pt x="1" y="1759"/>
                  </a:cubicBezTo>
                  <a:cubicBezTo>
                    <a:pt x="1" y="2717"/>
                    <a:pt x="777" y="3516"/>
                    <a:pt x="1736" y="3516"/>
                  </a:cubicBezTo>
                  <a:cubicBezTo>
                    <a:pt x="2717" y="3516"/>
                    <a:pt x="3493" y="2717"/>
                    <a:pt x="3493" y="1759"/>
                  </a:cubicBezTo>
                  <a:cubicBezTo>
                    <a:pt x="3493" y="800"/>
                    <a:pt x="2717" y="1"/>
                    <a:pt x="17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4" name="Google Shape;1184;p14"/>
            <p:cNvSpPr/>
            <p:nvPr/>
          </p:nvSpPr>
          <p:spPr>
            <a:xfrm>
              <a:off x="3502700" y="2585000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5" name="Google Shape;1185;p14"/>
            <p:cNvSpPr/>
            <p:nvPr/>
          </p:nvSpPr>
          <p:spPr>
            <a:xfrm>
              <a:off x="3526100" y="2608400"/>
              <a:ext cx="87900" cy="87900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1"/>
                  </a:moveTo>
                  <a:cubicBezTo>
                    <a:pt x="776" y="1"/>
                    <a:pt x="0" y="777"/>
                    <a:pt x="0" y="1758"/>
                  </a:cubicBezTo>
                  <a:cubicBezTo>
                    <a:pt x="0" y="2717"/>
                    <a:pt x="776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6" name="Google Shape;1186;p14"/>
            <p:cNvSpPr/>
            <p:nvPr/>
          </p:nvSpPr>
          <p:spPr>
            <a:xfrm>
              <a:off x="2281550" y="1156150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2"/>
                    <a:pt x="3972" y="4999"/>
                    <a:pt x="2694" y="4999"/>
                  </a:cubicBezTo>
                  <a:cubicBezTo>
                    <a:pt x="1416" y="4999"/>
                    <a:pt x="366" y="3972"/>
                    <a:pt x="366" y="2694"/>
                  </a:cubicBezTo>
                  <a:cubicBezTo>
                    <a:pt x="366" y="1416"/>
                    <a:pt x="1416" y="366"/>
                    <a:pt x="2694" y="366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7" name="Google Shape;1187;p14"/>
            <p:cNvSpPr/>
            <p:nvPr/>
          </p:nvSpPr>
          <p:spPr>
            <a:xfrm>
              <a:off x="2304950" y="1179550"/>
              <a:ext cx="87325" cy="87900"/>
            </a:xfrm>
            <a:custGeom>
              <a:avLst/>
              <a:gdLst/>
              <a:ahLst/>
              <a:cxnLst/>
              <a:rect l="l" t="t" r="r" b="b"/>
              <a:pathLst>
                <a:path w="3493" h="3516" extrusionOk="0">
                  <a:moveTo>
                    <a:pt x="1758" y="0"/>
                  </a:moveTo>
                  <a:cubicBezTo>
                    <a:pt x="776" y="0"/>
                    <a:pt x="0" y="776"/>
                    <a:pt x="0" y="1758"/>
                  </a:cubicBezTo>
                  <a:cubicBezTo>
                    <a:pt x="0" y="2717"/>
                    <a:pt x="776" y="3515"/>
                    <a:pt x="1758" y="3515"/>
                  </a:cubicBezTo>
                  <a:cubicBezTo>
                    <a:pt x="2716" y="3515"/>
                    <a:pt x="3493" y="2717"/>
                    <a:pt x="3493" y="1758"/>
                  </a:cubicBezTo>
                  <a:cubicBezTo>
                    <a:pt x="3493" y="776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8" name="Google Shape;1188;p14"/>
            <p:cNvSpPr/>
            <p:nvPr/>
          </p:nvSpPr>
          <p:spPr>
            <a:xfrm>
              <a:off x="1577950" y="1004925"/>
              <a:ext cx="94750" cy="94750"/>
            </a:xfrm>
            <a:custGeom>
              <a:avLst/>
              <a:gdLst/>
              <a:ahLst/>
              <a:cxnLst/>
              <a:rect l="l" t="t" r="r" b="b"/>
              <a:pathLst>
                <a:path w="3790" h="3790" extrusionOk="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9" name="Google Shape;1189;p14"/>
            <p:cNvSpPr/>
            <p:nvPr/>
          </p:nvSpPr>
          <p:spPr>
            <a:xfrm>
              <a:off x="1595075" y="1022050"/>
              <a:ext cx="59950" cy="59950"/>
            </a:xfrm>
            <a:custGeom>
              <a:avLst/>
              <a:gdLst/>
              <a:ahLst/>
              <a:cxnLst/>
              <a:rect l="l" t="t" r="r" b="b"/>
              <a:pathLst>
                <a:path w="2398" h="2398" extrusionOk="0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0" name="Google Shape;1190;p14"/>
            <p:cNvSpPr/>
            <p:nvPr/>
          </p:nvSpPr>
          <p:spPr>
            <a:xfrm>
              <a:off x="2892125" y="1170425"/>
              <a:ext cx="106150" cy="106150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310" y="4246"/>
                    <a:pt x="4246" y="3287"/>
                    <a:pt x="4246" y="2123"/>
                  </a:cubicBezTo>
                  <a:cubicBezTo>
                    <a:pt x="4246" y="936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1" name="Google Shape;1191;p14"/>
            <p:cNvSpPr/>
            <p:nvPr/>
          </p:nvSpPr>
          <p:spPr>
            <a:xfrm>
              <a:off x="7004675" y="1366150"/>
              <a:ext cx="106150" cy="106150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36" y="0"/>
                    <a:pt x="0" y="959"/>
                    <a:pt x="0" y="2123"/>
                  </a:cubicBezTo>
                  <a:cubicBezTo>
                    <a:pt x="0" y="3310"/>
                    <a:pt x="936" y="4246"/>
                    <a:pt x="2123" y="4246"/>
                  </a:cubicBezTo>
                  <a:cubicBezTo>
                    <a:pt x="3287" y="4246"/>
                    <a:pt x="4246" y="3310"/>
                    <a:pt x="4246" y="2123"/>
                  </a:cubicBezTo>
                  <a:cubicBezTo>
                    <a:pt x="4246" y="959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2" name="Google Shape;1192;p14"/>
            <p:cNvSpPr/>
            <p:nvPr/>
          </p:nvSpPr>
          <p:spPr>
            <a:xfrm>
              <a:off x="6446600" y="2270600"/>
              <a:ext cx="106150" cy="106150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59" y="0"/>
                    <a:pt x="0" y="959"/>
                    <a:pt x="0" y="2123"/>
                  </a:cubicBezTo>
                  <a:cubicBezTo>
                    <a:pt x="0" y="3310"/>
                    <a:pt x="959" y="4246"/>
                    <a:pt x="2123" y="4246"/>
                  </a:cubicBezTo>
                  <a:cubicBezTo>
                    <a:pt x="3310" y="4246"/>
                    <a:pt x="4246" y="3310"/>
                    <a:pt x="4246" y="2123"/>
                  </a:cubicBezTo>
                  <a:cubicBezTo>
                    <a:pt x="4246" y="959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3" name="Google Shape;1193;p14"/>
            <p:cNvSpPr/>
            <p:nvPr/>
          </p:nvSpPr>
          <p:spPr>
            <a:xfrm>
              <a:off x="6258275" y="3300575"/>
              <a:ext cx="69650" cy="69650"/>
            </a:xfrm>
            <a:custGeom>
              <a:avLst/>
              <a:gdLst/>
              <a:ahLst/>
              <a:cxnLst/>
              <a:rect l="l" t="t" r="r" b="b"/>
              <a:pathLst>
                <a:path w="2786" h="2786" extrusionOk="0">
                  <a:moveTo>
                    <a:pt x="1393" y="1"/>
                  </a:moveTo>
                  <a:cubicBezTo>
                    <a:pt x="617" y="1"/>
                    <a:pt x="1" y="617"/>
                    <a:pt x="1" y="1393"/>
                  </a:cubicBezTo>
                  <a:cubicBezTo>
                    <a:pt x="1" y="2146"/>
                    <a:pt x="617" y="2786"/>
                    <a:pt x="1393" y="2786"/>
                  </a:cubicBezTo>
                  <a:cubicBezTo>
                    <a:pt x="2169" y="2786"/>
                    <a:pt x="2786" y="2146"/>
                    <a:pt x="2786" y="1393"/>
                  </a:cubicBezTo>
                  <a:cubicBezTo>
                    <a:pt x="2786" y="617"/>
                    <a:pt x="2169" y="1"/>
                    <a:pt x="1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4" name="Google Shape;1194;p14"/>
            <p:cNvSpPr/>
            <p:nvPr/>
          </p:nvSpPr>
          <p:spPr>
            <a:xfrm>
              <a:off x="4746100" y="3030675"/>
              <a:ext cx="69650" cy="69075"/>
            </a:xfrm>
            <a:custGeom>
              <a:avLst/>
              <a:gdLst/>
              <a:ahLst/>
              <a:cxnLst/>
              <a:rect l="l" t="t" r="r" b="b"/>
              <a:pathLst>
                <a:path w="2786" h="2763" extrusionOk="0">
                  <a:moveTo>
                    <a:pt x="1393" y="0"/>
                  </a:moveTo>
                  <a:cubicBezTo>
                    <a:pt x="617" y="0"/>
                    <a:pt x="1" y="617"/>
                    <a:pt x="1" y="1393"/>
                  </a:cubicBezTo>
                  <a:cubicBezTo>
                    <a:pt x="1" y="2146"/>
                    <a:pt x="617" y="2762"/>
                    <a:pt x="1393" y="2762"/>
                  </a:cubicBezTo>
                  <a:cubicBezTo>
                    <a:pt x="2169" y="2762"/>
                    <a:pt x="2786" y="2146"/>
                    <a:pt x="2786" y="1393"/>
                  </a:cubicBezTo>
                  <a:cubicBezTo>
                    <a:pt x="2786" y="617"/>
                    <a:pt x="2169" y="0"/>
                    <a:pt x="1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5" name="Google Shape;1195;p14"/>
            <p:cNvSpPr/>
            <p:nvPr/>
          </p:nvSpPr>
          <p:spPr>
            <a:xfrm>
              <a:off x="5111875" y="1378700"/>
              <a:ext cx="106175" cy="106150"/>
            </a:xfrm>
            <a:custGeom>
              <a:avLst/>
              <a:gdLst/>
              <a:ahLst/>
              <a:cxnLst/>
              <a:rect l="l" t="t" r="r" b="b"/>
              <a:pathLst>
                <a:path w="4247" h="4246" extrusionOk="0">
                  <a:moveTo>
                    <a:pt x="2124" y="0"/>
                  </a:moveTo>
                  <a:cubicBezTo>
                    <a:pt x="960" y="0"/>
                    <a:pt x="1" y="959"/>
                    <a:pt x="1" y="2123"/>
                  </a:cubicBezTo>
                  <a:cubicBezTo>
                    <a:pt x="1" y="3310"/>
                    <a:pt x="960" y="4246"/>
                    <a:pt x="2124" y="4246"/>
                  </a:cubicBezTo>
                  <a:cubicBezTo>
                    <a:pt x="3288" y="4246"/>
                    <a:pt x="4246" y="3310"/>
                    <a:pt x="4246" y="2123"/>
                  </a:cubicBezTo>
                  <a:cubicBezTo>
                    <a:pt x="4246" y="959"/>
                    <a:pt x="3288" y="0"/>
                    <a:pt x="21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6" name="Google Shape;1196;p14"/>
            <p:cNvSpPr/>
            <p:nvPr/>
          </p:nvSpPr>
          <p:spPr>
            <a:xfrm>
              <a:off x="5692225" y="1404950"/>
              <a:ext cx="75350" cy="74775"/>
            </a:xfrm>
            <a:custGeom>
              <a:avLst/>
              <a:gdLst/>
              <a:ahLst/>
              <a:cxnLst/>
              <a:rect l="l" t="t" r="r" b="b"/>
              <a:pathLst>
                <a:path w="3014" h="2991" extrusionOk="0">
                  <a:moveTo>
                    <a:pt x="1507" y="0"/>
                  </a:moveTo>
                  <a:cubicBezTo>
                    <a:pt x="685" y="0"/>
                    <a:pt x="0" y="662"/>
                    <a:pt x="0" y="1507"/>
                  </a:cubicBezTo>
                  <a:cubicBezTo>
                    <a:pt x="0" y="2328"/>
                    <a:pt x="685" y="2990"/>
                    <a:pt x="1507" y="2990"/>
                  </a:cubicBezTo>
                  <a:cubicBezTo>
                    <a:pt x="2328" y="2990"/>
                    <a:pt x="3013" y="2328"/>
                    <a:pt x="3013" y="1507"/>
                  </a:cubicBezTo>
                  <a:cubicBezTo>
                    <a:pt x="3013" y="662"/>
                    <a:pt x="2328" y="0"/>
                    <a:pt x="1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7" name="Google Shape;1197;p14"/>
            <p:cNvSpPr/>
            <p:nvPr/>
          </p:nvSpPr>
          <p:spPr>
            <a:xfrm>
              <a:off x="5821750" y="1469425"/>
              <a:ext cx="79350" cy="79350"/>
            </a:xfrm>
            <a:custGeom>
              <a:avLst/>
              <a:gdLst/>
              <a:ahLst/>
              <a:cxnLst/>
              <a:rect l="l" t="t" r="r" b="b"/>
              <a:pathLst>
                <a:path w="3174" h="3174" extrusionOk="0">
                  <a:moveTo>
                    <a:pt x="1598" y="1"/>
                  </a:moveTo>
                  <a:cubicBezTo>
                    <a:pt x="708" y="1"/>
                    <a:pt x="1" y="708"/>
                    <a:pt x="1" y="1575"/>
                  </a:cubicBezTo>
                  <a:cubicBezTo>
                    <a:pt x="1" y="2466"/>
                    <a:pt x="708" y="3173"/>
                    <a:pt x="1598" y="3173"/>
                  </a:cubicBezTo>
                  <a:cubicBezTo>
                    <a:pt x="2466" y="3173"/>
                    <a:pt x="3173" y="2466"/>
                    <a:pt x="3173" y="1575"/>
                  </a:cubicBezTo>
                  <a:cubicBezTo>
                    <a:pt x="3173" y="708"/>
                    <a:pt x="2466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8" name="Google Shape;1198;p14"/>
            <p:cNvSpPr/>
            <p:nvPr/>
          </p:nvSpPr>
          <p:spPr>
            <a:xfrm>
              <a:off x="3572900" y="2384150"/>
              <a:ext cx="139825" cy="139250"/>
            </a:xfrm>
            <a:custGeom>
              <a:avLst/>
              <a:gdLst/>
              <a:ahLst/>
              <a:cxnLst/>
              <a:rect l="l" t="t" r="r" b="b"/>
              <a:pathLst>
                <a:path w="5593" h="5570" extrusionOk="0">
                  <a:moveTo>
                    <a:pt x="2808" y="0"/>
                  </a:moveTo>
                  <a:cubicBezTo>
                    <a:pt x="1255" y="0"/>
                    <a:pt x="0" y="1233"/>
                    <a:pt x="0" y="2785"/>
                  </a:cubicBezTo>
                  <a:cubicBezTo>
                    <a:pt x="0" y="4314"/>
                    <a:pt x="1255" y="5570"/>
                    <a:pt x="2808" y="5570"/>
                  </a:cubicBezTo>
                  <a:cubicBezTo>
                    <a:pt x="4337" y="5570"/>
                    <a:pt x="5592" y="4314"/>
                    <a:pt x="5592" y="2785"/>
                  </a:cubicBezTo>
                  <a:cubicBezTo>
                    <a:pt x="5592" y="1233"/>
                    <a:pt x="4337" y="0"/>
                    <a:pt x="2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9" name="Google Shape;1199;p14"/>
            <p:cNvSpPr/>
            <p:nvPr/>
          </p:nvSpPr>
          <p:spPr>
            <a:xfrm>
              <a:off x="5419450" y="2995300"/>
              <a:ext cx="139825" cy="139825"/>
            </a:xfrm>
            <a:custGeom>
              <a:avLst/>
              <a:gdLst/>
              <a:ahLst/>
              <a:cxnLst/>
              <a:rect l="l" t="t" r="r" b="b"/>
              <a:pathLst>
                <a:path w="5593" h="5593" extrusionOk="0">
                  <a:moveTo>
                    <a:pt x="2785" y="0"/>
                  </a:moveTo>
                  <a:cubicBezTo>
                    <a:pt x="1256" y="0"/>
                    <a:pt x="1" y="1256"/>
                    <a:pt x="1" y="2808"/>
                  </a:cubicBezTo>
                  <a:cubicBezTo>
                    <a:pt x="1" y="4337"/>
                    <a:pt x="1256" y="5592"/>
                    <a:pt x="2785" y="5592"/>
                  </a:cubicBezTo>
                  <a:cubicBezTo>
                    <a:pt x="4338" y="5592"/>
                    <a:pt x="5593" y="4337"/>
                    <a:pt x="5593" y="2808"/>
                  </a:cubicBezTo>
                  <a:cubicBezTo>
                    <a:pt x="5593" y="1256"/>
                    <a:pt x="4338" y="0"/>
                    <a:pt x="27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0" name="Google Shape;1200;p14"/>
            <p:cNvSpPr/>
            <p:nvPr/>
          </p:nvSpPr>
          <p:spPr>
            <a:xfrm>
              <a:off x="3311550" y="1787275"/>
              <a:ext cx="65075" cy="65075"/>
            </a:xfrm>
            <a:custGeom>
              <a:avLst/>
              <a:gdLst/>
              <a:ahLst/>
              <a:cxnLst/>
              <a:rect l="l" t="t" r="r" b="b"/>
              <a:pathLst>
                <a:path w="2603" h="2603" extrusionOk="0">
                  <a:moveTo>
                    <a:pt x="1301" y="0"/>
                  </a:moveTo>
                  <a:cubicBezTo>
                    <a:pt x="594" y="0"/>
                    <a:pt x="0" y="571"/>
                    <a:pt x="0" y="1301"/>
                  </a:cubicBezTo>
                  <a:cubicBezTo>
                    <a:pt x="0" y="2009"/>
                    <a:pt x="594" y="2602"/>
                    <a:pt x="1301" y="2602"/>
                  </a:cubicBezTo>
                  <a:cubicBezTo>
                    <a:pt x="2009" y="2602"/>
                    <a:pt x="2602" y="2009"/>
                    <a:pt x="2602" y="1301"/>
                  </a:cubicBezTo>
                  <a:cubicBezTo>
                    <a:pt x="2602" y="571"/>
                    <a:pt x="2009" y="0"/>
                    <a:pt x="1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1" name="Google Shape;1201;p14"/>
            <p:cNvSpPr/>
            <p:nvPr/>
          </p:nvSpPr>
          <p:spPr>
            <a:xfrm>
              <a:off x="3501550" y="1519075"/>
              <a:ext cx="143825" cy="144400"/>
            </a:xfrm>
            <a:custGeom>
              <a:avLst/>
              <a:gdLst/>
              <a:ahLst/>
              <a:cxnLst/>
              <a:rect l="l" t="t" r="r" b="b"/>
              <a:pathLst>
                <a:path w="5753" h="5776" extrusionOk="0">
                  <a:moveTo>
                    <a:pt x="2877" y="388"/>
                  </a:moveTo>
                  <a:cubicBezTo>
                    <a:pt x="4246" y="388"/>
                    <a:pt x="5388" y="1507"/>
                    <a:pt x="5388" y="2899"/>
                  </a:cubicBezTo>
                  <a:cubicBezTo>
                    <a:pt x="5388" y="4269"/>
                    <a:pt x="4246" y="5410"/>
                    <a:pt x="2877" y="5410"/>
                  </a:cubicBezTo>
                  <a:cubicBezTo>
                    <a:pt x="1485" y="5410"/>
                    <a:pt x="366" y="4269"/>
                    <a:pt x="366" y="2899"/>
                  </a:cubicBezTo>
                  <a:cubicBezTo>
                    <a:pt x="366" y="1507"/>
                    <a:pt x="1485" y="388"/>
                    <a:pt x="2877" y="388"/>
                  </a:cubicBezTo>
                  <a:close/>
                  <a:moveTo>
                    <a:pt x="2877" y="0"/>
                  </a:moveTo>
                  <a:cubicBezTo>
                    <a:pt x="1279" y="0"/>
                    <a:pt x="1" y="1301"/>
                    <a:pt x="1" y="2899"/>
                  </a:cubicBezTo>
                  <a:cubicBezTo>
                    <a:pt x="1" y="4497"/>
                    <a:pt x="1279" y="5775"/>
                    <a:pt x="2877" y="5775"/>
                  </a:cubicBezTo>
                  <a:cubicBezTo>
                    <a:pt x="4475" y="5775"/>
                    <a:pt x="5753" y="4497"/>
                    <a:pt x="5753" y="2899"/>
                  </a:cubicBezTo>
                  <a:cubicBezTo>
                    <a:pt x="5753" y="1301"/>
                    <a:pt x="4475" y="0"/>
                    <a:pt x="2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2" name="Google Shape;1202;p14"/>
            <p:cNvSpPr/>
            <p:nvPr/>
          </p:nvSpPr>
          <p:spPr>
            <a:xfrm>
              <a:off x="3526675" y="1544750"/>
              <a:ext cx="93600" cy="93050"/>
            </a:xfrm>
            <a:custGeom>
              <a:avLst/>
              <a:gdLst/>
              <a:ahLst/>
              <a:cxnLst/>
              <a:rect l="l" t="t" r="r" b="b"/>
              <a:pathLst>
                <a:path w="3744" h="3722" extrusionOk="0">
                  <a:moveTo>
                    <a:pt x="1872" y="0"/>
                  </a:moveTo>
                  <a:cubicBezTo>
                    <a:pt x="845" y="0"/>
                    <a:pt x="0" y="845"/>
                    <a:pt x="0" y="1872"/>
                  </a:cubicBezTo>
                  <a:cubicBezTo>
                    <a:pt x="0" y="2899"/>
                    <a:pt x="845" y="3721"/>
                    <a:pt x="1872" y="3721"/>
                  </a:cubicBezTo>
                  <a:cubicBezTo>
                    <a:pt x="2899" y="3721"/>
                    <a:pt x="3744" y="2899"/>
                    <a:pt x="3744" y="1872"/>
                  </a:cubicBezTo>
                  <a:cubicBezTo>
                    <a:pt x="3744" y="845"/>
                    <a:pt x="2899" y="0"/>
                    <a:pt x="1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3" name="Google Shape;1203;p14"/>
            <p:cNvSpPr/>
            <p:nvPr/>
          </p:nvSpPr>
          <p:spPr>
            <a:xfrm>
              <a:off x="1930050" y="1563575"/>
              <a:ext cx="106150" cy="106175"/>
            </a:xfrm>
            <a:custGeom>
              <a:avLst/>
              <a:gdLst/>
              <a:ahLst/>
              <a:cxnLst/>
              <a:rect l="l" t="t" r="r" b="b"/>
              <a:pathLst>
                <a:path w="4246" h="4247" extrusionOk="0">
                  <a:moveTo>
                    <a:pt x="2123" y="1"/>
                  </a:moveTo>
                  <a:cubicBezTo>
                    <a:pt x="959" y="1"/>
                    <a:pt x="0" y="937"/>
                    <a:pt x="0" y="2123"/>
                  </a:cubicBezTo>
                  <a:cubicBezTo>
                    <a:pt x="0" y="3288"/>
                    <a:pt x="959" y="4246"/>
                    <a:pt x="2123" y="4246"/>
                  </a:cubicBezTo>
                  <a:cubicBezTo>
                    <a:pt x="3310" y="4246"/>
                    <a:pt x="4246" y="3288"/>
                    <a:pt x="4246" y="2123"/>
                  </a:cubicBezTo>
                  <a:cubicBezTo>
                    <a:pt x="4246" y="937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4" name="Google Shape;1204;p14"/>
            <p:cNvSpPr/>
            <p:nvPr/>
          </p:nvSpPr>
          <p:spPr>
            <a:xfrm>
              <a:off x="1621325" y="1563575"/>
              <a:ext cx="106175" cy="106175"/>
            </a:xfrm>
            <a:custGeom>
              <a:avLst/>
              <a:gdLst/>
              <a:ahLst/>
              <a:cxnLst/>
              <a:rect l="l" t="t" r="r" b="b"/>
              <a:pathLst>
                <a:path w="4247" h="4247" extrusionOk="0">
                  <a:moveTo>
                    <a:pt x="2123" y="1"/>
                  </a:moveTo>
                  <a:cubicBezTo>
                    <a:pt x="936" y="1"/>
                    <a:pt x="1" y="937"/>
                    <a:pt x="1" y="2123"/>
                  </a:cubicBezTo>
                  <a:cubicBezTo>
                    <a:pt x="1" y="3288"/>
                    <a:pt x="936" y="4246"/>
                    <a:pt x="2123" y="4246"/>
                  </a:cubicBezTo>
                  <a:cubicBezTo>
                    <a:pt x="3287" y="4246"/>
                    <a:pt x="4246" y="3288"/>
                    <a:pt x="4246" y="2123"/>
                  </a:cubicBezTo>
                  <a:cubicBezTo>
                    <a:pt x="4246" y="937"/>
                    <a:pt x="3287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5" name="Google Shape;1205;p14"/>
            <p:cNvSpPr/>
            <p:nvPr/>
          </p:nvSpPr>
          <p:spPr>
            <a:xfrm>
              <a:off x="944550" y="1765575"/>
              <a:ext cx="106175" cy="106175"/>
            </a:xfrm>
            <a:custGeom>
              <a:avLst/>
              <a:gdLst/>
              <a:ahLst/>
              <a:cxnLst/>
              <a:rect l="l" t="t" r="r" b="b"/>
              <a:pathLst>
                <a:path w="4247" h="4247" extrusionOk="0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6" name="Google Shape;1206;p14"/>
            <p:cNvSpPr/>
            <p:nvPr/>
          </p:nvSpPr>
          <p:spPr>
            <a:xfrm>
              <a:off x="496050" y="1323925"/>
              <a:ext cx="106150" cy="106150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7" name="Google Shape;1207;p14"/>
            <p:cNvSpPr/>
            <p:nvPr/>
          </p:nvSpPr>
          <p:spPr>
            <a:xfrm>
              <a:off x="3168300" y="1186975"/>
              <a:ext cx="72500" cy="73050"/>
            </a:xfrm>
            <a:custGeom>
              <a:avLst/>
              <a:gdLst/>
              <a:ahLst/>
              <a:cxnLst/>
              <a:rect l="l" t="t" r="r" b="b"/>
              <a:pathLst>
                <a:path w="2900" h="2922" extrusionOk="0">
                  <a:moveTo>
                    <a:pt x="1462" y="0"/>
                  </a:moveTo>
                  <a:cubicBezTo>
                    <a:pt x="640" y="0"/>
                    <a:pt x="1" y="639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1" y="2922"/>
                    <a:pt x="2900" y="2260"/>
                    <a:pt x="2900" y="1461"/>
                  </a:cubicBezTo>
                  <a:cubicBezTo>
                    <a:pt x="2900" y="639"/>
                    <a:pt x="2261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8" name="Google Shape;1208;p14"/>
            <p:cNvSpPr/>
            <p:nvPr/>
          </p:nvSpPr>
          <p:spPr>
            <a:xfrm>
              <a:off x="1238425" y="1362725"/>
              <a:ext cx="73075" cy="73050"/>
            </a:xfrm>
            <a:custGeom>
              <a:avLst/>
              <a:gdLst/>
              <a:ahLst/>
              <a:cxnLst/>
              <a:rect l="l" t="t" r="r" b="b"/>
              <a:pathLst>
                <a:path w="2923" h="2922" extrusionOk="0">
                  <a:moveTo>
                    <a:pt x="1462" y="0"/>
                  </a:moveTo>
                  <a:cubicBezTo>
                    <a:pt x="640" y="0"/>
                    <a:pt x="1" y="662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0" y="2922"/>
                    <a:pt x="2922" y="2260"/>
                    <a:pt x="2922" y="1461"/>
                  </a:cubicBezTo>
                  <a:cubicBezTo>
                    <a:pt x="2922" y="662"/>
                    <a:pt x="2260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9" name="Google Shape;1209;p14"/>
            <p:cNvSpPr/>
            <p:nvPr/>
          </p:nvSpPr>
          <p:spPr>
            <a:xfrm>
              <a:off x="2281550" y="832600"/>
              <a:ext cx="2995850" cy="9725"/>
            </a:xfrm>
            <a:custGeom>
              <a:avLst/>
              <a:gdLst/>
              <a:ahLst/>
              <a:cxnLst/>
              <a:rect l="l" t="t" r="r" b="b"/>
              <a:pathLst>
                <a:path w="119834" h="389" extrusionOk="0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0" name="Google Shape;1210;p14"/>
            <p:cNvSpPr/>
            <p:nvPr/>
          </p:nvSpPr>
          <p:spPr>
            <a:xfrm>
              <a:off x="2222775" y="800650"/>
              <a:ext cx="73075" cy="73050"/>
            </a:xfrm>
            <a:custGeom>
              <a:avLst/>
              <a:gdLst/>
              <a:ahLst/>
              <a:cxnLst/>
              <a:rect l="l" t="t" r="r" b="b"/>
              <a:pathLst>
                <a:path w="2923" h="2922" extrusionOk="0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1" name="Google Shape;1211;p14"/>
            <p:cNvSpPr/>
            <p:nvPr/>
          </p:nvSpPr>
          <p:spPr>
            <a:xfrm>
              <a:off x="5235725" y="800650"/>
              <a:ext cx="73050" cy="73050"/>
            </a:xfrm>
            <a:custGeom>
              <a:avLst/>
              <a:gdLst/>
              <a:ahLst/>
              <a:cxnLst/>
              <a:rect l="l" t="t" r="r" b="b"/>
              <a:pathLst>
                <a:path w="2922" h="2922" extrusionOk="0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2" name="Google Shape;1212;p14"/>
            <p:cNvSpPr/>
            <p:nvPr/>
          </p:nvSpPr>
          <p:spPr>
            <a:xfrm>
              <a:off x="5732175" y="319450"/>
              <a:ext cx="1118450" cy="1117475"/>
            </a:xfrm>
            <a:custGeom>
              <a:avLst/>
              <a:gdLst/>
              <a:ahLst/>
              <a:cxnLst/>
              <a:rect l="l" t="t" r="r" b="b"/>
              <a:pathLst>
                <a:path w="44738" h="44699" extrusionOk="0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3" name="Google Shape;1213;p14"/>
            <p:cNvSpPr/>
            <p:nvPr/>
          </p:nvSpPr>
          <p:spPr>
            <a:xfrm>
              <a:off x="5870250" y="381100"/>
              <a:ext cx="1118475" cy="1117450"/>
            </a:xfrm>
            <a:custGeom>
              <a:avLst/>
              <a:gdLst/>
              <a:ahLst/>
              <a:cxnLst/>
              <a:rect l="l" t="t" r="r" b="b"/>
              <a:pathLst>
                <a:path w="44739" h="44698" extrusionOk="0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4" name="Google Shape;1214;p14"/>
            <p:cNvSpPr/>
            <p:nvPr/>
          </p:nvSpPr>
          <p:spPr>
            <a:xfrm>
              <a:off x="4775775" y="1974875"/>
              <a:ext cx="2300825" cy="706600"/>
            </a:xfrm>
            <a:custGeom>
              <a:avLst/>
              <a:gdLst/>
              <a:ahLst/>
              <a:cxnLst/>
              <a:rect l="l" t="t" r="r" b="b"/>
              <a:pathLst>
                <a:path w="92033" h="28264" extrusionOk="0">
                  <a:moveTo>
                    <a:pt x="206" y="0"/>
                  </a:moveTo>
                  <a:cubicBezTo>
                    <a:pt x="155" y="0"/>
                    <a:pt x="104" y="17"/>
                    <a:pt x="69" y="51"/>
                  </a:cubicBezTo>
                  <a:cubicBezTo>
                    <a:pt x="1" y="120"/>
                    <a:pt x="1" y="234"/>
                    <a:pt x="69" y="325"/>
                  </a:cubicBezTo>
                  <a:lnTo>
                    <a:pt x="28007" y="28263"/>
                  </a:lnTo>
                  <a:lnTo>
                    <a:pt x="91850" y="28263"/>
                  </a:lnTo>
                  <a:cubicBezTo>
                    <a:pt x="91941" y="28263"/>
                    <a:pt x="92032" y="28172"/>
                    <a:pt x="92032" y="28058"/>
                  </a:cubicBezTo>
                  <a:cubicBezTo>
                    <a:pt x="92032" y="27967"/>
                    <a:pt x="91941" y="27875"/>
                    <a:pt x="91850" y="27875"/>
                  </a:cubicBezTo>
                  <a:lnTo>
                    <a:pt x="28167" y="27875"/>
                  </a:lnTo>
                  <a:lnTo>
                    <a:pt x="343" y="51"/>
                  </a:lnTo>
                  <a:cubicBezTo>
                    <a:pt x="309" y="17"/>
                    <a:pt x="258" y="0"/>
                    <a:pt x="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5" name="Google Shape;1215;p14"/>
            <p:cNvSpPr/>
            <p:nvPr/>
          </p:nvSpPr>
          <p:spPr>
            <a:xfrm>
              <a:off x="3518100" y="2023500"/>
              <a:ext cx="149550" cy="93050"/>
            </a:xfrm>
            <a:custGeom>
              <a:avLst/>
              <a:gdLst/>
              <a:ahLst/>
              <a:cxnLst/>
              <a:rect l="l" t="t" r="r" b="b"/>
              <a:pathLst>
                <a:path w="5982" h="3722" extrusionOk="0">
                  <a:moveTo>
                    <a:pt x="1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6" name="Google Shape;1216;p14"/>
            <p:cNvSpPr/>
            <p:nvPr/>
          </p:nvSpPr>
          <p:spPr>
            <a:xfrm>
              <a:off x="3630525" y="2023500"/>
              <a:ext cx="148950" cy="93050"/>
            </a:xfrm>
            <a:custGeom>
              <a:avLst/>
              <a:gdLst/>
              <a:ahLst/>
              <a:cxnLst/>
              <a:rect l="l" t="t" r="r" b="b"/>
              <a:pathLst>
                <a:path w="5958" h="3722" extrusionOk="0">
                  <a:moveTo>
                    <a:pt x="0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7" name="Google Shape;1217;p14"/>
            <p:cNvSpPr/>
            <p:nvPr/>
          </p:nvSpPr>
          <p:spPr>
            <a:xfrm>
              <a:off x="3742375" y="2023500"/>
              <a:ext cx="149525" cy="93050"/>
            </a:xfrm>
            <a:custGeom>
              <a:avLst/>
              <a:gdLst/>
              <a:ahLst/>
              <a:cxnLst/>
              <a:rect l="l" t="t" r="r" b="b"/>
              <a:pathLst>
                <a:path w="5981" h="3722" extrusionOk="0">
                  <a:moveTo>
                    <a:pt x="0" y="1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8" name="Google Shape;1218;p14"/>
            <p:cNvSpPr/>
            <p:nvPr/>
          </p:nvSpPr>
          <p:spPr>
            <a:xfrm>
              <a:off x="3854775" y="2023500"/>
              <a:ext cx="148975" cy="93050"/>
            </a:xfrm>
            <a:custGeom>
              <a:avLst/>
              <a:gdLst/>
              <a:ahLst/>
              <a:cxnLst/>
              <a:rect l="l" t="t" r="r" b="b"/>
              <a:pathLst>
                <a:path w="5959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9" name="Google Shape;1219;p14"/>
            <p:cNvSpPr/>
            <p:nvPr/>
          </p:nvSpPr>
          <p:spPr>
            <a:xfrm>
              <a:off x="3966625" y="2023500"/>
              <a:ext cx="148950" cy="93050"/>
            </a:xfrm>
            <a:custGeom>
              <a:avLst/>
              <a:gdLst/>
              <a:ahLst/>
              <a:cxnLst/>
              <a:rect l="l" t="t" r="r" b="b"/>
              <a:pathLst>
                <a:path w="5958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0" name="Google Shape;1220;p14"/>
            <p:cNvSpPr/>
            <p:nvPr/>
          </p:nvSpPr>
          <p:spPr>
            <a:xfrm>
              <a:off x="4078475" y="2023500"/>
              <a:ext cx="149525" cy="93050"/>
            </a:xfrm>
            <a:custGeom>
              <a:avLst/>
              <a:gdLst/>
              <a:ahLst/>
              <a:cxnLst/>
              <a:rect l="l" t="t" r="r" b="b"/>
              <a:pathLst>
                <a:path w="5981" h="3722" extrusionOk="0">
                  <a:moveTo>
                    <a:pt x="0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1" name="Google Shape;1221;p14"/>
            <p:cNvSpPr/>
            <p:nvPr/>
          </p:nvSpPr>
          <p:spPr>
            <a:xfrm>
              <a:off x="4190875" y="2023500"/>
              <a:ext cx="148975" cy="93050"/>
            </a:xfrm>
            <a:custGeom>
              <a:avLst/>
              <a:gdLst/>
              <a:ahLst/>
              <a:cxnLst/>
              <a:rect l="l" t="t" r="r" b="b"/>
              <a:pathLst>
                <a:path w="5959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2" name="Google Shape;1222;p14"/>
            <p:cNvSpPr/>
            <p:nvPr/>
          </p:nvSpPr>
          <p:spPr>
            <a:xfrm>
              <a:off x="4302725" y="2023500"/>
              <a:ext cx="149525" cy="93050"/>
            </a:xfrm>
            <a:custGeom>
              <a:avLst/>
              <a:gdLst/>
              <a:ahLst/>
              <a:cxnLst/>
              <a:rect l="l" t="t" r="r" b="b"/>
              <a:pathLst>
                <a:path w="5981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3" name="Google Shape;1223;p14"/>
            <p:cNvSpPr/>
            <p:nvPr/>
          </p:nvSpPr>
          <p:spPr>
            <a:xfrm>
              <a:off x="2718075" y="2800150"/>
              <a:ext cx="276800" cy="172925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4" name="Google Shape;1224;p14"/>
            <p:cNvSpPr/>
            <p:nvPr/>
          </p:nvSpPr>
          <p:spPr>
            <a:xfrm>
              <a:off x="2925800" y="28001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0" y="0"/>
                  </a:moveTo>
                  <a:lnTo>
                    <a:pt x="6665" y="6916"/>
                  </a:lnTo>
                  <a:lnTo>
                    <a:pt x="11070" y="6916"/>
                  </a:lnTo>
                  <a:lnTo>
                    <a:pt x="4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5" name="Google Shape;1225;p14"/>
            <p:cNvSpPr/>
            <p:nvPr/>
          </p:nvSpPr>
          <p:spPr>
            <a:xfrm>
              <a:off x="3133500" y="28001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6" name="Google Shape;1226;p14"/>
            <p:cNvSpPr/>
            <p:nvPr/>
          </p:nvSpPr>
          <p:spPr>
            <a:xfrm>
              <a:off x="3341775" y="2800150"/>
              <a:ext cx="276800" cy="172925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1" y="0"/>
                  </a:moveTo>
                  <a:lnTo>
                    <a:pt x="6643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7" name="Google Shape;1227;p14"/>
            <p:cNvSpPr/>
            <p:nvPr/>
          </p:nvSpPr>
          <p:spPr>
            <a:xfrm>
              <a:off x="3549500" y="28001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0" y="0"/>
                  </a:moveTo>
                  <a:lnTo>
                    <a:pt x="6665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8" name="Google Shape;1228;p14"/>
            <p:cNvSpPr/>
            <p:nvPr/>
          </p:nvSpPr>
          <p:spPr>
            <a:xfrm>
              <a:off x="3757200" y="28001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9" name="Google Shape;1229;p14"/>
            <p:cNvSpPr/>
            <p:nvPr/>
          </p:nvSpPr>
          <p:spPr>
            <a:xfrm>
              <a:off x="6113925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0" name="Google Shape;1230;p14"/>
            <p:cNvSpPr/>
            <p:nvPr/>
          </p:nvSpPr>
          <p:spPr>
            <a:xfrm>
              <a:off x="5906200" y="435450"/>
              <a:ext cx="276800" cy="172925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1" name="Google Shape;1231;p14"/>
            <p:cNvSpPr/>
            <p:nvPr/>
          </p:nvSpPr>
          <p:spPr>
            <a:xfrm>
              <a:off x="5698500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2" name="Google Shape;1232;p14"/>
            <p:cNvSpPr/>
            <p:nvPr/>
          </p:nvSpPr>
          <p:spPr>
            <a:xfrm>
              <a:off x="5490225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3" name="Google Shape;1233;p14"/>
            <p:cNvSpPr/>
            <p:nvPr/>
          </p:nvSpPr>
          <p:spPr>
            <a:xfrm>
              <a:off x="5282500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4" name="Google Shape;1234;p14"/>
            <p:cNvSpPr/>
            <p:nvPr/>
          </p:nvSpPr>
          <p:spPr>
            <a:xfrm>
              <a:off x="5074800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5" name="Google Shape;1235;p14"/>
            <p:cNvSpPr/>
            <p:nvPr/>
          </p:nvSpPr>
          <p:spPr>
            <a:xfrm>
              <a:off x="4867075" y="435450"/>
              <a:ext cx="276800" cy="172925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6" name="Google Shape;1236;p14"/>
            <p:cNvSpPr/>
            <p:nvPr/>
          </p:nvSpPr>
          <p:spPr>
            <a:xfrm>
              <a:off x="4658800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7" name="Google Shape;1237;p14"/>
            <p:cNvSpPr/>
            <p:nvPr/>
          </p:nvSpPr>
          <p:spPr>
            <a:xfrm>
              <a:off x="4853400" y="927325"/>
              <a:ext cx="143250" cy="155250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8" name="Google Shape;1238;p14"/>
            <p:cNvSpPr/>
            <p:nvPr/>
          </p:nvSpPr>
          <p:spPr>
            <a:xfrm>
              <a:off x="4940700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9" name="Google Shape;1239;p14"/>
            <p:cNvSpPr/>
            <p:nvPr/>
          </p:nvSpPr>
          <p:spPr>
            <a:xfrm>
              <a:off x="5028000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0" name="Google Shape;1240;p14"/>
            <p:cNvSpPr/>
            <p:nvPr/>
          </p:nvSpPr>
          <p:spPr>
            <a:xfrm>
              <a:off x="5115300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1" name="Google Shape;1241;p14"/>
            <p:cNvSpPr/>
            <p:nvPr/>
          </p:nvSpPr>
          <p:spPr>
            <a:xfrm>
              <a:off x="52026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2" name="Google Shape;1242;p14"/>
            <p:cNvSpPr/>
            <p:nvPr/>
          </p:nvSpPr>
          <p:spPr>
            <a:xfrm>
              <a:off x="52899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3" name="Google Shape;1243;p14"/>
            <p:cNvSpPr/>
            <p:nvPr/>
          </p:nvSpPr>
          <p:spPr>
            <a:xfrm>
              <a:off x="53772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4" name="Google Shape;1244;p14"/>
            <p:cNvSpPr/>
            <p:nvPr/>
          </p:nvSpPr>
          <p:spPr>
            <a:xfrm>
              <a:off x="5465100" y="927325"/>
              <a:ext cx="143250" cy="155250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5" name="Google Shape;1245;p14"/>
            <p:cNvSpPr/>
            <p:nvPr/>
          </p:nvSpPr>
          <p:spPr>
            <a:xfrm>
              <a:off x="5552425" y="927325"/>
              <a:ext cx="143250" cy="155250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6" name="Google Shape;1246;p14"/>
            <p:cNvSpPr/>
            <p:nvPr/>
          </p:nvSpPr>
          <p:spPr>
            <a:xfrm>
              <a:off x="56397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7" name="Google Shape;1247;p14"/>
            <p:cNvSpPr/>
            <p:nvPr/>
          </p:nvSpPr>
          <p:spPr>
            <a:xfrm>
              <a:off x="57270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48" name="Google Shape;1248;p14"/>
          <p:cNvGrpSpPr/>
          <p:nvPr/>
        </p:nvGrpSpPr>
        <p:grpSpPr>
          <a:xfrm>
            <a:off x="11677000" y="3638634"/>
            <a:ext cx="2069533" cy="4633533"/>
            <a:chOff x="327125" y="2375600"/>
            <a:chExt cx="1552150" cy="3475150"/>
          </a:xfrm>
        </p:grpSpPr>
        <p:sp>
          <p:nvSpPr>
            <p:cNvPr id="1249" name="Google Shape;1249;p14"/>
            <p:cNvSpPr/>
            <p:nvPr/>
          </p:nvSpPr>
          <p:spPr>
            <a:xfrm>
              <a:off x="531425" y="2394425"/>
              <a:ext cx="115850" cy="3456325"/>
            </a:xfrm>
            <a:custGeom>
              <a:avLst/>
              <a:gdLst/>
              <a:ahLst/>
              <a:cxnLst/>
              <a:rect l="l" t="t" r="r" b="b"/>
              <a:pathLst>
                <a:path w="4634" h="138253" fill="none" extrusionOk="0">
                  <a:moveTo>
                    <a:pt x="3150" y="138253"/>
                  </a:moveTo>
                  <a:lnTo>
                    <a:pt x="3150" y="54872"/>
                  </a:lnTo>
                  <a:lnTo>
                    <a:pt x="0" y="51722"/>
                  </a:lnTo>
                  <a:lnTo>
                    <a:pt x="0" y="28714"/>
                  </a:lnTo>
                  <a:lnTo>
                    <a:pt x="4634" y="24058"/>
                  </a:lnTo>
                  <a:lnTo>
                    <a:pt x="4634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0" name="Google Shape;1250;p14"/>
            <p:cNvSpPr/>
            <p:nvPr/>
          </p:nvSpPr>
          <p:spPr>
            <a:xfrm>
              <a:off x="627275" y="2375600"/>
              <a:ext cx="39975" cy="39950"/>
            </a:xfrm>
            <a:custGeom>
              <a:avLst/>
              <a:gdLst/>
              <a:ahLst/>
              <a:cxnLst/>
              <a:rect l="l" t="t" r="r" b="b"/>
              <a:pathLst>
                <a:path w="1599" h="1598" extrusionOk="0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56" y="1598"/>
                    <a:pt x="1599" y="1233"/>
                    <a:pt x="1599" y="799"/>
                  </a:cubicBezTo>
                  <a:cubicBezTo>
                    <a:pt x="1599" y="365"/>
                    <a:pt x="1256" y="0"/>
                    <a:pt x="80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1" name="Google Shape;1251;p14"/>
            <p:cNvSpPr/>
            <p:nvPr/>
          </p:nvSpPr>
          <p:spPr>
            <a:xfrm>
              <a:off x="347100" y="2923975"/>
              <a:ext cx="112450" cy="2344175"/>
            </a:xfrm>
            <a:custGeom>
              <a:avLst/>
              <a:gdLst/>
              <a:ahLst/>
              <a:cxnLst/>
              <a:rect l="l" t="t" r="r" b="b"/>
              <a:pathLst>
                <a:path w="4498" h="93767" fill="none" extrusionOk="0">
                  <a:moveTo>
                    <a:pt x="4497" y="93766"/>
                  </a:moveTo>
                  <a:lnTo>
                    <a:pt x="4497" y="50855"/>
                  </a:lnTo>
                  <a:lnTo>
                    <a:pt x="1" y="46358"/>
                  </a:ln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2" name="Google Shape;1252;p14"/>
            <p:cNvSpPr/>
            <p:nvPr/>
          </p:nvSpPr>
          <p:spPr>
            <a:xfrm>
              <a:off x="327125" y="2904575"/>
              <a:ext cx="39975" cy="39950"/>
            </a:xfrm>
            <a:custGeom>
              <a:avLst/>
              <a:gdLst/>
              <a:ahLst/>
              <a:cxnLst/>
              <a:rect l="l" t="t" r="r" b="b"/>
              <a:pathLst>
                <a:path w="1599" h="1598" extrusionOk="0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55"/>
                    <a:pt x="366" y="1598"/>
                    <a:pt x="800" y="1598"/>
                  </a:cubicBezTo>
                  <a:cubicBezTo>
                    <a:pt x="1233" y="1598"/>
                    <a:pt x="1599" y="1255"/>
                    <a:pt x="1599" y="799"/>
                  </a:cubicBezTo>
                  <a:cubicBezTo>
                    <a:pt x="1599" y="365"/>
                    <a:pt x="1233" y="0"/>
                    <a:pt x="80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3" name="Google Shape;1253;p14"/>
            <p:cNvSpPr/>
            <p:nvPr/>
          </p:nvSpPr>
          <p:spPr>
            <a:xfrm>
              <a:off x="347100" y="2676875"/>
              <a:ext cx="192900" cy="374375"/>
            </a:xfrm>
            <a:custGeom>
              <a:avLst/>
              <a:gdLst/>
              <a:ahLst/>
              <a:cxnLst/>
              <a:rect l="l" t="t" r="r" b="b"/>
              <a:pathLst>
                <a:path w="7716" h="14975" fill="none" extrusionOk="0">
                  <a:moveTo>
                    <a:pt x="1" y="14974"/>
                  </a:moveTo>
                  <a:lnTo>
                    <a:pt x="7716" y="7259"/>
                  </a:lnTo>
                  <a:lnTo>
                    <a:pt x="7716" y="1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4" name="Google Shape;1254;p14"/>
            <p:cNvSpPr/>
            <p:nvPr/>
          </p:nvSpPr>
          <p:spPr>
            <a:xfrm>
              <a:off x="520000" y="265805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5" name="Google Shape;1255;p14"/>
            <p:cNvSpPr/>
            <p:nvPr/>
          </p:nvSpPr>
          <p:spPr>
            <a:xfrm>
              <a:off x="347100" y="4357400"/>
              <a:ext cx="25" cy="971225"/>
            </a:xfrm>
            <a:custGeom>
              <a:avLst/>
              <a:gdLst/>
              <a:ahLst/>
              <a:cxnLst/>
              <a:rect l="l" t="t" r="r" b="b"/>
              <a:pathLst>
                <a:path w="1" h="38849" fill="none" extrusionOk="0">
                  <a:moveTo>
                    <a:pt x="1" y="38849"/>
                  </a:move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6" name="Google Shape;1256;p14"/>
            <p:cNvSpPr/>
            <p:nvPr/>
          </p:nvSpPr>
          <p:spPr>
            <a:xfrm>
              <a:off x="327125" y="433855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33" y="1599"/>
                    <a:pt x="1599" y="1234"/>
                    <a:pt x="1599" y="800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7" name="Google Shape;1257;p14"/>
            <p:cNvSpPr/>
            <p:nvPr/>
          </p:nvSpPr>
          <p:spPr>
            <a:xfrm>
              <a:off x="690625" y="3227550"/>
              <a:ext cx="172925" cy="2083400"/>
            </a:xfrm>
            <a:custGeom>
              <a:avLst/>
              <a:gdLst/>
              <a:ahLst/>
              <a:cxnLst/>
              <a:rect l="l" t="t" r="r" b="b"/>
              <a:pathLst>
                <a:path w="6917" h="83336" fill="none" extrusionOk="0">
                  <a:moveTo>
                    <a:pt x="6917" y="83335"/>
                  </a:moveTo>
                  <a:lnTo>
                    <a:pt x="0" y="76396"/>
                  </a:lnTo>
                  <a:lnTo>
                    <a:pt x="0" y="15841"/>
                  </a:lnTo>
                  <a:lnTo>
                    <a:pt x="4954" y="10865"/>
                  </a:lnTo>
                  <a:lnTo>
                    <a:pt x="4954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8" name="Google Shape;1258;p14"/>
            <p:cNvSpPr/>
            <p:nvPr/>
          </p:nvSpPr>
          <p:spPr>
            <a:xfrm>
              <a:off x="794475" y="320870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56" y="1599"/>
                    <a:pt x="1598" y="1234"/>
                    <a:pt x="1598" y="800"/>
                  </a:cubicBezTo>
                  <a:cubicBezTo>
                    <a:pt x="1598" y="343"/>
                    <a:pt x="1256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9" name="Google Shape;1259;p14"/>
            <p:cNvSpPr/>
            <p:nvPr/>
          </p:nvSpPr>
          <p:spPr>
            <a:xfrm>
              <a:off x="776800" y="3899750"/>
              <a:ext cx="25" cy="1084800"/>
            </a:xfrm>
            <a:custGeom>
              <a:avLst/>
              <a:gdLst/>
              <a:ahLst/>
              <a:cxnLst/>
              <a:rect l="l" t="t" r="r" b="b"/>
              <a:pathLst>
                <a:path w="1" h="43392" fill="none" extrusionOk="0">
                  <a:moveTo>
                    <a:pt x="0" y="43391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0" name="Google Shape;1260;p14"/>
            <p:cNvSpPr/>
            <p:nvPr/>
          </p:nvSpPr>
          <p:spPr>
            <a:xfrm>
              <a:off x="756825" y="4963400"/>
              <a:ext cx="40525" cy="39975"/>
            </a:xfrm>
            <a:custGeom>
              <a:avLst/>
              <a:gdLst/>
              <a:ahLst/>
              <a:cxnLst/>
              <a:rect l="l" t="t" r="r" b="b"/>
              <a:pathLst>
                <a:path w="1621" h="1599" extrusionOk="0">
                  <a:moveTo>
                    <a:pt x="799" y="1"/>
                  </a:moveTo>
                  <a:cubicBezTo>
                    <a:pt x="365" y="1"/>
                    <a:pt x="0" y="366"/>
                    <a:pt x="0" y="800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800"/>
                  </a:cubicBezTo>
                  <a:cubicBezTo>
                    <a:pt x="1621" y="366"/>
                    <a:pt x="1256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1" name="Google Shape;1261;p14"/>
            <p:cNvSpPr/>
            <p:nvPr/>
          </p:nvSpPr>
          <p:spPr>
            <a:xfrm>
              <a:off x="756825" y="3880925"/>
              <a:ext cx="40525" cy="39950"/>
            </a:xfrm>
            <a:custGeom>
              <a:avLst/>
              <a:gdLst/>
              <a:ahLst/>
              <a:cxnLst/>
              <a:rect l="l" t="t" r="r" b="b"/>
              <a:pathLst>
                <a:path w="1621" h="1598" extrusionOk="0">
                  <a:moveTo>
                    <a:pt x="799" y="0"/>
                  </a:moveTo>
                  <a:cubicBezTo>
                    <a:pt x="365" y="0"/>
                    <a:pt x="0" y="342"/>
                    <a:pt x="0" y="799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799"/>
                  </a:cubicBezTo>
                  <a:cubicBezTo>
                    <a:pt x="1621" y="342"/>
                    <a:pt x="1256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2" name="Google Shape;1262;p14"/>
            <p:cNvSpPr/>
            <p:nvPr/>
          </p:nvSpPr>
          <p:spPr>
            <a:xfrm>
              <a:off x="861250" y="3692600"/>
              <a:ext cx="445675" cy="1618350"/>
            </a:xfrm>
            <a:custGeom>
              <a:avLst/>
              <a:gdLst/>
              <a:ahLst/>
              <a:cxnLst/>
              <a:rect l="l" t="t" r="r" b="b"/>
              <a:pathLst>
                <a:path w="17827" h="64734" fill="none" extrusionOk="0">
                  <a:moveTo>
                    <a:pt x="17827" y="64733"/>
                  </a:moveTo>
                  <a:lnTo>
                    <a:pt x="4314" y="51221"/>
                  </a:lnTo>
                  <a:lnTo>
                    <a:pt x="4314" y="28258"/>
                  </a:lnTo>
                  <a:lnTo>
                    <a:pt x="0" y="23944"/>
                  </a:lnTo>
                  <a:lnTo>
                    <a:pt x="0" y="1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3" name="Google Shape;1263;p14"/>
            <p:cNvSpPr/>
            <p:nvPr/>
          </p:nvSpPr>
          <p:spPr>
            <a:xfrm>
              <a:off x="841275" y="3673200"/>
              <a:ext cx="39975" cy="40550"/>
            </a:xfrm>
            <a:custGeom>
              <a:avLst/>
              <a:gdLst/>
              <a:ahLst/>
              <a:cxnLst/>
              <a:rect l="l" t="t" r="r" b="b"/>
              <a:pathLst>
                <a:path w="1599" h="1622" extrusionOk="0">
                  <a:moveTo>
                    <a:pt x="799" y="1"/>
                  </a:moveTo>
                  <a:cubicBezTo>
                    <a:pt x="343" y="1"/>
                    <a:pt x="0" y="366"/>
                    <a:pt x="0" y="800"/>
                  </a:cubicBezTo>
                  <a:cubicBezTo>
                    <a:pt x="0" y="1256"/>
                    <a:pt x="343" y="1621"/>
                    <a:pt x="799" y="1621"/>
                  </a:cubicBezTo>
                  <a:cubicBezTo>
                    <a:pt x="1233" y="1621"/>
                    <a:pt x="1598" y="1256"/>
                    <a:pt x="1598" y="800"/>
                  </a:cubicBezTo>
                  <a:cubicBezTo>
                    <a:pt x="1598" y="366"/>
                    <a:pt x="1233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4" name="Google Shape;1264;p14"/>
            <p:cNvSpPr/>
            <p:nvPr/>
          </p:nvSpPr>
          <p:spPr>
            <a:xfrm>
              <a:off x="969100" y="4182200"/>
              <a:ext cx="174625" cy="556975"/>
            </a:xfrm>
            <a:custGeom>
              <a:avLst/>
              <a:gdLst/>
              <a:ahLst/>
              <a:cxnLst/>
              <a:rect l="l" t="t" r="r" b="b"/>
              <a:pathLst>
                <a:path w="6985" h="22279" fill="none" extrusionOk="0">
                  <a:moveTo>
                    <a:pt x="0" y="22278"/>
                  </a:moveTo>
                  <a:lnTo>
                    <a:pt x="6985" y="15294"/>
                  </a:lnTo>
                  <a:lnTo>
                    <a:pt x="6985" y="1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5" name="Google Shape;1265;p14"/>
            <p:cNvSpPr/>
            <p:nvPr/>
          </p:nvSpPr>
          <p:spPr>
            <a:xfrm>
              <a:off x="1123725" y="4163375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43" y="1"/>
                    <a:pt x="1" y="343"/>
                    <a:pt x="1" y="799"/>
                  </a:cubicBezTo>
                  <a:cubicBezTo>
                    <a:pt x="1" y="1233"/>
                    <a:pt x="343" y="1598"/>
                    <a:pt x="800" y="1598"/>
                  </a:cubicBezTo>
                  <a:cubicBezTo>
                    <a:pt x="1233" y="1598"/>
                    <a:pt x="1599" y="1233"/>
                    <a:pt x="1599" y="799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6" name="Google Shape;1266;p14"/>
            <p:cNvSpPr/>
            <p:nvPr/>
          </p:nvSpPr>
          <p:spPr>
            <a:xfrm>
              <a:off x="1393075" y="4882950"/>
              <a:ext cx="25" cy="428000"/>
            </a:xfrm>
            <a:custGeom>
              <a:avLst/>
              <a:gdLst/>
              <a:ahLst/>
              <a:cxnLst/>
              <a:rect l="l" t="t" r="r" b="b"/>
              <a:pathLst>
                <a:path w="1" h="17120" fill="none" extrusionOk="0">
                  <a:moveTo>
                    <a:pt x="0" y="17119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7" name="Google Shape;1267;p14"/>
            <p:cNvSpPr/>
            <p:nvPr/>
          </p:nvSpPr>
          <p:spPr>
            <a:xfrm>
              <a:off x="1373100" y="4864125"/>
              <a:ext cx="39975" cy="39950"/>
            </a:xfrm>
            <a:custGeom>
              <a:avLst/>
              <a:gdLst/>
              <a:ahLst/>
              <a:cxnLst/>
              <a:rect l="l" t="t" r="r" b="b"/>
              <a:pathLst>
                <a:path w="1599" h="1598" extrusionOk="0">
                  <a:moveTo>
                    <a:pt x="799" y="0"/>
                  </a:moveTo>
                  <a:cubicBezTo>
                    <a:pt x="343" y="0"/>
                    <a:pt x="1" y="365"/>
                    <a:pt x="1" y="799"/>
                  </a:cubicBezTo>
                  <a:cubicBezTo>
                    <a:pt x="1" y="1233"/>
                    <a:pt x="343" y="1598"/>
                    <a:pt x="799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5"/>
                    <a:pt x="1233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8" name="Google Shape;1268;p14"/>
            <p:cNvSpPr/>
            <p:nvPr/>
          </p:nvSpPr>
          <p:spPr>
            <a:xfrm>
              <a:off x="1714900" y="4922900"/>
              <a:ext cx="164375" cy="388050"/>
            </a:xfrm>
            <a:custGeom>
              <a:avLst/>
              <a:gdLst/>
              <a:ahLst/>
              <a:cxnLst/>
              <a:rect l="l" t="t" r="r" b="b"/>
              <a:pathLst>
                <a:path w="6575" h="15522" fill="none" extrusionOk="0">
                  <a:moveTo>
                    <a:pt x="6575" y="15521"/>
                  </a:moveTo>
                  <a:lnTo>
                    <a:pt x="6575" y="6574"/>
                  </a:ln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9" name="Google Shape;1269;p14"/>
            <p:cNvSpPr/>
            <p:nvPr/>
          </p:nvSpPr>
          <p:spPr>
            <a:xfrm>
              <a:off x="1693800" y="4903475"/>
              <a:ext cx="43950" cy="40275"/>
            </a:xfrm>
            <a:custGeom>
              <a:avLst/>
              <a:gdLst/>
              <a:ahLst/>
              <a:cxnLst/>
              <a:rect l="l" t="t" r="r" b="b"/>
              <a:pathLst>
                <a:path w="1758" h="1611" extrusionOk="0">
                  <a:moveTo>
                    <a:pt x="868" y="1"/>
                  </a:moveTo>
                  <a:cubicBezTo>
                    <a:pt x="662" y="1"/>
                    <a:pt x="457" y="92"/>
                    <a:pt x="297" y="252"/>
                  </a:cubicBezTo>
                  <a:cubicBezTo>
                    <a:pt x="0" y="549"/>
                    <a:pt x="0" y="1074"/>
                    <a:pt x="297" y="1370"/>
                  </a:cubicBezTo>
                  <a:cubicBezTo>
                    <a:pt x="457" y="1530"/>
                    <a:pt x="662" y="1610"/>
                    <a:pt x="868" y="1610"/>
                  </a:cubicBezTo>
                  <a:cubicBezTo>
                    <a:pt x="1073" y="1610"/>
                    <a:pt x="1279" y="1530"/>
                    <a:pt x="1438" y="1370"/>
                  </a:cubicBezTo>
                  <a:cubicBezTo>
                    <a:pt x="1758" y="1074"/>
                    <a:pt x="1758" y="549"/>
                    <a:pt x="1438" y="252"/>
                  </a:cubicBezTo>
                  <a:cubicBezTo>
                    <a:pt x="1279" y="92"/>
                    <a:pt x="1073" y="1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70" name="Google Shape;1270;p14"/>
          <p:cNvSpPr txBox="1">
            <a:spLocks noGrp="1"/>
          </p:cNvSpPr>
          <p:nvPr>
            <p:ph type="title"/>
          </p:nvPr>
        </p:nvSpPr>
        <p:spPr>
          <a:xfrm>
            <a:off x="960000" y="615833"/>
            <a:ext cx="10272000" cy="65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271" name="Google Shape;1271;p14"/>
          <p:cNvSpPr txBox="1">
            <a:spLocks noGrp="1"/>
          </p:cNvSpPr>
          <p:nvPr>
            <p:ph type="subTitle" idx="1"/>
          </p:nvPr>
        </p:nvSpPr>
        <p:spPr>
          <a:xfrm>
            <a:off x="959984" y="4971456"/>
            <a:ext cx="2335600" cy="86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272" name="Google Shape;1272;p14"/>
          <p:cNvSpPr txBox="1">
            <a:spLocks noGrp="1"/>
          </p:cNvSpPr>
          <p:nvPr>
            <p:ph type="title" idx="2"/>
          </p:nvPr>
        </p:nvSpPr>
        <p:spPr>
          <a:xfrm>
            <a:off x="960000" y="3824067"/>
            <a:ext cx="1215200" cy="86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273" name="Google Shape;1273;p14"/>
          <p:cNvSpPr txBox="1">
            <a:spLocks noGrp="1"/>
          </p:cNvSpPr>
          <p:nvPr>
            <p:ph type="title" idx="3" hasCustomPrompt="1"/>
          </p:nvPr>
        </p:nvSpPr>
        <p:spPr>
          <a:xfrm>
            <a:off x="1171133" y="2358233"/>
            <a:ext cx="779600" cy="77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74" name="Google Shape;1274;p14"/>
          <p:cNvSpPr txBox="1">
            <a:spLocks noGrp="1"/>
          </p:cNvSpPr>
          <p:nvPr>
            <p:ph type="subTitle" idx="4"/>
          </p:nvPr>
        </p:nvSpPr>
        <p:spPr>
          <a:xfrm>
            <a:off x="4888951" y="4971433"/>
            <a:ext cx="2335600" cy="86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275" name="Google Shape;1275;p14"/>
          <p:cNvSpPr txBox="1">
            <a:spLocks noGrp="1"/>
          </p:cNvSpPr>
          <p:nvPr>
            <p:ph type="title" idx="5"/>
          </p:nvPr>
        </p:nvSpPr>
        <p:spPr>
          <a:xfrm>
            <a:off x="4888967" y="3824067"/>
            <a:ext cx="1215200" cy="86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276" name="Google Shape;1276;p14"/>
          <p:cNvSpPr txBox="1">
            <a:spLocks noGrp="1"/>
          </p:cNvSpPr>
          <p:nvPr>
            <p:ph type="title" idx="6" hasCustomPrompt="1"/>
          </p:nvPr>
        </p:nvSpPr>
        <p:spPr>
          <a:xfrm>
            <a:off x="5104467" y="2358233"/>
            <a:ext cx="779600" cy="77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77" name="Google Shape;1277;p14"/>
          <p:cNvSpPr txBox="1">
            <a:spLocks noGrp="1"/>
          </p:cNvSpPr>
          <p:nvPr>
            <p:ph type="subTitle" idx="7"/>
          </p:nvPr>
        </p:nvSpPr>
        <p:spPr>
          <a:xfrm>
            <a:off x="8896384" y="4971433"/>
            <a:ext cx="2335600" cy="86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278" name="Google Shape;1278;p14"/>
          <p:cNvSpPr txBox="1">
            <a:spLocks noGrp="1"/>
          </p:cNvSpPr>
          <p:nvPr>
            <p:ph type="title" idx="8"/>
          </p:nvPr>
        </p:nvSpPr>
        <p:spPr>
          <a:xfrm>
            <a:off x="8896400" y="3824067"/>
            <a:ext cx="1215200" cy="86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279" name="Google Shape;1279;p14"/>
          <p:cNvSpPr txBox="1">
            <a:spLocks noGrp="1"/>
          </p:cNvSpPr>
          <p:nvPr>
            <p:ph type="title" idx="9" hasCustomPrompt="1"/>
          </p:nvPr>
        </p:nvSpPr>
        <p:spPr>
          <a:xfrm>
            <a:off x="9110000" y="2358233"/>
            <a:ext cx="779600" cy="77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80" name="Google Shape;1280;p14"/>
          <p:cNvSpPr/>
          <p:nvPr/>
        </p:nvSpPr>
        <p:spPr>
          <a:xfrm rot="5400000">
            <a:off x="11326812" y="-94787"/>
            <a:ext cx="197977" cy="387569"/>
          </a:xfrm>
          <a:custGeom>
            <a:avLst/>
            <a:gdLst/>
            <a:ahLst/>
            <a:cxnLst/>
            <a:rect l="l" t="t" r="r" b="b"/>
            <a:pathLst>
              <a:path w="1204" h="2357" fill="none" extrusionOk="0">
                <a:moveTo>
                  <a:pt x="0" y="0"/>
                </a:moveTo>
                <a:lnTo>
                  <a:pt x="1203" y="1178"/>
                </a:lnTo>
                <a:lnTo>
                  <a:pt x="0" y="2356"/>
                </a:lnTo>
              </a:path>
            </a:pathLst>
          </a:custGeom>
          <a:noFill/>
          <a:ln w="19050" cap="flat" cmpd="sng">
            <a:solidFill>
              <a:schemeClr val="accent5"/>
            </a:solidFill>
            <a:prstDash val="solid"/>
            <a:miter lim="25062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1" name="Google Shape;1281;p14"/>
          <p:cNvSpPr/>
          <p:nvPr/>
        </p:nvSpPr>
        <p:spPr>
          <a:xfrm rot="5400000">
            <a:off x="11328867" y="100970"/>
            <a:ext cx="193867" cy="387569"/>
          </a:xfrm>
          <a:custGeom>
            <a:avLst/>
            <a:gdLst/>
            <a:ahLst/>
            <a:cxnLst/>
            <a:rect l="l" t="t" r="r" b="b"/>
            <a:pathLst>
              <a:path w="1179" h="2357" fill="none" extrusionOk="0">
                <a:moveTo>
                  <a:pt x="0" y="0"/>
                </a:moveTo>
                <a:lnTo>
                  <a:pt x="1178" y="1178"/>
                </a:lnTo>
                <a:lnTo>
                  <a:pt x="0" y="2356"/>
                </a:lnTo>
              </a:path>
            </a:pathLst>
          </a:custGeom>
          <a:noFill/>
          <a:ln w="19050" cap="flat" cmpd="sng">
            <a:solidFill>
              <a:schemeClr val="accent5"/>
            </a:solidFill>
            <a:prstDash val="solid"/>
            <a:miter lim="25062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2" name="Google Shape;1282;p14"/>
          <p:cNvSpPr/>
          <p:nvPr/>
        </p:nvSpPr>
        <p:spPr>
          <a:xfrm rot="5400000">
            <a:off x="11326812" y="296729"/>
            <a:ext cx="197977" cy="387569"/>
          </a:xfrm>
          <a:custGeom>
            <a:avLst/>
            <a:gdLst/>
            <a:ahLst/>
            <a:cxnLst/>
            <a:rect l="l" t="t" r="r" b="b"/>
            <a:pathLst>
              <a:path w="1204" h="2357" fill="none" extrusionOk="0">
                <a:moveTo>
                  <a:pt x="0" y="0"/>
                </a:moveTo>
                <a:lnTo>
                  <a:pt x="1203" y="1178"/>
                </a:lnTo>
                <a:lnTo>
                  <a:pt x="0" y="2356"/>
                </a:lnTo>
              </a:path>
            </a:pathLst>
          </a:custGeom>
          <a:noFill/>
          <a:ln w="19050" cap="flat" cmpd="sng">
            <a:solidFill>
              <a:schemeClr val="accent5"/>
            </a:solidFill>
            <a:prstDash val="solid"/>
            <a:miter lim="25062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3" name="Google Shape;1283;p14"/>
          <p:cNvSpPr/>
          <p:nvPr/>
        </p:nvSpPr>
        <p:spPr>
          <a:xfrm rot="5400000">
            <a:off x="11328867" y="492488"/>
            <a:ext cx="193867" cy="387569"/>
          </a:xfrm>
          <a:custGeom>
            <a:avLst/>
            <a:gdLst/>
            <a:ahLst/>
            <a:cxnLst/>
            <a:rect l="l" t="t" r="r" b="b"/>
            <a:pathLst>
              <a:path w="1179" h="2357" fill="none" extrusionOk="0">
                <a:moveTo>
                  <a:pt x="0" y="0"/>
                </a:moveTo>
                <a:lnTo>
                  <a:pt x="1178" y="1178"/>
                </a:lnTo>
                <a:lnTo>
                  <a:pt x="0" y="2356"/>
                </a:lnTo>
              </a:path>
            </a:pathLst>
          </a:custGeom>
          <a:noFill/>
          <a:ln w="19050" cap="flat" cmpd="sng">
            <a:solidFill>
              <a:schemeClr val="accent5"/>
            </a:solidFill>
            <a:prstDash val="solid"/>
            <a:miter lim="25062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4" name="Google Shape;1284;p14"/>
          <p:cNvSpPr/>
          <p:nvPr/>
        </p:nvSpPr>
        <p:spPr>
          <a:xfrm rot="5400000">
            <a:off x="11326812" y="688245"/>
            <a:ext cx="197977" cy="387569"/>
          </a:xfrm>
          <a:custGeom>
            <a:avLst/>
            <a:gdLst/>
            <a:ahLst/>
            <a:cxnLst/>
            <a:rect l="l" t="t" r="r" b="b"/>
            <a:pathLst>
              <a:path w="1204" h="2357" fill="none" extrusionOk="0">
                <a:moveTo>
                  <a:pt x="0" y="0"/>
                </a:moveTo>
                <a:lnTo>
                  <a:pt x="1203" y="1178"/>
                </a:lnTo>
                <a:lnTo>
                  <a:pt x="0" y="2356"/>
                </a:lnTo>
              </a:path>
            </a:pathLst>
          </a:custGeom>
          <a:noFill/>
          <a:ln w="19050" cap="flat" cmpd="sng">
            <a:solidFill>
              <a:schemeClr val="accent5"/>
            </a:solidFill>
            <a:prstDash val="solid"/>
            <a:miter lim="25062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5" name="Google Shape;1285;p14"/>
          <p:cNvSpPr/>
          <p:nvPr/>
        </p:nvSpPr>
        <p:spPr>
          <a:xfrm rot="5400000">
            <a:off x="11328867" y="884004"/>
            <a:ext cx="193867" cy="387569"/>
          </a:xfrm>
          <a:custGeom>
            <a:avLst/>
            <a:gdLst/>
            <a:ahLst/>
            <a:cxnLst/>
            <a:rect l="l" t="t" r="r" b="b"/>
            <a:pathLst>
              <a:path w="1179" h="2357" fill="none" extrusionOk="0">
                <a:moveTo>
                  <a:pt x="0" y="0"/>
                </a:moveTo>
                <a:lnTo>
                  <a:pt x="1178" y="1178"/>
                </a:lnTo>
                <a:lnTo>
                  <a:pt x="0" y="2356"/>
                </a:lnTo>
              </a:path>
            </a:pathLst>
          </a:custGeom>
          <a:noFill/>
          <a:ln w="19050" cap="flat" cmpd="sng">
            <a:solidFill>
              <a:schemeClr val="accent5"/>
            </a:solidFill>
            <a:prstDash val="solid"/>
            <a:miter lim="25062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74475110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7" name="Google Shape;1287;p15"/>
          <p:cNvGrpSpPr/>
          <p:nvPr/>
        </p:nvGrpSpPr>
        <p:grpSpPr>
          <a:xfrm>
            <a:off x="2692147" y="-3311315"/>
            <a:ext cx="10512292" cy="4578360"/>
            <a:chOff x="24125" y="294775"/>
            <a:chExt cx="7767703" cy="3383025"/>
          </a:xfrm>
        </p:grpSpPr>
        <p:sp>
          <p:nvSpPr>
            <p:cNvPr id="1288" name="Google Shape;1288;p15"/>
            <p:cNvSpPr/>
            <p:nvPr/>
          </p:nvSpPr>
          <p:spPr>
            <a:xfrm>
              <a:off x="1686375" y="607200"/>
              <a:ext cx="142125" cy="129550"/>
            </a:xfrm>
            <a:custGeom>
              <a:avLst/>
              <a:gdLst/>
              <a:ahLst/>
              <a:cxnLst/>
              <a:rect l="l" t="t" r="r" b="b"/>
              <a:pathLst>
                <a:path w="5685" h="5182" extrusionOk="0">
                  <a:moveTo>
                    <a:pt x="2834" y="1"/>
                  </a:moveTo>
                  <a:cubicBezTo>
                    <a:pt x="2169" y="1"/>
                    <a:pt x="1507" y="252"/>
                    <a:pt x="1005" y="754"/>
                  </a:cubicBezTo>
                  <a:cubicBezTo>
                    <a:pt x="1" y="1781"/>
                    <a:pt x="1" y="3402"/>
                    <a:pt x="1005" y="4429"/>
                  </a:cubicBezTo>
                  <a:cubicBezTo>
                    <a:pt x="1507" y="4931"/>
                    <a:pt x="2169" y="5182"/>
                    <a:pt x="2834" y="5182"/>
                  </a:cubicBezTo>
                  <a:cubicBezTo>
                    <a:pt x="3499" y="5182"/>
                    <a:pt x="4166" y="4931"/>
                    <a:pt x="4680" y="4429"/>
                  </a:cubicBezTo>
                  <a:cubicBezTo>
                    <a:pt x="5684" y="3402"/>
                    <a:pt x="5684" y="1781"/>
                    <a:pt x="4680" y="754"/>
                  </a:cubicBezTo>
                  <a:cubicBezTo>
                    <a:pt x="4166" y="252"/>
                    <a:pt x="3499" y="1"/>
                    <a:pt x="28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9" name="Google Shape;1289;p15"/>
            <p:cNvSpPr/>
            <p:nvPr/>
          </p:nvSpPr>
          <p:spPr>
            <a:xfrm>
              <a:off x="6609800" y="3191600"/>
              <a:ext cx="148950" cy="93025"/>
            </a:xfrm>
            <a:custGeom>
              <a:avLst/>
              <a:gdLst/>
              <a:ahLst/>
              <a:cxnLst/>
              <a:rect l="l" t="t" r="r" b="b"/>
              <a:pathLst>
                <a:path w="5958" h="3721" extrusionOk="0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0" name="Google Shape;1290;p15"/>
            <p:cNvSpPr/>
            <p:nvPr/>
          </p:nvSpPr>
          <p:spPr>
            <a:xfrm>
              <a:off x="6721650" y="3191600"/>
              <a:ext cx="149525" cy="93025"/>
            </a:xfrm>
            <a:custGeom>
              <a:avLst/>
              <a:gdLst/>
              <a:ahLst/>
              <a:cxnLst/>
              <a:rect l="l" t="t" r="r" b="b"/>
              <a:pathLst>
                <a:path w="5981" h="3721" extrusionOk="0">
                  <a:moveTo>
                    <a:pt x="0" y="0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1" name="Google Shape;1291;p15"/>
            <p:cNvSpPr/>
            <p:nvPr/>
          </p:nvSpPr>
          <p:spPr>
            <a:xfrm>
              <a:off x="6834050" y="3191600"/>
              <a:ext cx="148975" cy="93025"/>
            </a:xfrm>
            <a:custGeom>
              <a:avLst/>
              <a:gdLst/>
              <a:ahLst/>
              <a:cxnLst/>
              <a:rect l="l" t="t" r="r" b="b"/>
              <a:pathLst>
                <a:path w="5959" h="3721" extrusionOk="0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2" name="Google Shape;1292;p15"/>
            <p:cNvSpPr/>
            <p:nvPr/>
          </p:nvSpPr>
          <p:spPr>
            <a:xfrm>
              <a:off x="6945900" y="3191600"/>
              <a:ext cx="148950" cy="93025"/>
            </a:xfrm>
            <a:custGeom>
              <a:avLst/>
              <a:gdLst/>
              <a:ahLst/>
              <a:cxnLst/>
              <a:rect l="l" t="t" r="r" b="b"/>
              <a:pathLst>
                <a:path w="5958" h="3721" extrusionOk="0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3" name="Google Shape;1293;p15"/>
            <p:cNvSpPr/>
            <p:nvPr/>
          </p:nvSpPr>
          <p:spPr>
            <a:xfrm>
              <a:off x="7057750" y="3191600"/>
              <a:ext cx="149525" cy="93025"/>
            </a:xfrm>
            <a:custGeom>
              <a:avLst/>
              <a:gdLst/>
              <a:ahLst/>
              <a:cxnLst/>
              <a:rect l="l" t="t" r="r" b="b"/>
              <a:pathLst>
                <a:path w="5981" h="3721" extrusionOk="0">
                  <a:moveTo>
                    <a:pt x="0" y="0"/>
                  </a:moveTo>
                  <a:lnTo>
                    <a:pt x="3607" y="3721"/>
                  </a:lnTo>
                  <a:lnTo>
                    <a:pt x="5980" y="3721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4" name="Google Shape;1294;p15"/>
            <p:cNvSpPr/>
            <p:nvPr/>
          </p:nvSpPr>
          <p:spPr>
            <a:xfrm>
              <a:off x="7170150" y="3191600"/>
              <a:ext cx="148975" cy="93025"/>
            </a:xfrm>
            <a:custGeom>
              <a:avLst/>
              <a:gdLst/>
              <a:ahLst/>
              <a:cxnLst/>
              <a:rect l="l" t="t" r="r" b="b"/>
              <a:pathLst>
                <a:path w="5959" h="3721" extrusionOk="0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5" name="Google Shape;1295;p15"/>
            <p:cNvSpPr/>
            <p:nvPr/>
          </p:nvSpPr>
          <p:spPr>
            <a:xfrm>
              <a:off x="7282000" y="3191600"/>
              <a:ext cx="149525" cy="93025"/>
            </a:xfrm>
            <a:custGeom>
              <a:avLst/>
              <a:gdLst/>
              <a:ahLst/>
              <a:cxnLst/>
              <a:rect l="l" t="t" r="r" b="b"/>
              <a:pathLst>
                <a:path w="5981" h="3721" extrusionOk="0">
                  <a:moveTo>
                    <a:pt x="1" y="0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6" name="Google Shape;1296;p15"/>
            <p:cNvSpPr/>
            <p:nvPr/>
          </p:nvSpPr>
          <p:spPr>
            <a:xfrm>
              <a:off x="2406525" y="1218350"/>
              <a:ext cx="5385303" cy="1110475"/>
            </a:xfrm>
            <a:custGeom>
              <a:avLst/>
              <a:gdLst/>
              <a:ahLst/>
              <a:cxnLst/>
              <a:rect l="l" t="t" r="r" b="b"/>
              <a:pathLst>
                <a:path w="206136" h="44419" extrusionOk="0">
                  <a:moveTo>
                    <a:pt x="183" y="0"/>
                  </a:moveTo>
                  <a:cubicBezTo>
                    <a:pt x="91" y="0"/>
                    <a:pt x="0" y="92"/>
                    <a:pt x="0" y="206"/>
                  </a:cubicBezTo>
                  <a:cubicBezTo>
                    <a:pt x="0" y="297"/>
                    <a:pt x="91" y="388"/>
                    <a:pt x="183" y="388"/>
                  </a:cubicBezTo>
                  <a:lnTo>
                    <a:pt x="31887" y="388"/>
                  </a:lnTo>
                  <a:lnTo>
                    <a:pt x="54507" y="23031"/>
                  </a:lnTo>
                  <a:lnTo>
                    <a:pt x="101870" y="23031"/>
                  </a:lnTo>
                  <a:lnTo>
                    <a:pt x="123257" y="44418"/>
                  </a:lnTo>
                  <a:lnTo>
                    <a:pt x="205930" y="44418"/>
                  </a:lnTo>
                  <a:cubicBezTo>
                    <a:pt x="206044" y="44418"/>
                    <a:pt x="206136" y="44327"/>
                    <a:pt x="206136" y="44213"/>
                  </a:cubicBezTo>
                  <a:cubicBezTo>
                    <a:pt x="206136" y="44122"/>
                    <a:pt x="206044" y="44030"/>
                    <a:pt x="205930" y="44030"/>
                  </a:cubicBezTo>
                  <a:lnTo>
                    <a:pt x="123417" y="44030"/>
                  </a:lnTo>
                  <a:lnTo>
                    <a:pt x="102029" y="22643"/>
                  </a:lnTo>
                  <a:lnTo>
                    <a:pt x="54667" y="22643"/>
                  </a:lnTo>
                  <a:lnTo>
                    <a:pt x="320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7" name="Google Shape;1297;p15"/>
            <p:cNvSpPr/>
            <p:nvPr/>
          </p:nvSpPr>
          <p:spPr>
            <a:xfrm>
              <a:off x="987925" y="355975"/>
              <a:ext cx="6210225" cy="1468400"/>
            </a:xfrm>
            <a:custGeom>
              <a:avLst/>
              <a:gdLst/>
              <a:ahLst/>
              <a:cxnLst/>
              <a:rect l="l" t="t" r="r" b="b"/>
              <a:pathLst>
                <a:path w="248409" h="58736" extrusionOk="0">
                  <a:moveTo>
                    <a:pt x="248203" y="1"/>
                  </a:moveTo>
                  <a:cubicBezTo>
                    <a:pt x="248151" y="1"/>
                    <a:pt x="248100" y="18"/>
                    <a:pt x="248066" y="52"/>
                  </a:cubicBezTo>
                  <a:lnTo>
                    <a:pt x="196663" y="51455"/>
                  </a:lnTo>
                  <a:lnTo>
                    <a:pt x="175778" y="51455"/>
                  </a:lnTo>
                  <a:lnTo>
                    <a:pt x="155760" y="31460"/>
                  </a:lnTo>
                  <a:lnTo>
                    <a:pt x="121112" y="31460"/>
                  </a:lnTo>
                  <a:lnTo>
                    <a:pt x="94200" y="58371"/>
                  </a:lnTo>
                  <a:lnTo>
                    <a:pt x="183" y="58371"/>
                  </a:lnTo>
                  <a:cubicBezTo>
                    <a:pt x="92" y="58371"/>
                    <a:pt x="0" y="58439"/>
                    <a:pt x="0" y="58553"/>
                  </a:cubicBezTo>
                  <a:cubicBezTo>
                    <a:pt x="0" y="58645"/>
                    <a:pt x="92" y="58736"/>
                    <a:pt x="183" y="58736"/>
                  </a:cubicBezTo>
                  <a:lnTo>
                    <a:pt x="94360" y="58736"/>
                  </a:lnTo>
                  <a:lnTo>
                    <a:pt x="121248" y="31848"/>
                  </a:lnTo>
                  <a:lnTo>
                    <a:pt x="155623" y="31848"/>
                  </a:lnTo>
                  <a:lnTo>
                    <a:pt x="175618" y="51843"/>
                  </a:lnTo>
                  <a:lnTo>
                    <a:pt x="196823" y="51843"/>
                  </a:lnTo>
                  <a:lnTo>
                    <a:pt x="248340" y="326"/>
                  </a:lnTo>
                  <a:cubicBezTo>
                    <a:pt x="248408" y="235"/>
                    <a:pt x="248408" y="121"/>
                    <a:pt x="248340" y="52"/>
                  </a:cubicBezTo>
                  <a:cubicBezTo>
                    <a:pt x="248306" y="18"/>
                    <a:pt x="248254" y="1"/>
                    <a:pt x="2482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8" name="Google Shape;1298;p15"/>
            <p:cNvSpPr/>
            <p:nvPr/>
          </p:nvSpPr>
          <p:spPr>
            <a:xfrm>
              <a:off x="1265250" y="1389550"/>
              <a:ext cx="6299250" cy="1955000"/>
            </a:xfrm>
            <a:custGeom>
              <a:avLst/>
              <a:gdLst/>
              <a:ahLst/>
              <a:cxnLst/>
              <a:rect l="l" t="t" r="r" b="b"/>
              <a:pathLst>
                <a:path w="251970" h="78200" extrusionOk="0">
                  <a:moveTo>
                    <a:pt x="389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3"/>
                    <a:pt x="160" y="776"/>
                    <a:pt x="389" y="776"/>
                  </a:cubicBezTo>
                  <a:lnTo>
                    <a:pt x="66217" y="776"/>
                  </a:lnTo>
                  <a:lnTo>
                    <a:pt x="89179" y="23738"/>
                  </a:lnTo>
                  <a:lnTo>
                    <a:pt x="125197" y="23738"/>
                  </a:lnTo>
                  <a:lnTo>
                    <a:pt x="179659" y="78199"/>
                  </a:lnTo>
                  <a:lnTo>
                    <a:pt x="251581" y="78199"/>
                  </a:lnTo>
                  <a:cubicBezTo>
                    <a:pt x="251787" y="78199"/>
                    <a:pt x="251969" y="78040"/>
                    <a:pt x="251969" y="77834"/>
                  </a:cubicBezTo>
                  <a:cubicBezTo>
                    <a:pt x="251969" y="77606"/>
                    <a:pt x="251787" y="77446"/>
                    <a:pt x="251581" y="77446"/>
                  </a:cubicBezTo>
                  <a:lnTo>
                    <a:pt x="179978" y="77446"/>
                  </a:lnTo>
                  <a:lnTo>
                    <a:pt x="125517" y="22962"/>
                  </a:lnTo>
                  <a:lnTo>
                    <a:pt x="89499" y="22962"/>
                  </a:lnTo>
                  <a:lnTo>
                    <a:pt x="665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9" name="Google Shape;1299;p15"/>
            <p:cNvSpPr/>
            <p:nvPr/>
          </p:nvSpPr>
          <p:spPr>
            <a:xfrm>
              <a:off x="1631600" y="1974425"/>
              <a:ext cx="6160000" cy="1095650"/>
            </a:xfrm>
            <a:custGeom>
              <a:avLst/>
              <a:gdLst/>
              <a:ahLst/>
              <a:cxnLst/>
              <a:rect l="l" t="t" r="r" b="b"/>
              <a:pathLst>
                <a:path w="246400" h="43826" extrusionOk="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8"/>
                    <a:pt x="69" y="389"/>
                    <a:pt x="183" y="389"/>
                  </a:cubicBezTo>
                  <a:lnTo>
                    <a:pt x="61286" y="389"/>
                  </a:lnTo>
                  <a:lnTo>
                    <a:pt x="104723" y="43825"/>
                  </a:lnTo>
                  <a:lnTo>
                    <a:pt x="165210" y="43825"/>
                  </a:lnTo>
                  <a:lnTo>
                    <a:pt x="207414" y="1599"/>
                  </a:lnTo>
                  <a:lnTo>
                    <a:pt x="246217" y="1599"/>
                  </a:lnTo>
                  <a:cubicBezTo>
                    <a:pt x="246308" y="1599"/>
                    <a:pt x="246400" y="1507"/>
                    <a:pt x="246400" y="1416"/>
                  </a:cubicBezTo>
                  <a:cubicBezTo>
                    <a:pt x="246400" y="1302"/>
                    <a:pt x="246308" y="1233"/>
                    <a:pt x="246217" y="1233"/>
                  </a:cubicBezTo>
                  <a:lnTo>
                    <a:pt x="207254" y="1233"/>
                  </a:lnTo>
                  <a:lnTo>
                    <a:pt x="165050" y="43437"/>
                  </a:lnTo>
                  <a:lnTo>
                    <a:pt x="104883" y="43437"/>
                  </a:lnTo>
                  <a:lnTo>
                    <a:pt x="614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0" name="Google Shape;1300;p15"/>
            <p:cNvSpPr/>
            <p:nvPr/>
          </p:nvSpPr>
          <p:spPr>
            <a:xfrm>
              <a:off x="1978550" y="331575"/>
              <a:ext cx="4691750" cy="1289675"/>
            </a:xfrm>
            <a:custGeom>
              <a:avLst/>
              <a:gdLst/>
              <a:ahLst/>
              <a:cxnLst/>
              <a:rect l="l" t="t" r="r" b="b"/>
              <a:pathLst>
                <a:path w="187670" h="51587" extrusionOk="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1" name="Google Shape;1301;p15"/>
            <p:cNvSpPr/>
            <p:nvPr/>
          </p:nvSpPr>
          <p:spPr>
            <a:xfrm>
              <a:off x="937150" y="2104550"/>
              <a:ext cx="6622775" cy="1510475"/>
            </a:xfrm>
            <a:custGeom>
              <a:avLst/>
              <a:gdLst/>
              <a:ahLst/>
              <a:cxnLst/>
              <a:rect l="l" t="t" r="r" b="b"/>
              <a:pathLst>
                <a:path w="264911" h="60419" extrusionOk="0">
                  <a:moveTo>
                    <a:pt x="183" y="0"/>
                  </a:moveTo>
                  <a:cubicBezTo>
                    <a:pt x="91" y="0"/>
                    <a:pt x="0" y="69"/>
                    <a:pt x="0" y="183"/>
                  </a:cubicBezTo>
                  <a:cubicBezTo>
                    <a:pt x="0" y="297"/>
                    <a:pt x="91" y="365"/>
                    <a:pt x="183" y="365"/>
                  </a:cubicBezTo>
                  <a:lnTo>
                    <a:pt x="57177" y="365"/>
                  </a:lnTo>
                  <a:lnTo>
                    <a:pt x="70941" y="14129"/>
                  </a:lnTo>
                  <a:lnTo>
                    <a:pt x="129214" y="14129"/>
                  </a:lnTo>
                  <a:lnTo>
                    <a:pt x="175504" y="60419"/>
                  </a:lnTo>
                  <a:lnTo>
                    <a:pt x="203419" y="60419"/>
                  </a:lnTo>
                  <a:lnTo>
                    <a:pt x="232316" y="31499"/>
                  </a:lnTo>
                  <a:lnTo>
                    <a:pt x="264705" y="31499"/>
                  </a:lnTo>
                  <a:cubicBezTo>
                    <a:pt x="264819" y="31499"/>
                    <a:pt x="264911" y="31430"/>
                    <a:pt x="264911" y="31316"/>
                  </a:cubicBezTo>
                  <a:cubicBezTo>
                    <a:pt x="264911" y="31225"/>
                    <a:pt x="264819" y="31134"/>
                    <a:pt x="264705" y="31134"/>
                  </a:cubicBezTo>
                  <a:lnTo>
                    <a:pt x="232156" y="31134"/>
                  </a:lnTo>
                  <a:lnTo>
                    <a:pt x="203259" y="60031"/>
                  </a:lnTo>
                  <a:lnTo>
                    <a:pt x="175664" y="60031"/>
                  </a:lnTo>
                  <a:lnTo>
                    <a:pt x="129374" y="13764"/>
                  </a:lnTo>
                  <a:lnTo>
                    <a:pt x="71101" y="13764"/>
                  </a:lnTo>
                  <a:lnTo>
                    <a:pt x="5733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2" name="Google Shape;1302;p15"/>
            <p:cNvSpPr/>
            <p:nvPr/>
          </p:nvSpPr>
          <p:spPr>
            <a:xfrm>
              <a:off x="1664700" y="294775"/>
              <a:ext cx="3135650" cy="766675"/>
            </a:xfrm>
            <a:custGeom>
              <a:avLst/>
              <a:gdLst/>
              <a:ahLst/>
              <a:cxnLst/>
              <a:rect l="l" t="t" r="r" b="b"/>
              <a:pathLst>
                <a:path w="125426" h="30667" extrusionOk="0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3" name="Google Shape;1303;p15"/>
            <p:cNvSpPr/>
            <p:nvPr/>
          </p:nvSpPr>
          <p:spPr>
            <a:xfrm>
              <a:off x="100600" y="2193550"/>
              <a:ext cx="3410675" cy="530725"/>
            </a:xfrm>
            <a:custGeom>
              <a:avLst/>
              <a:gdLst/>
              <a:ahLst/>
              <a:cxnLst/>
              <a:rect l="l" t="t" r="r" b="b"/>
              <a:pathLst>
                <a:path w="136427" h="21229" extrusionOk="0">
                  <a:moveTo>
                    <a:pt x="20748" y="1"/>
                  </a:moveTo>
                  <a:lnTo>
                    <a:pt x="160" y="20589"/>
                  </a:lnTo>
                  <a:cubicBezTo>
                    <a:pt x="0" y="20726"/>
                    <a:pt x="0" y="20977"/>
                    <a:pt x="160" y="21114"/>
                  </a:cubicBezTo>
                  <a:cubicBezTo>
                    <a:pt x="228" y="21205"/>
                    <a:pt x="342" y="21228"/>
                    <a:pt x="434" y="21228"/>
                  </a:cubicBezTo>
                  <a:cubicBezTo>
                    <a:pt x="525" y="21228"/>
                    <a:pt x="616" y="21205"/>
                    <a:pt x="708" y="21114"/>
                  </a:cubicBezTo>
                  <a:lnTo>
                    <a:pt x="21045" y="777"/>
                  </a:lnTo>
                  <a:lnTo>
                    <a:pt x="85390" y="777"/>
                  </a:lnTo>
                  <a:lnTo>
                    <a:pt x="103307" y="18672"/>
                  </a:lnTo>
                  <a:lnTo>
                    <a:pt x="136039" y="18672"/>
                  </a:lnTo>
                  <a:cubicBezTo>
                    <a:pt x="136267" y="18672"/>
                    <a:pt x="136427" y="18512"/>
                    <a:pt x="136427" y="18307"/>
                  </a:cubicBezTo>
                  <a:cubicBezTo>
                    <a:pt x="136427" y="18078"/>
                    <a:pt x="136267" y="17919"/>
                    <a:pt x="136039" y="17919"/>
                  </a:cubicBezTo>
                  <a:lnTo>
                    <a:pt x="103627" y="17919"/>
                  </a:lnTo>
                  <a:lnTo>
                    <a:pt x="857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4" name="Google Shape;1304;p15"/>
            <p:cNvSpPr/>
            <p:nvPr/>
          </p:nvSpPr>
          <p:spPr>
            <a:xfrm>
              <a:off x="106300" y="832600"/>
              <a:ext cx="2024625" cy="395475"/>
            </a:xfrm>
            <a:custGeom>
              <a:avLst/>
              <a:gdLst/>
              <a:ahLst/>
              <a:cxnLst/>
              <a:rect l="l" t="t" r="r" b="b"/>
              <a:pathLst>
                <a:path w="80985" h="15819" extrusionOk="0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5" name="Google Shape;1305;p15"/>
            <p:cNvSpPr/>
            <p:nvPr/>
          </p:nvSpPr>
          <p:spPr>
            <a:xfrm>
              <a:off x="24125" y="1108225"/>
              <a:ext cx="1654850" cy="513025"/>
            </a:xfrm>
            <a:custGeom>
              <a:avLst/>
              <a:gdLst/>
              <a:ahLst/>
              <a:cxnLst/>
              <a:rect l="l" t="t" r="r" b="b"/>
              <a:pathLst>
                <a:path w="66194" h="20521" extrusionOk="0">
                  <a:moveTo>
                    <a:pt x="183" y="0"/>
                  </a:moveTo>
                  <a:cubicBezTo>
                    <a:pt x="92" y="0"/>
                    <a:pt x="1" y="91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5245" y="388"/>
                  </a:lnTo>
                  <a:lnTo>
                    <a:pt x="45377" y="20520"/>
                  </a:lnTo>
                  <a:lnTo>
                    <a:pt x="66011" y="20520"/>
                  </a:lnTo>
                  <a:cubicBezTo>
                    <a:pt x="66103" y="20520"/>
                    <a:pt x="66194" y="20429"/>
                    <a:pt x="66194" y="20337"/>
                  </a:cubicBezTo>
                  <a:cubicBezTo>
                    <a:pt x="66194" y="20223"/>
                    <a:pt x="66103" y="20132"/>
                    <a:pt x="66011" y="20132"/>
                  </a:cubicBezTo>
                  <a:lnTo>
                    <a:pt x="45537" y="20132"/>
                  </a:lnTo>
                  <a:lnTo>
                    <a:pt x="25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6" name="Google Shape;1306;p15"/>
            <p:cNvSpPr/>
            <p:nvPr/>
          </p:nvSpPr>
          <p:spPr>
            <a:xfrm>
              <a:off x="24125" y="1371850"/>
              <a:ext cx="979225" cy="451975"/>
            </a:xfrm>
            <a:custGeom>
              <a:avLst/>
              <a:gdLst/>
              <a:ahLst/>
              <a:cxnLst/>
              <a:rect l="l" t="t" r="r" b="b"/>
              <a:pathLst>
                <a:path w="39169" h="18079" extrusionOk="0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7" name="Google Shape;1307;p15"/>
            <p:cNvSpPr/>
            <p:nvPr/>
          </p:nvSpPr>
          <p:spPr>
            <a:xfrm>
              <a:off x="5585500" y="1408375"/>
              <a:ext cx="1529900" cy="580350"/>
            </a:xfrm>
            <a:custGeom>
              <a:avLst/>
              <a:gdLst/>
              <a:ahLst/>
              <a:cxnLst/>
              <a:rect l="l" t="t" r="r" b="b"/>
              <a:pathLst>
                <a:path w="61196" h="23214" extrusionOk="0">
                  <a:moveTo>
                    <a:pt x="49121" y="0"/>
                  </a:moveTo>
                  <a:lnTo>
                    <a:pt x="26661" y="22460"/>
                  </a:lnTo>
                  <a:lnTo>
                    <a:pt x="389" y="22460"/>
                  </a:lnTo>
                  <a:cubicBezTo>
                    <a:pt x="161" y="22460"/>
                    <a:pt x="1" y="22620"/>
                    <a:pt x="1" y="22848"/>
                  </a:cubicBezTo>
                  <a:cubicBezTo>
                    <a:pt x="1" y="23054"/>
                    <a:pt x="161" y="23214"/>
                    <a:pt x="389" y="23214"/>
                  </a:cubicBezTo>
                  <a:lnTo>
                    <a:pt x="26980" y="23214"/>
                  </a:lnTo>
                  <a:lnTo>
                    <a:pt x="49441" y="776"/>
                  </a:lnTo>
                  <a:lnTo>
                    <a:pt x="60808" y="776"/>
                  </a:lnTo>
                  <a:cubicBezTo>
                    <a:pt x="61013" y="776"/>
                    <a:pt x="61196" y="594"/>
                    <a:pt x="61196" y="388"/>
                  </a:cubicBezTo>
                  <a:cubicBezTo>
                    <a:pt x="61196" y="183"/>
                    <a:pt x="61013" y="0"/>
                    <a:pt x="60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8" name="Google Shape;1308;p15"/>
            <p:cNvSpPr/>
            <p:nvPr/>
          </p:nvSpPr>
          <p:spPr>
            <a:xfrm>
              <a:off x="5953000" y="3543100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66"/>
                  </a:moveTo>
                  <a:cubicBezTo>
                    <a:pt x="3972" y="366"/>
                    <a:pt x="5022" y="1416"/>
                    <a:pt x="5022" y="2694"/>
                  </a:cubicBezTo>
                  <a:cubicBezTo>
                    <a:pt x="5022" y="3949"/>
                    <a:pt x="3972" y="4999"/>
                    <a:pt x="2694" y="4999"/>
                  </a:cubicBezTo>
                  <a:cubicBezTo>
                    <a:pt x="1416" y="4999"/>
                    <a:pt x="388" y="3949"/>
                    <a:pt x="388" y="2694"/>
                  </a:cubicBezTo>
                  <a:cubicBezTo>
                    <a:pt x="388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187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187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9" name="Google Shape;1309;p15"/>
            <p:cNvSpPr/>
            <p:nvPr/>
          </p:nvSpPr>
          <p:spPr>
            <a:xfrm>
              <a:off x="5976400" y="3566500"/>
              <a:ext cx="87900" cy="87325"/>
            </a:xfrm>
            <a:custGeom>
              <a:avLst/>
              <a:gdLst/>
              <a:ahLst/>
              <a:cxnLst/>
              <a:rect l="l" t="t" r="r" b="b"/>
              <a:pathLst>
                <a:path w="3516" h="3493" extrusionOk="0">
                  <a:moveTo>
                    <a:pt x="1758" y="0"/>
                  </a:moveTo>
                  <a:cubicBezTo>
                    <a:pt x="799" y="0"/>
                    <a:pt x="0" y="776"/>
                    <a:pt x="0" y="1758"/>
                  </a:cubicBezTo>
                  <a:cubicBezTo>
                    <a:pt x="0" y="2717"/>
                    <a:pt x="799" y="3493"/>
                    <a:pt x="1758" y="3493"/>
                  </a:cubicBezTo>
                  <a:cubicBezTo>
                    <a:pt x="2739" y="3493"/>
                    <a:pt x="3515" y="2717"/>
                    <a:pt x="3515" y="1758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0" name="Google Shape;1310;p15"/>
            <p:cNvSpPr/>
            <p:nvPr/>
          </p:nvSpPr>
          <p:spPr>
            <a:xfrm>
              <a:off x="5421175" y="2256325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2"/>
                    <a:pt x="3972" y="5022"/>
                    <a:pt x="2694" y="5022"/>
                  </a:cubicBezTo>
                  <a:cubicBezTo>
                    <a:pt x="1415" y="5022"/>
                    <a:pt x="365" y="3972"/>
                    <a:pt x="365" y="2694"/>
                  </a:cubicBezTo>
                  <a:cubicBezTo>
                    <a:pt x="365" y="1416"/>
                    <a:pt x="1415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1" name="Google Shape;1311;p15"/>
            <p:cNvSpPr/>
            <p:nvPr/>
          </p:nvSpPr>
          <p:spPr>
            <a:xfrm>
              <a:off x="5444575" y="2279725"/>
              <a:ext cx="87900" cy="87900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0"/>
                  </a:moveTo>
                  <a:cubicBezTo>
                    <a:pt x="776" y="0"/>
                    <a:pt x="0" y="799"/>
                    <a:pt x="0" y="1758"/>
                  </a:cubicBezTo>
                  <a:cubicBezTo>
                    <a:pt x="0" y="2739"/>
                    <a:pt x="776" y="3516"/>
                    <a:pt x="1758" y="3516"/>
                  </a:cubicBezTo>
                  <a:cubicBezTo>
                    <a:pt x="2716" y="3516"/>
                    <a:pt x="3515" y="2739"/>
                    <a:pt x="3515" y="1758"/>
                  </a:cubicBezTo>
                  <a:cubicBezTo>
                    <a:pt x="3515" y="799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2" name="Google Shape;1312;p15"/>
            <p:cNvSpPr/>
            <p:nvPr/>
          </p:nvSpPr>
          <p:spPr>
            <a:xfrm>
              <a:off x="5459400" y="1912225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3" name="Google Shape;1313;p15"/>
            <p:cNvSpPr/>
            <p:nvPr/>
          </p:nvSpPr>
          <p:spPr>
            <a:xfrm>
              <a:off x="5482800" y="1935625"/>
              <a:ext cx="87900" cy="87900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1"/>
                  </a:moveTo>
                  <a:cubicBezTo>
                    <a:pt x="799" y="1"/>
                    <a:pt x="0" y="777"/>
                    <a:pt x="0" y="1758"/>
                  </a:cubicBezTo>
                  <a:cubicBezTo>
                    <a:pt x="0" y="2717"/>
                    <a:pt x="799" y="3516"/>
                    <a:pt x="1758" y="3516"/>
                  </a:cubicBezTo>
                  <a:cubicBezTo>
                    <a:pt x="2739" y="3516"/>
                    <a:pt x="3515" y="2717"/>
                    <a:pt x="3515" y="1758"/>
                  </a:cubicBezTo>
                  <a:cubicBezTo>
                    <a:pt x="3515" y="777"/>
                    <a:pt x="2739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4" name="Google Shape;1314;p15"/>
            <p:cNvSpPr/>
            <p:nvPr/>
          </p:nvSpPr>
          <p:spPr>
            <a:xfrm>
              <a:off x="4736975" y="1935625"/>
              <a:ext cx="87900" cy="87900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1"/>
                  </a:moveTo>
                  <a:cubicBezTo>
                    <a:pt x="777" y="1"/>
                    <a:pt x="1" y="777"/>
                    <a:pt x="1" y="1758"/>
                  </a:cubicBezTo>
                  <a:cubicBezTo>
                    <a:pt x="1" y="2717"/>
                    <a:pt x="777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5" name="Google Shape;1315;p15"/>
            <p:cNvSpPr/>
            <p:nvPr/>
          </p:nvSpPr>
          <p:spPr>
            <a:xfrm>
              <a:off x="7044625" y="2632950"/>
              <a:ext cx="87900" cy="87325"/>
            </a:xfrm>
            <a:custGeom>
              <a:avLst/>
              <a:gdLst/>
              <a:ahLst/>
              <a:cxnLst/>
              <a:rect l="l" t="t" r="r" b="b"/>
              <a:pathLst>
                <a:path w="3516" h="3493" extrusionOk="0">
                  <a:moveTo>
                    <a:pt x="1758" y="0"/>
                  </a:moveTo>
                  <a:cubicBezTo>
                    <a:pt x="799" y="0"/>
                    <a:pt x="0" y="776"/>
                    <a:pt x="0" y="1735"/>
                  </a:cubicBezTo>
                  <a:cubicBezTo>
                    <a:pt x="0" y="2716"/>
                    <a:pt x="799" y="3493"/>
                    <a:pt x="1758" y="3493"/>
                  </a:cubicBezTo>
                  <a:cubicBezTo>
                    <a:pt x="2739" y="3493"/>
                    <a:pt x="3515" y="2716"/>
                    <a:pt x="3515" y="1735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6" name="Google Shape;1316;p15"/>
            <p:cNvSpPr/>
            <p:nvPr/>
          </p:nvSpPr>
          <p:spPr>
            <a:xfrm>
              <a:off x="4222850" y="1085400"/>
              <a:ext cx="134675" cy="134675"/>
            </a:xfrm>
            <a:custGeom>
              <a:avLst/>
              <a:gdLst/>
              <a:ahLst/>
              <a:cxnLst/>
              <a:rect l="l" t="t" r="r" b="b"/>
              <a:pathLst>
                <a:path w="5387" h="5387" extrusionOk="0">
                  <a:moveTo>
                    <a:pt x="2694" y="388"/>
                  </a:moveTo>
                  <a:cubicBezTo>
                    <a:pt x="3972" y="388"/>
                    <a:pt x="5022" y="1415"/>
                    <a:pt x="5022" y="2694"/>
                  </a:cubicBezTo>
                  <a:cubicBezTo>
                    <a:pt x="5022" y="3972"/>
                    <a:pt x="3972" y="4999"/>
                    <a:pt x="2694" y="4999"/>
                  </a:cubicBezTo>
                  <a:cubicBezTo>
                    <a:pt x="1415" y="4999"/>
                    <a:pt x="388" y="3972"/>
                    <a:pt x="388" y="2694"/>
                  </a:cubicBezTo>
                  <a:cubicBezTo>
                    <a:pt x="388" y="1415"/>
                    <a:pt x="1415" y="388"/>
                    <a:pt x="2694" y="388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7"/>
                    <a:pt x="1210" y="5387"/>
                    <a:pt x="2694" y="5387"/>
                  </a:cubicBezTo>
                  <a:cubicBezTo>
                    <a:pt x="4177" y="5387"/>
                    <a:pt x="5387" y="4177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7" name="Google Shape;1317;p15"/>
            <p:cNvSpPr/>
            <p:nvPr/>
          </p:nvSpPr>
          <p:spPr>
            <a:xfrm>
              <a:off x="4246800" y="1108775"/>
              <a:ext cx="87350" cy="87925"/>
            </a:xfrm>
            <a:custGeom>
              <a:avLst/>
              <a:gdLst/>
              <a:ahLst/>
              <a:cxnLst/>
              <a:rect l="l" t="t" r="r" b="b"/>
              <a:pathLst>
                <a:path w="3494" h="3517" extrusionOk="0">
                  <a:moveTo>
                    <a:pt x="1736" y="1"/>
                  </a:moveTo>
                  <a:cubicBezTo>
                    <a:pt x="777" y="1"/>
                    <a:pt x="1" y="800"/>
                    <a:pt x="1" y="1759"/>
                  </a:cubicBezTo>
                  <a:cubicBezTo>
                    <a:pt x="1" y="2717"/>
                    <a:pt x="777" y="3516"/>
                    <a:pt x="1736" y="3516"/>
                  </a:cubicBezTo>
                  <a:cubicBezTo>
                    <a:pt x="2717" y="3516"/>
                    <a:pt x="3493" y="2717"/>
                    <a:pt x="3493" y="1759"/>
                  </a:cubicBezTo>
                  <a:cubicBezTo>
                    <a:pt x="3493" y="800"/>
                    <a:pt x="2717" y="1"/>
                    <a:pt x="17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8" name="Google Shape;1318;p15"/>
            <p:cNvSpPr/>
            <p:nvPr/>
          </p:nvSpPr>
          <p:spPr>
            <a:xfrm>
              <a:off x="3502700" y="2585000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9" name="Google Shape;1319;p15"/>
            <p:cNvSpPr/>
            <p:nvPr/>
          </p:nvSpPr>
          <p:spPr>
            <a:xfrm>
              <a:off x="3526100" y="2608400"/>
              <a:ext cx="87900" cy="87900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1"/>
                  </a:moveTo>
                  <a:cubicBezTo>
                    <a:pt x="776" y="1"/>
                    <a:pt x="0" y="777"/>
                    <a:pt x="0" y="1758"/>
                  </a:cubicBezTo>
                  <a:cubicBezTo>
                    <a:pt x="0" y="2717"/>
                    <a:pt x="776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0" name="Google Shape;1320;p15"/>
            <p:cNvSpPr/>
            <p:nvPr/>
          </p:nvSpPr>
          <p:spPr>
            <a:xfrm>
              <a:off x="2281550" y="1156150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2"/>
                    <a:pt x="3972" y="4999"/>
                    <a:pt x="2694" y="4999"/>
                  </a:cubicBezTo>
                  <a:cubicBezTo>
                    <a:pt x="1416" y="4999"/>
                    <a:pt x="366" y="3972"/>
                    <a:pt x="366" y="2694"/>
                  </a:cubicBezTo>
                  <a:cubicBezTo>
                    <a:pt x="366" y="1416"/>
                    <a:pt x="1416" y="366"/>
                    <a:pt x="2694" y="366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1" name="Google Shape;1321;p15"/>
            <p:cNvSpPr/>
            <p:nvPr/>
          </p:nvSpPr>
          <p:spPr>
            <a:xfrm>
              <a:off x="2304950" y="1179550"/>
              <a:ext cx="87325" cy="87900"/>
            </a:xfrm>
            <a:custGeom>
              <a:avLst/>
              <a:gdLst/>
              <a:ahLst/>
              <a:cxnLst/>
              <a:rect l="l" t="t" r="r" b="b"/>
              <a:pathLst>
                <a:path w="3493" h="3516" extrusionOk="0">
                  <a:moveTo>
                    <a:pt x="1758" y="0"/>
                  </a:moveTo>
                  <a:cubicBezTo>
                    <a:pt x="776" y="0"/>
                    <a:pt x="0" y="776"/>
                    <a:pt x="0" y="1758"/>
                  </a:cubicBezTo>
                  <a:cubicBezTo>
                    <a:pt x="0" y="2717"/>
                    <a:pt x="776" y="3515"/>
                    <a:pt x="1758" y="3515"/>
                  </a:cubicBezTo>
                  <a:cubicBezTo>
                    <a:pt x="2716" y="3515"/>
                    <a:pt x="3493" y="2717"/>
                    <a:pt x="3493" y="1758"/>
                  </a:cubicBezTo>
                  <a:cubicBezTo>
                    <a:pt x="3493" y="776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2" name="Google Shape;1322;p15"/>
            <p:cNvSpPr/>
            <p:nvPr/>
          </p:nvSpPr>
          <p:spPr>
            <a:xfrm>
              <a:off x="1577950" y="1004925"/>
              <a:ext cx="94750" cy="94750"/>
            </a:xfrm>
            <a:custGeom>
              <a:avLst/>
              <a:gdLst/>
              <a:ahLst/>
              <a:cxnLst/>
              <a:rect l="l" t="t" r="r" b="b"/>
              <a:pathLst>
                <a:path w="3790" h="3790" extrusionOk="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3" name="Google Shape;1323;p15"/>
            <p:cNvSpPr/>
            <p:nvPr/>
          </p:nvSpPr>
          <p:spPr>
            <a:xfrm>
              <a:off x="1595075" y="1022050"/>
              <a:ext cx="59950" cy="59950"/>
            </a:xfrm>
            <a:custGeom>
              <a:avLst/>
              <a:gdLst/>
              <a:ahLst/>
              <a:cxnLst/>
              <a:rect l="l" t="t" r="r" b="b"/>
              <a:pathLst>
                <a:path w="2398" h="2398" extrusionOk="0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4" name="Google Shape;1324;p15"/>
            <p:cNvSpPr/>
            <p:nvPr/>
          </p:nvSpPr>
          <p:spPr>
            <a:xfrm>
              <a:off x="2892125" y="1170425"/>
              <a:ext cx="106150" cy="106150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310" y="4246"/>
                    <a:pt x="4246" y="3287"/>
                    <a:pt x="4246" y="2123"/>
                  </a:cubicBezTo>
                  <a:cubicBezTo>
                    <a:pt x="4246" y="936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5" name="Google Shape;1325;p15"/>
            <p:cNvSpPr/>
            <p:nvPr/>
          </p:nvSpPr>
          <p:spPr>
            <a:xfrm>
              <a:off x="7004675" y="1366150"/>
              <a:ext cx="106150" cy="106150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36" y="0"/>
                    <a:pt x="0" y="959"/>
                    <a:pt x="0" y="2123"/>
                  </a:cubicBezTo>
                  <a:cubicBezTo>
                    <a:pt x="0" y="3310"/>
                    <a:pt x="936" y="4246"/>
                    <a:pt x="2123" y="4246"/>
                  </a:cubicBezTo>
                  <a:cubicBezTo>
                    <a:pt x="3287" y="4246"/>
                    <a:pt x="4246" y="3310"/>
                    <a:pt x="4246" y="2123"/>
                  </a:cubicBezTo>
                  <a:cubicBezTo>
                    <a:pt x="4246" y="959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6" name="Google Shape;1326;p15"/>
            <p:cNvSpPr/>
            <p:nvPr/>
          </p:nvSpPr>
          <p:spPr>
            <a:xfrm>
              <a:off x="6446600" y="2270600"/>
              <a:ext cx="106150" cy="106150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59" y="0"/>
                    <a:pt x="0" y="959"/>
                    <a:pt x="0" y="2123"/>
                  </a:cubicBezTo>
                  <a:cubicBezTo>
                    <a:pt x="0" y="3310"/>
                    <a:pt x="959" y="4246"/>
                    <a:pt x="2123" y="4246"/>
                  </a:cubicBezTo>
                  <a:cubicBezTo>
                    <a:pt x="3310" y="4246"/>
                    <a:pt x="4246" y="3310"/>
                    <a:pt x="4246" y="2123"/>
                  </a:cubicBezTo>
                  <a:cubicBezTo>
                    <a:pt x="4246" y="959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7" name="Google Shape;1327;p15"/>
            <p:cNvSpPr/>
            <p:nvPr/>
          </p:nvSpPr>
          <p:spPr>
            <a:xfrm>
              <a:off x="6258275" y="3300575"/>
              <a:ext cx="69650" cy="69650"/>
            </a:xfrm>
            <a:custGeom>
              <a:avLst/>
              <a:gdLst/>
              <a:ahLst/>
              <a:cxnLst/>
              <a:rect l="l" t="t" r="r" b="b"/>
              <a:pathLst>
                <a:path w="2786" h="2786" extrusionOk="0">
                  <a:moveTo>
                    <a:pt x="1393" y="1"/>
                  </a:moveTo>
                  <a:cubicBezTo>
                    <a:pt x="617" y="1"/>
                    <a:pt x="1" y="617"/>
                    <a:pt x="1" y="1393"/>
                  </a:cubicBezTo>
                  <a:cubicBezTo>
                    <a:pt x="1" y="2146"/>
                    <a:pt x="617" y="2786"/>
                    <a:pt x="1393" y="2786"/>
                  </a:cubicBezTo>
                  <a:cubicBezTo>
                    <a:pt x="2169" y="2786"/>
                    <a:pt x="2786" y="2146"/>
                    <a:pt x="2786" y="1393"/>
                  </a:cubicBezTo>
                  <a:cubicBezTo>
                    <a:pt x="2786" y="617"/>
                    <a:pt x="2169" y="1"/>
                    <a:pt x="1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8" name="Google Shape;1328;p15"/>
            <p:cNvSpPr/>
            <p:nvPr/>
          </p:nvSpPr>
          <p:spPr>
            <a:xfrm>
              <a:off x="4746100" y="3030675"/>
              <a:ext cx="69650" cy="69075"/>
            </a:xfrm>
            <a:custGeom>
              <a:avLst/>
              <a:gdLst/>
              <a:ahLst/>
              <a:cxnLst/>
              <a:rect l="l" t="t" r="r" b="b"/>
              <a:pathLst>
                <a:path w="2786" h="2763" extrusionOk="0">
                  <a:moveTo>
                    <a:pt x="1393" y="0"/>
                  </a:moveTo>
                  <a:cubicBezTo>
                    <a:pt x="617" y="0"/>
                    <a:pt x="1" y="617"/>
                    <a:pt x="1" y="1393"/>
                  </a:cubicBezTo>
                  <a:cubicBezTo>
                    <a:pt x="1" y="2146"/>
                    <a:pt x="617" y="2762"/>
                    <a:pt x="1393" y="2762"/>
                  </a:cubicBezTo>
                  <a:cubicBezTo>
                    <a:pt x="2169" y="2762"/>
                    <a:pt x="2786" y="2146"/>
                    <a:pt x="2786" y="1393"/>
                  </a:cubicBezTo>
                  <a:cubicBezTo>
                    <a:pt x="2786" y="617"/>
                    <a:pt x="2169" y="0"/>
                    <a:pt x="1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9" name="Google Shape;1329;p15"/>
            <p:cNvSpPr/>
            <p:nvPr/>
          </p:nvSpPr>
          <p:spPr>
            <a:xfrm>
              <a:off x="5111875" y="1378700"/>
              <a:ext cx="106175" cy="106150"/>
            </a:xfrm>
            <a:custGeom>
              <a:avLst/>
              <a:gdLst/>
              <a:ahLst/>
              <a:cxnLst/>
              <a:rect l="l" t="t" r="r" b="b"/>
              <a:pathLst>
                <a:path w="4247" h="4246" extrusionOk="0">
                  <a:moveTo>
                    <a:pt x="2124" y="0"/>
                  </a:moveTo>
                  <a:cubicBezTo>
                    <a:pt x="960" y="0"/>
                    <a:pt x="1" y="959"/>
                    <a:pt x="1" y="2123"/>
                  </a:cubicBezTo>
                  <a:cubicBezTo>
                    <a:pt x="1" y="3310"/>
                    <a:pt x="960" y="4246"/>
                    <a:pt x="2124" y="4246"/>
                  </a:cubicBezTo>
                  <a:cubicBezTo>
                    <a:pt x="3288" y="4246"/>
                    <a:pt x="4246" y="3310"/>
                    <a:pt x="4246" y="2123"/>
                  </a:cubicBezTo>
                  <a:cubicBezTo>
                    <a:pt x="4246" y="959"/>
                    <a:pt x="3288" y="0"/>
                    <a:pt x="21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0" name="Google Shape;1330;p15"/>
            <p:cNvSpPr/>
            <p:nvPr/>
          </p:nvSpPr>
          <p:spPr>
            <a:xfrm>
              <a:off x="5692225" y="1404950"/>
              <a:ext cx="75350" cy="74775"/>
            </a:xfrm>
            <a:custGeom>
              <a:avLst/>
              <a:gdLst/>
              <a:ahLst/>
              <a:cxnLst/>
              <a:rect l="l" t="t" r="r" b="b"/>
              <a:pathLst>
                <a:path w="3014" h="2991" extrusionOk="0">
                  <a:moveTo>
                    <a:pt x="1507" y="0"/>
                  </a:moveTo>
                  <a:cubicBezTo>
                    <a:pt x="685" y="0"/>
                    <a:pt x="0" y="662"/>
                    <a:pt x="0" y="1507"/>
                  </a:cubicBezTo>
                  <a:cubicBezTo>
                    <a:pt x="0" y="2328"/>
                    <a:pt x="685" y="2990"/>
                    <a:pt x="1507" y="2990"/>
                  </a:cubicBezTo>
                  <a:cubicBezTo>
                    <a:pt x="2328" y="2990"/>
                    <a:pt x="3013" y="2328"/>
                    <a:pt x="3013" y="1507"/>
                  </a:cubicBezTo>
                  <a:cubicBezTo>
                    <a:pt x="3013" y="662"/>
                    <a:pt x="2328" y="0"/>
                    <a:pt x="1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1" name="Google Shape;1331;p15"/>
            <p:cNvSpPr/>
            <p:nvPr/>
          </p:nvSpPr>
          <p:spPr>
            <a:xfrm>
              <a:off x="5821750" y="1469425"/>
              <a:ext cx="79350" cy="79350"/>
            </a:xfrm>
            <a:custGeom>
              <a:avLst/>
              <a:gdLst/>
              <a:ahLst/>
              <a:cxnLst/>
              <a:rect l="l" t="t" r="r" b="b"/>
              <a:pathLst>
                <a:path w="3174" h="3174" extrusionOk="0">
                  <a:moveTo>
                    <a:pt x="1598" y="1"/>
                  </a:moveTo>
                  <a:cubicBezTo>
                    <a:pt x="708" y="1"/>
                    <a:pt x="1" y="708"/>
                    <a:pt x="1" y="1575"/>
                  </a:cubicBezTo>
                  <a:cubicBezTo>
                    <a:pt x="1" y="2466"/>
                    <a:pt x="708" y="3173"/>
                    <a:pt x="1598" y="3173"/>
                  </a:cubicBezTo>
                  <a:cubicBezTo>
                    <a:pt x="2466" y="3173"/>
                    <a:pt x="3173" y="2466"/>
                    <a:pt x="3173" y="1575"/>
                  </a:cubicBezTo>
                  <a:cubicBezTo>
                    <a:pt x="3173" y="708"/>
                    <a:pt x="2466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2" name="Google Shape;1332;p15"/>
            <p:cNvSpPr/>
            <p:nvPr/>
          </p:nvSpPr>
          <p:spPr>
            <a:xfrm>
              <a:off x="3572900" y="2384150"/>
              <a:ext cx="139825" cy="139250"/>
            </a:xfrm>
            <a:custGeom>
              <a:avLst/>
              <a:gdLst/>
              <a:ahLst/>
              <a:cxnLst/>
              <a:rect l="l" t="t" r="r" b="b"/>
              <a:pathLst>
                <a:path w="5593" h="5570" extrusionOk="0">
                  <a:moveTo>
                    <a:pt x="2808" y="0"/>
                  </a:moveTo>
                  <a:cubicBezTo>
                    <a:pt x="1255" y="0"/>
                    <a:pt x="0" y="1233"/>
                    <a:pt x="0" y="2785"/>
                  </a:cubicBezTo>
                  <a:cubicBezTo>
                    <a:pt x="0" y="4314"/>
                    <a:pt x="1255" y="5570"/>
                    <a:pt x="2808" y="5570"/>
                  </a:cubicBezTo>
                  <a:cubicBezTo>
                    <a:pt x="4337" y="5570"/>
                    <a:pt x="5592" y="4314"/>
                    <a:pt x="5592" y="2785"/>
                  </a:cubicBezTo>
                  <a:cubicBezTo>
                    <a:pt x="5592" y="1233"/>
                    <a:pt x="4337" y="0"/>
                    <a:pt x="2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3" name="Google Shape;1333;p15"/>
            <p:cNvSpPr/>
            <p:nvPr/>
          </p:nvSpPr>
          <p:spPr>
            <a:xfrm>
              <a:off x="5419450" y="2995300"/>
              <a:ext cx="139825" cy="139825"/>
            </a:xfrm>
            <a:custGeom>
              <a:avLst/>
              <a:gdLst/>
              <a:ahLst/>
              <a:cxnLst/>
              <a:rect l="l" t="t" r="r" b="b"/>
              <a:pathLst>
                <a:path w="5593" h="5593" extrusionOk="0">
                  <a:moveTo>
                    <a:pt x="2785" y="0"/>
                  </a:moveTo>
                  <a:cubicBezTo>
                    <a:pt x="1256" y="0"/>
                    <a:pt x="1" y="1256"/>
                    <a:pt x="1" y="2808"/>
                  </a:cubicBezTo>
                  <a:cubicBezTo>
                    <a:pt x="1" y="4337"/>
                    <a:pt x="1256" y="5592"/>
                    <a:pt x="2785" y="5592"/>
                  </a:cubicBezTo>
                  <a:cubicBezTo>
                    <a:pt x="4338" y="5592"/>
                    <a:pt x="5593" y="4337"/>
                    <a:pt x="5593" y="2808"/>
                  </a:cubicBezTo>
                  <a:cubicBezTo>
                    <a:pt x="5593" y="1256"/>
                    <a:pt x="4338" y="0"/>
                    <a:pt x="27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4" name="Google Shape;1334;p15"/>
            <p:cNvSpPr/>
            <p:nvPr/>
          </p:nvSpPr>
          <p:spPr>
            <a:xfrm>
              <a:off x="3311550" y="1787275"/>
              <a:ext cx="65075" cy="65075"/>
            </a:xfrm>
            <a:custGeom>
              <a:avLst/>
              <a:gdLst/>
              <a:ahLst/>
              <a:cxnLst/>
              <a:rect l="l" t="t" r="r" b="b"/>
              <a:pathLst>
                <a:path w="2603" h="2603" extrusionOk="0">
                  <a:moveTo>
                    <a:pt x="1301" y="0"/>
                  </a:moveTo>
                  <a:cubicBezTo>
                    <a:pt x="594" y="0"/>
                    <a:pt x="0" y="571"/>
                    <a:pt x="0" y="1301"/>
                  </a:cubicBezTo>
                  <a:cubicBezTo>
                    <a:pt x="0" y="2009"/>
                    <a:pt x="594" y="2602"/>
                    <a:pt x="1301" y="2602"/>
                  </a:cubicBezTo>
                  <a:cubicBezTo>
                    <a:pt x="2009" y="2602"/>
                    <a:pt x="2602" y="2009"/>
                    <a:pt x="2602" y="1301"/>
                  </a:cubicBezTo>
                  <a:cubicBezTo>
                    <a:pt x="2602" y="571"/>
                    <a:pt x="2009" y="0"/>
                    <a:pt x="1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5" name="Google Shape;1335;p15"/>
            <p:cNvSpPr/>
            <p:nvPr/>
          </p:nvSpPr>
          <p:spPr>
            <a:xfrm>
              <a:off x="3501550" y="1519075"/>
              <a:ext cx="143825" cy="144400"/>
            </a:xfrm>
            <a:custGeom>
              <a:avLst/>
              <a:gdLst/>
              <a:ahLst/>
              <a:cxnLst/>
              <a:rect l="l" t="t" r="r" b="b"/>
              <a:pathLst>
                <a:path w="5753" h="5776" extrusionOk="0">
                  <a:moveTo>
                    <a:pt x="2877" y="388"/>
                  </a:moveTo>
                  <a:cubicBezTo>
                    <a:pt x="4246" y="388"/>
                    <a:pt x="5388" y="1507"/>
                    <a:pt x="5388" y="2899"/>
                  </a:cubicBezTo>
                  <a:cubicBezTo>
                    <a:pt x="5388" y="4269"/>
                    <a:pt x="4246" y="5410"/>
                    <a:pt x="2877" y="5410"/>
                  </a:cubicBezTo>
                  <a:cubicBezTo>
                    <a:pt x="1485" y="5410"/>
                    <a:pt x="366" y="4269"/>
                    <a:pt x="366" y="2899"/>
                  </a:cubicBezTo>
                  <a:cubicBezTo>
                    <a:pt x="366" y="1507"/>
                    <a:pt x="1485" y="388"/>
                    <a:pt x="2877" y="388"/>
                  </a:cubicBezTo>
                  <a:close/>
                  <a:moveTo>
                    <a:pt x="2877" y="0"/>
                  </a:moveTo>
                  <a:cubicBezTo>
                    <a:pt x="1279" y="0"/>
                    <a:pt x="1" y="1301"/>
                    <a:pt x="1" y="2899"/>
                  </a:cubicBezTo>
                  <a:cubicBezTo>
                    <a:pt x="1" y="4497"/>
                    <a:pt x="1279" y="5775"/>
                    <a:pt x="2877" y="5775"/>
                  </a:cubicBezTo>
                  <a:cubicBezTo>
                    <a:pt x="4475" y="5775"/>
                    <a:pt x="5753" y="4497"/>
                    <a:pt x="5753" y="2899"/>
                  </a:cubicBezTo>
                  <a:cubicBezTo>
                    <a:pt x="5753" y="1301"/>
                    <a:pt x="4475" y="0"/>
                    <a:pt x="2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6" name="Google Shape;1336;p15"/>
            <p:cNvSpPr/>
            <p:nvPr/>
          </p:nvSpPr>
          <p:spPr>
            <a:xfrm>
              <a:off x="3526675" y="1544750"/>
              <a:ext cx="93600" cy="93050"/>
            </a:xfrm>
            <a:custGeom>
              <a:avLst/>
              <a:gdLst/>
              <a:ahLst/>
              <a:cxnLst/>
              <a:rect l="l" t="t" r="r" b="b"/>
              <a:pathLst>
                <a:path w="3744" h="3722" extrusionOk="0">
                  <a:moveTo>
                    <a:pt x="1872" y="0"/>
                  </a:moveTo>
                  <a:cubicBezTo>
                    <a:pt x="845" y="0"/>
                    <a:pt x="0" y="845"/>
                    <a:pt x="0" y="1872"/>
                  </a:cubicBezTo>
                  <a:cubicBezTo>
                    <a:pt x="0" y="2899"/>
                    <a:pt x="845" y="3721"/>
                    <a:pt x="1872" y="3721"/>
                  </a:cubicBezTo>
                  <a:cubicBezTo>
                    <a:pt x="2899" y="3721"/>
                    <a:pt x="3744" y="2899"/>
                    <a:pt x="3744" y="1872"/>
                  </a:cubicBezTo>
                  <a:cubicBezTo>
                    <a:pt x="3744" y="845"/>
                    <a:pt x="2899" y="0"/>
                    <a:pt x="1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7" name="Google Shape;1337;p15"/>
            <p:cNvSpPr/>
            <p:nvPr/>
          </p:nvSpPr>
          <p:spPr>
            <a:xfrm>
              <a:off x="1930050" y="1563575"/>
              <a:ext cx="106150" cy="106175"/>
            </a:xfrm>
            <a:custGeom>
              <a:avLst/>
              <a:gdLst/>
              <a:ahLst/>
              <a:cxnLst/>
              <a:rect l="l" t="t" r="r" b="b"/>
              <a:pathLst>
                <a:path w="4246" h="4247" extrusionOk="0">
                  <a:moveTo>
                    <a:pt x="2123" y="1"/>
                  </a:moveTo>
                  <a:cubicBezTo>
                    <a:pt x="959" y="1"/>
                    <a:pt x="0" y="937"/>
                    <a:pt x="0" y="2123"/>
                  </a:cubicBezTo>
                  <a:cubicBezTo>
                    <a:pt x="0" y="3288"/>
                    <a:pt x="959" y="4246"/>
                    <a:pt x="2123" y="4246"/>
                  </a:cubicBezTo>
                  <a:cubicBezTo>
                    <a:pt x="3310" y="4246"/>
                    <a:pt x="4246" y="3288"/>
                    <a:pt x="4246" y="2123"/>
                  </a:cubicBezTo>
                  <a:cubicBezTo>
                    <a:pt x="4246" y="937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8" name="Google Shape;1338;p15"/>
            <p:cNvSpPr/>
            <p:nvPr/>
          </p:nvSpPr>
          <p:spPr>
            <a:xfrm>
              <a:off x="1621325" y="1563575"/>
              <a:ext cx="106175" cy="106175"/>
            </a:xfrm>
            <a:custGeom>
              <a:avLst/>
              <a:gdLst/>
              <a:ahLst/>
              <a:cxnLst/>
              <a:rect l="l" t="t" r="r" b="b"/>
              <a:pathLst>
                <a:path w="4247" h="4247" extrusionOk="0">
                  <a:moveTo>
                    <a:pt x="2123" y="1"/>
                  </a:moveTo>
                  <a:cubicBezTo>
                    <a:pt x="936" y="1"/>
                    <a:pt x="1" y="937"/>
                    <a:pt x="1" y="2123"/>
                  </a:cubicBezTo>
                  <a:cubicBezTo>
                    <a:pt x="1" y="3288"/>
                    <a:pt x="936" y="4246"/>
                    <a:pt x="2123" y="4246"/>
                  </a:cubicBezTo>
                  <a:cubicBezTo>
                    <a:pt x="3287" y="4246"/>
                    <a:pt x="4246" y="3288"/>
                    <a:pt x="4246" y="2123"/>
                  </a:cubicBezTo>
                  <a:cubicBezTo>
                    <a:pt x="4246" y="937"/>
                    <a:pt x="3287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9" name="Google Shape;1339;p15"/>
            <p:cNvSpPr/>
            <p:nvPr/>
          </p:nvSpPr>
          <p:spPr>
            <a:xfrm>
              <a:off x="944550" y="1765575"/>
              <a:ext cx="106175" cy="106175"/>
            </a:xfrm>
            <a:custGeom>
              <a:avLst/>
              <a:gdLst/>
              <a:ahLst/>
              <a:cxnLst/>
              <a:rect l="l" t="t" r="r" b="b"/>
              <a:pathLst>
                <a:path w="4247" h="4247" extrusionOk="0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0" name="Google Shape;1340;p15"/>
            <p:cNvSpPr/>
            <p:nvPr/>
          </p:nvSpPr>
          <p:spPr>
            <a:xfrm>
              <a:off x="496050" y="1323925"/>
              <a:ext cx="106150" cy="106150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1" name="Google Shape;1341;p15"/>
            <p:cNvSpPr/>
            <p:nvPr/>
          </p:nvSpPr>
          <p:spPr>
            <a:xfrm>
              <a:off x="3168300" y="1186975"/>
              <a:ext cx="72500" cy="73050"/>
            </a:xfrm>
            <a:custGeom>
              <a:avLst/>
              <a:gdLst/>
              <a:ahLst/>
              <a:cxnLst/>
              <a:rect l="l" t="t" r="r" b="b"/>
              <a:pathLst>
                <a:path w="2900" h="2922" extrusionOk="0">
                  <a:moveTo>
                    <a:pt x="1462" y="0"/>
                  </a:moveTo>
                  <a:cubicBezTo>
                    <a:pt x="640" y="0"/>
                    <a:pt x="1" y="639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1" y="2922"/>
                    <a:pt x="2900" y="2260"/>
                    <a:pt x="2900" y="1461"/>
                  </a:cubicBezTo>
                  <a:cubicBezTo>
                    <a:pt x="2900" y="639"/>
                    <a:pt x="2261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2" name="Google Shape;1342;p15"/>
            <p:cNvSpPr/>
            <p:nvPr/>
          </p:nvSpPr>
          <p:spPr>
            <a:xfrm>
              <a:off x="1238425" y="1362725"/>
              <a:ext cx="73075" cy="73050"/>
            </a:xfrm>
            <a:custGeom>
              <a:avLst/>
              <a:gdLst/>
              <a:ahLst/>
              <a:cxnLst/>
              <a:rect l="l" t="t" r="r" b="b"/>
              <a:pathLst>
                <a:path w="2923" h="2922" extrusionOk="0">
                  <a:moveTo>
                    <a:pt x="1462" y="0"/>
                  </a:moveTo>
                  <a:cubicBezTo>
                    <a:pt x="640" y="0"/>
                    <a:pt x="1" y="662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0" y="2922"/>
                    <a:pt x="2922" y="2260"/>
                    <a:pt x="2922" y="1461"/>
                  </a:cubicBezTo>
                  <a:cubicBezTo>
                    <a:pt x="2922" y="662"/>
                    <a:pt x="2260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3" name="Google Shape;1343;p15"/>
            <p:cNvSpPr/>
            <p:nvPr/>
          </p:nvSpPr>
          <p:spPr>
            <a:xfrm>
              <a:off x="2281550" y="832600"/>
              <a:ext cx="2995850" cy="9725"/>
            </a:xfrm>
            <a:custGeom>
              <a:avLst/>
              <a:gdLst/>
              <a:ahLst/>
              <a:cxnLst/>
              <a:rect l="l" t="t" r="r" b="b"/>
              <a:pathLst>
                <a:path w="119834" h="389" extrusionOk="0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4" name="Google Shape;1344;p15"/>
            <p:cNvSpPr/>
            <p:nvPr/>
          </p:nvSpPr>
          <p:spPr>
            <a:xfrm>
              <a:off x="2222775" y="800650"/>
              <a:ext cx="73075" cy="73050"/>
            </a:xfrm>
            <a:custGeom>
              <a:avLst/>
              <a:gdLst/>
              <a:ahLst/>
              <a:cxnLst/>
              <a:rect l="l" t="t" r="r" b="b"/>
              <a:pathLst>
                <a:path w="2923" h="2922" extrusionOk="0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5" name="Google Shape;1345;p15"/>
            <p:cNvSpPr/>
            <p:nvPr/>
          </p:nvSpPr>
          <p:spPr>
            <a:xfrm>
              <a:off x="5235725" y="800650"/>
              <a:ext cx="73050" cy="73050"/>
            </a:xfrm>
            <a:custGeom>
              <a:avLst/>
              <a:gdLst/>
              <a:ahLst/>
              <a:cxnLst/>
              <a:rect l="l" t="t" r="r" b="b"/>
              <a:pathLst>
                <a:path w="2922" h="2922" extrusionOk="0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6" name="Google Shape;1346;p15"/>
            <p:cNvSpPr/>
            <p:nvPr/>
          </p:nvSpPr>
          <p:spPr>
            <a:xfrm>
              <a:off x="5732175" y="319450"/>
              <a:ext cx="1118450" cy="1117475"/>
            </a:xfrm>
            <a:custGeom>
              <a:avLst/>
              <a:gdLst/>
              <a:ahLst/>
              <a:cxnLst/>
              <a:rect l="l" t="t" r="r" b="b"/>
              <a:pathLst>
                <a:path w="44738" h="44699" extrusionOk="0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7" name="Google Shape;1347;p15"/>
            <p:cNvSpPr/>
            <p:nvPr/>
          </p:nvSpPr>
          <p:spPr>
            <a:xfrm>
              <a:off x="5870250" y="381100"/>
              <a:ext cx="1118475" cy="1117450"/>
            </a:xfrm>
            <a:custGeom>
              <a:avLst/>
              <a:gdLst/>
              <a:ahLst/>
              <a:cxnLst/>
              <a:rect l="l" t="t" r="r" b="b"/>
              <a:pathLst>
                <a:path w="44739" h="44698" extrusionOk="0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8" name="Google Shape;1348;p15"/>
            <p:cNvSpPr/>
            <p:nvPr/>
          </p:nvSpPr>
          <p:spPr>
            <a:xfrm>
              <a:off x="4775775" y="1974875"/>
              <a:ext cx="2300825" cy="706600"/>
            </a:xfrm>
            <a:custGeom>
              <a:avLst/>
              <a:gdLst/>
              <a:ahLst/>
              <a:cxnLst/>
              <a:rect l="l" t="t" r="r" b="b"/>
              <a:pathLst>
                <a:path w="92033" h="28264" extrusionOk="0">
                  <a:moveTo>
                    <a:pt x="206" y="0"/>
                  </a:moveTo>
                  <a:cubicBezTo>
                    <a:pt x="155" y="0"/>
                    <a:pt x="104" y="17"/>
                    <a:pt x="69" y="51"/>
                  </a:cubicBezTo>
                  <a:cubicBezTo>
                    <a:pt x="1" y="120"/>
                    <a:pt x="1" y="234"/>
                    <a:pt x="69" y="325"/>
                  </a:cubicBezTo>
                  <a:lnTo>
                    <a:pt x="28007" y="28263"/>
                  </a:lnTo>
                  <a:lnTo>
                    <a:pt x="91850" y="28263"/>
                  </a:lnTo>
                  <a:cubicBezTo>
                    <a:pt x="91941" y="28263"/>
                    <a:pt x="92032" y="28172"/>
                    <a:pt x="92032" y="28058"/>
                  </a:cubicBezTo>
                  <a:cubicBezTo>
                    <a:pt x="92032" y="27967"/>
                    <a:pt x="91941" y="27875"/>
                    <a:pt x="91850" y="27875"/>
                  </a:cubicBezTo>
                  <a:lnTo>
                    <a:pt x="28167" y="27875"/>
                  </a:lnTo>
                  <a:lnTo>
                    <a:pt x="343" y="51"/>
                  </a:lnTo>
                  <a:cubicBezTo>
                    <a:pt x="309" y="17"/>
                    <a:pt x="258" y="0"/>
                    <a:pt x="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9" name="Google Shape;1349;p15"/>
            <p:cNvSpPr/>
            <p:nvPr/>
          </p:nvSpPr>
          <p:spPr>
            <a:xfrm>
              <a:off x="3518100" y="2023500"/>
              <a:ext cx="149550" cy="93050"/>
            </a:xfrm>
            <a:custGeom>
              <a:avLst/>
              <a:gdLst/>
              <a:ahLst/>
              <a:cxnLst/>
              <a:rect l="l" t="t" r="r" b="b"/>
              <a:pathLst>
                <a:path w="5982" h="3722" extrusionOk="0">
                  <a:moveTo>
                    <a:pt x="1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0" name="Google Shape;1350;p15"/>
            <p:cNvSpPr/>
            <p:nvPr/>
          </p:nvSpPr>
          <p:spPr>
            <a:xfrm>
              <a:off x="3630525" y="2023500"/>
              <a:ext cx="148950" cy="93050"/>
            </a:xfrm>
            <a:custGeom>
              <a:avLst/>
              <a:gdLst/>
              <a:ahLst/>
              <a:cxnLst/>
              <a:rect l="l" t="t" r="r" b="b"/>
              <a:pathLst>
                <a:path w="5958" h="3722" extrusionOk="0">
                  <a:moveTo>
                    <a:pt x="0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1" name="Google Shape;1351;p15"/>
            <p:cNvSpPr/>
            <p:nvPr/>
          </p:nvSpPr>
          <p:spPr>
            <a:xfrm>
              <a:off x="3742375" y="2023500"/>
              <a:ext cx="149525" cy="93050"/>
            </a:xfrm>
            <a:custGeom>
              <a:avLst/>
              <a:gdLst/>
              <a:ahLst/>
              <a:cxnLst/>
              <a:rect l="l" t="t" r="r" b="b"/>
              <a:pathLst>
                <a:path w="5981" h="3722" extrusionOk="0">
                  <a:moveTo>
                    <a:pt x="0" y="1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2" name="Google Shape;1352;p15"/>
            <p:cNvSpPr/>
            <p:nvPr/>
          </p:nvSpPr>
          <p:spPr>
            <a:xfrm>
              <a:off x="3854775" y="2023500"/>
              <a:ext cx="148975" cy="93050"/>
            </a:xfrm>
            <a:custGeom>
              <a:avLst/>
              <a:gdLst/>
              <a:ahLst/>
              <a:cxnLst/>
              <a:rect l="l" t="t" r="r" b="b"/>
              <a:pathLst>
                <a:path w="5959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3" name="Google Shape;1353;p15"/>
            <p:cNvSpPr/>
            <p:nvPr/>
          </p:nvSpPr>
          <p:spPr>
            <a:xfrm>
              <a:off x="3966625" y="2023500"/>
              <a:ext cx="148950" cy="93050"/>
            </a:xfrm>
            <a:custGeom>
              <a:avLst/>
              <a:gdLst/>
              <a:ahLst/>
              <a:cxnLst/>
              <a:rect l="l" t="t" r="r" b="b"/>
              <a:pathLst>
                <a:path w="5958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4" name="Google Shape;1354;p15"/>
            <p:cNvSpPr/>
            <p:nvPr/>
          </p:nvSpPr>
          <p:spPr>
            <a:xfrm>
              <a:off x="4078475" y="2023500"/>
              <a:ext cx="149525" cy="93050"/>
            </a:xfrm>
            <a:custGeom>
              <a:avLst/>
              <a:gdLst/>
              <a:ahLst/>
              <a:cxnLst/>
              <a:rect l="l" t="t" r="r" b="b"/>
              <a:pathLst>
                <a:path w="5981" h="3722" extrusionOk="0">
                  <a:moveTo>
                    <a:pt x="0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5" name="Google Shape;1355;p15"/>
            <p:cNvSpPr/>
            <p:nvPr/>
          </p:nvSpPr>
          <p:spPr>
            <a:xfrm>
              <a:off x="4190875" y="2023500"/>
              <a:ext cx="148975" cy="93050"/>
            </a:xfrm>
            <a:custGeom>
              <a:avLst/>
              <a:gdLst/>
              <a:ahLst/>
              <a:cxnLst/>
              <a:rect l="l" t="t" r="r" b="b"/>
              <a:pathLst>
                <a:path w="5959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6" name="Google Shape;1356;p15"/>
            <p:cNvSpPr/>
            <p:nvPr/>
          </p:nvSpPr>
          <p:spPr>
            <a:xfrm>
              <a:off x="4302725" y="2023500"/>
              <a:ext cx="149525" cy="93050"/>
            </a:xfrm>
            <a:custGeom>
              <a:avLst/>
              <a:gdLst/>
              <a:ahLst/>
              <a:cxnLst/>
              <a:rect l="l" t="t" r="r" b="b"/>
              <a:pathLst>
                <a:path w="5981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7" name="Google Shape;1357;p15"/>
            <p:cNvSpPr/>
            <p:nvPr/>
          </p:nvSpPr>
          <p:spPr>
            <a:xfrm>
              <a:off x="2718075" y="2800150"/>
              <a:ext cx="276800" cy="172925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8" name="Google Shape;1358;p15"/>
            <p:cNvSpPr/>
            <p:nvPr/>
          </p:nvSpPr>
          <p:spPr>
            <a:xfrm>
              <a:off x="2925800" y="28001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0" y="0"/>
                  </a:moveTo>
                  <a:lnTo>
                    <a:pt x="6665" y="6916"/>
                  </a:lnTo>
                  <a:lnTo>
                    <a:pt x="11070" y="6916"/>
                  </a:lnTo>
                  <a:lnTo>
                    <a:pt x="4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9" name="Google Shape;1359;p15"/>
            <p:cNvSpPr/>
            <p:nvPr/>
          </p:nvSpPr>
          <p:spPr>
            <a:xfrm>
              <a:off x="3133500" y="28001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0" name="Google Shape;1360;p15"/>
            <p:cNvSpPr/>
            <p:nvPr/>
          </p:nvSpPr>
          <p:spPr>
            <a:xfrm>
              <a:off x="3341775" y="2800150"/>
              <a:ext cx="276800" cy="172925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1" y="0"/>
                  </a:moveTo>
                  <a:lnTo>
                    <a:pt x="6643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1" name="Google Shape;1361;p15"/>
            <p:cNvSpPr/>
            <p:nvPr/>
          </p:nvSpPr>
          <p:spPr>
            <a:xfrm>
              <a:off x="3549500" y="28001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0" y="0"/>
                  </a:moveTo>
                  <a:lnTo>
                    <a:pt x="6665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2" name="Google Shape;1362;p15"/>
            <p:cNvSpPr/>
            <p:nvPr/>
          </p:nvSpPr>
          <p:spPr>
            <a:xfrm>
              <a:off x="3757200" y="28001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3" name="Google Shape;1363;p15"/>
            <p:cNvSpPr/>
            <p:nvPr/>
          </p:nvSpPr>
          <p:spPr>
            <a:xfrm>
              <a:off x="6113925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4" name="Google Shape;1364;p15"/>
            <p:cNvSpPr/>
            <p:nvPr/>
          </p:nvSpPr>
          <p:spPr>
            <a:xfrm>
              <a:off x="5906200" y="435450"/>
              <a:ext cx="276800" cy="172925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5" name="Google Shape;1365;p15"/>
            <p:cNvSpPr/>
            <p:nvPr/>
          </p:nvSpPr>
          <p:spPr>
            <a:xfrm>
              <a:off x="5698500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6" name="Google Shape;1366;p15"/>
            <p:cNvSpPr/>
            <p:nvPr/>
          </p:nvSpPr>
          <p:spPr>
            <a:xfrm>
              <a:off x="5490225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7" name="Google Shape;1367;p15"/>
            <p:cNvSpPr/>
            <p:nvPr/>
          </p:nvSpPr>
          <p:spPr>
            <a:xfrm>
              <a:off x="5282500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8" name="Google Shape;1368;p15"/>
            <p:cNvSpPr/>
            <p:nvPr/>
          </p:nvSpPr>
          <p:spPr>
            <a:xfrm>
              <a:off x="5074800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9" name="Google Shape;1369;p15"/>
            <p:cNvSpPr/>
            <p:nvPr/>
          </p:nvSpPr>
          <p:spPr>
            <a:xfrm>
              <a:off x="4867075" y="435450"/>
              <a:ext cx="276800" cy="172925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0" name="Google Shape;1370;p15"/>
            <p:cNvSpPr/>
            <p:nvPr/>
          </p:nvSpPr>
          <p:spPr>
            <a:xfrm>
              <a:off x="4658800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1" name="Google Shape;1371;p15"/>
            <p:cNvSpPr/>
            <p:nvPr/>
          </p:nvSpPr>
          <p:spPr>
            <a:xfrm>
              <a:off x="4853400" y="927325"/>
              <a:ext cx="143250" cy="155250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2" name="Google Shape;1372;p15"/>
            <p:cNvSpPr/>
            <p:nvPr/>
          </p:nvSpPr>
          <p:spPr>
            <a:xfrm>
              <a:off x="4940700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3" name="Google Shape;1373;p15"/>
            <p:cNvSpPr/>
            <p:nvPr/>
          </p:nvSpPr>
          <p:spPr>
            <a:xfrm>
              <a:off x="5028000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4" name="Google Shape;1374;p15"/>
            <p:cNvSpPr/>
            <p:nvPr/>
          </p:nvSpPr>
          <p:spPr>
            <a:xfrm>
              <a:off x="5115300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5" name="Google Shape;1375;p15"/>
            <p:cNvSpPr/>
            <p:nvPr/>
          </p:nvSpPr>
          <p:spPr>
            <a:xfrm>
              <a:off x="52026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6" name="Google Shape;1376;p15"/>
            <p:cNvSpPr/>
            <p:nvPr/>
          </p:nvSpPr>
          <p:spPr>
            <a:xfrm>
              <a:off x="52899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7" name="Google Shape;1377;p15"/>
            <p:cNvSpPr/>
            <p:nvPr/>
          </p:nvSpPr>
          <p:spPr>
            <a:xfrm>
              <a:off x="53772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8" name="Google Shape;1378;p15"/>
            <p:cNvSpPr/>
            <p:nvPr/>
          </p:nvSpPr>
          <p:spPr>
            <a:xfrm>
              <a:off x="5465100" y="927325"/>
              <a:ext cx="143250" cy="155250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9" name="Google Shape;1379;p15"/>
            <p:cNvSpPr/>
            <p:nvPr/>
          </p:nvSpPr>
          <p:spPr>
            <a:xfrm>
              <a:off x="5552425" y="927325"/>
              <a:ext cx="143250" cy="155250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0" name="Google Shape;1380;p15"/>
            <p:cNvSpPr/>
            <p:nvPr/>
          </p:nvSpPr>
          <p:spPr>
            <a:xfrm>
              <a:off x="56397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1" name="Google Shape;1381;p15"/>
            <p:cNvSpPr/>
            <p:nvPr/>
          </p:nvSpPr>
          <p:spPr>
            <a:xfrm>
              <a:off x="57270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382" name="Google Shape;1382;p15"/>
          <p:cNvGrpSpPr/>
          <p:nvPr/>
        </p:nvGrpSpPr>
        <p:grpSpPr>
          <a:xfrm rot="5400000">
            <a:off x="899500" y="4428267"/>
            <a:ext cx="1306400" cy="4633533"/>
            <a:chOff x="327125" y="2375600"/>
            <a:chExt cx="979800" cy="3475150"/>
          </a:xfrm>
        </p:grpSpPr>
        <p:sp>
          <p:nvSpPr>
            <p:cNvPr id="1383" name="Google Shape;1383;p15"/>
            <p:cNvSpPr/>
            <p:nvPr/>
          </p:nvSpPr>
          <p:spPr>
            <a:xfrm>
              <a:off x="531425" y="2394425"/>
              <a:ext cx="115850" cy="3456325"/>
            </a:xfrm>
            <a:custGeom>
              <a:avLst/>
              <a:gdLst/>
              <a:ahLst/>
              <a:cxnLst/>
              <a:rect l="l" t="t" r="r" b="b"/>
              <a:pathLst>
                <a:path w="4634" h="138253" fill="none" extrusionOk="0">
                  <a:moveTo>
                    <a:pt x="3150" y="138253"/>
                  </a:moveTo>
                  <a:lnTo>
                    <a:pt x="3150" y="54872"/>
                  </a:lnTo>
                  <a:lnTo>
                    <a:pt x="0" y="51722"/>
                  </a:lnTo>
                  <a:lnTo>
                    <a:pt x="0" y="28714"/>
                  </a:lnTo>
                  <a:lnTo>
                    <a:pt x="4634" y="24058"/>
                  </a:lnTo>
                  <a:lnTo>
                    <a:pt x="4634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4" name="Google Shape;1384;p15"/>
            <p:cNvSpPr/>
            <p:nvPr/>
          </p:nvSpPr>
          <p:spPr>
            <a:xfrm>
              <a:off x="627275" y="2375600"/>
              <a:ext cx="39975" cy="39950"/>
            </a:xfrm>
            <a:custGeom>
              <a:avLst/>
              <a:gdLst/>
              <a:ahLst/>
              <a:cxnLst/>
              <a:rect l="l" t="t" r="r" b="b"/>
              <a:pathLst>
                <a:path w="1599" h="1598" extrusionOk="0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56" y="1598"/>
                    <a:pt x="1599" y="1233"/>
                    <a:pt x="1599" y="799"/>
                  </a:cubicBezTo>
                  <a:cubicBezTo>
                    <a:pt x="1599" y="365"/>
                    <a:pt x="1256" y="0"/>
                    <a:pt x="80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5" name="Google Shape;1385;p15"/>
            <p:cNvSpPr/>
            <p:nvPr/>
          </p:nvSpPr>
          <p:spPr>
            <a:xfrm>
              <a:off x="347100" y="2923975"/>
              <a:ext cx="112450" cy="2344175"/>
            </a:xfrm>
            <a:custGeom>
              <a:avLst/>
              <a:gdLst/>
              <a:ahLst/>
              <a:cxnLst/>
              <a:rect l="l" t="t" r="r" b="b"/>
              <a:pathLst>
                <a:path w="4498" h="93767" fill="none" extrusionOk="0">
                  <a:moveTo>
                    <a:pt x="4497" y="93766"/>
                  </a:moveTo>
                  <a:lnTo>
                    <a:pt x="4497" y="50855"/>
                  </a:lnTo>
                  <a:lnTo>
                    <a:pt x="1" y="46358"/>
                  </a:lnTo>
                  <a:lnTo>
                    <a:pt x="1" y="0"/>
                  </a:lnTo>
                </a:path>
              </a:pathLst>
            </a:custGeom>
            <a:solidFill>
              <a:schemeClr val="accent1"/>
            </a:solidFill>
            <a:ln w="13125" cap="flat" cmpd="sng">
              <a:solidFill>
                <a:schemeClr val="accent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6" name="Google Shape;1386;p15"/>
            <p:cNvSpPr/>
            <p:nvPr/>
          </p:nvSpPr>
          <p:spPr>
            <a:xfrm>
              <a:off x="327125" y="2904575"/>
              <a:ext cx="39975" cy="39950"/>
            </a:xfrm>
            <a:custGeom>
              <a:avLst/>
              <a:gdLst/>
              <a:ahLst/>
              <a:cxnLst/>
              <a:rect l="l" t="t" r="r" b="b"/>
              <a:pathLst>
                <a:path w="1599" h="1598" extrusionOk="0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55"/>
                    <a:pt x="366" y="1598"/>
                    <a:pt x="800" y="1598"/>
                  </a:cubicBezTo>
                  <a:cubicBezTo>
                    <a:pt x="1233" y="1598"/>
                    <a:pt x="1599" y="1255"/>
                    <a:pt x="1599" y="799"/>
                  </a:cubicBezTo>
                  <a:cubicBezTo>
                    <a:pt x="1599" y="365"/>
                    <a:pt x="1233" y="0"/>
                    <a:pt x="80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7" name="Google Shape;1387;p15"/>
            <p:cNvSpPr/>
            <p:nvPr/>
          </p:nvSpPr>
          <p:spPr>
            <a:xfrm>
              <a:off x="347100" y="2676875"/>
              <a:ext cx="192900" cy="374375"/>
            </a:xfrm>
            <a:custGeom>
              <a:avLst/>
              <a:gdLst/>
              <a:ahLst/>
              <a:cxnLst/>
              <a:rect l="l" t="t" r="r" b="b"/>
              <a:pathLst>
                <a:path w="7716" h="14975" fill="none" extrusionOk="0">
                  <a:moveTo>
                    <a:pt x="1" y="14974"/>
                  </a:moveTo>
                  <a:lnTo>
                    <a:pt x="7716" y="7259"/>
                  </a:lnTo>
                  <a:lnTo>
                    <a:pt x="7716" y="1"/>
                  </a:lnTo>
                </a:path>
              </a:pathLst>
            </a:custGeom>
            <a:solidFill>
              <a:schemeClr val="accent1"/>
            </a:solidFill>
            <a:ln w="13125" cap="flat" cmpd="sng">
              <a:solidFill>
                <a:schemeClr val="accent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8" name="Google Shape;1388;p15"/>
            <p:cNvSpPr/>
            <p:nvPr/>
          </p:nvSpPr>
          <p:spPr>
            <a:xfrm>
              <a:off x="520000" y="265805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9" name="Google Shape;1389;p15"/>
            <p:cNvSpPr/>
            <p:nvPr/>
          </p:nvSpPr>
          <p:spPr>
            <a:xfrm>
              <a:off x="347100" y="4357400"/>
              <a:ext cx="25" cy="971225"/>
            </a:xfrm>
            <a:custGeom>
              <a:avLst/>
              <a:gdLst/>
              <a:ahLst/>
              <a:cxnLst/>
              <a:rect l="l" t="t" r="r" b="b"/>
              <a:pathLst>
                <a:path w="1" h="38849" fill="none" extrusionOk="0">
                  <a:moveTo>
                    <a:pt x="1" y="38849"/>
                  </a:moveTo>
                  <a:lnTo>
                    <a:pt x="1" y="0"/>
                  </a:lnTo>
                </a:path>
              </a:pathLst>
            </a:custGeom>
            <a:solidFill>
              <a:schemeClr val="accent1"/>
            </a:solidFill>
            <a:ln w="13125" cap="flat" cmpd="sng">
              <a:solidFill>
                <a:schemeClr val="accent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0" name="Google Shape;1390;p15"/>
            <p:cNvSpPr/>
            <p:nvPr/>
          </p:nvSpPr>
          <p:spPr>
            <a:xfrm>
              <a:off x="327125" y="433855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33" y="1599"/>
                    <a:pt x="1599" y="1234"/>
                    <a:pt x="1599" y="800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1" name="Google Shape;1391;p15"/>
            <p:cNvSpPr/>
            <p:nvPr/>
          </p:nvSpPr>
          <p:spPr>
            <a:xfrm>
              <a:off x="690625" y="3227550"/>
              <a:ext cx="172925" cy="2083400"/>
            </a:xfrm>
            <a:custGeom>
              <a:avLst/>
              <a:gdLst/>
              <a:ahLst/>
              <a:cxnLst/>
              <a:rect l="l" t="t" r="r" b="b"/>
              <a:pathLst>
                <a:path w="6917" h="83336" fill="none" extrusionOk="0">
                  <a:moveTo>
                    <a:pt x="6917" y="83335"/>
                  </a:moveTo>
                  <a:lnTo>
                    <a:pt x="0" y="76396"/>
                  </a:lnTo>
                  <a:lnTo>
                    <a:pt x="0" y="15841"/>
                  </a:lnTo>
                  <a:lnTo>
                    <a:pt x="4954" y="10865"/>
                  </a:lnTo>
                  <a:lnTo>
                    <a:pt x="4954" y="0"/>
                  </a:lnTo>
                </a:path>
              </a:pathLst>
            </a:custGeom>
            <a:solidFill>
              <a:schemeClr val="accent1"/>
            </a:solidFill>
            <a:ln w="13125" cap="flat" cmpd="sng">
              <a:solidFill>
                <a:schemeClr val="accent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2" name="Google Shape;1392;p15"/>
            <p:cNvSpPr/>
            <p:nvPr/>
          </p:nvSpPr>
          <p:spPr>
            <a:xfrm>
              <a:off x="794475" y="320870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56" y="1599"/>
                    <a:pt x="1598" y="1234"/>
                    <a:pt x="1598" y="800"/>
                  </a:cubicBezTo>
                  <a:cubicBezTo>
                    <a:pt x="1598" y="343"/>
                    <a:pt x="1256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3" name="Google Shape;1393;p15"/>
            <p:cNvSpPr/>
            <p:nvPr/>
          </p:nvSpPr>
          <p:spPr>
            <a:xfrm>
              <a:off x="776800" y="3899750"/>
              <a:ext cx="25" cy="1084800"/>
            </a:xfrm>
            <a:custGeom>
              <a:avLst/>
              <a:gdLst/>
              <a:ahLst/>
              <a:cxnLst/>
              <a:rect l="l" t="t" r="r" b="b"/>
              <a:pathLst>
                <a:path w="1" h="43392" fill="none" extrusionOk="0">
                  <a:moveTo>
                    <a:pt x="0" y="43391"/>
                  </a:move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 w="13125" cap="flat" cmpd="sng">
              <a:solidFill>
                <a:schemeClr val="accent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4" name="Google Shape;1394;p15"/>
            <p:cNvSpPr/>
            <p:nvPr/>
          </p:nvSpPr>
          <p:spPr>
            <a:xfrm>
              <a:off x="756825" y="4963400"/>
              <a:ext cx="40525" cy="39975"/>
            </a:xfrm>
            <a:custGeom>
              <a:avLst/>
              <a:gdLst/>
              <a:ahLst/>
              <a:cxnLst/>
              <a:rect l="l" t="t" r="r" b="b"/>
              <a:pathLst>
                <a:path w="1621" h="1599" extrusionOk="0">
                  <a:moveTo>
                    <a:pt x="799" y="1"/>
                  </a:moveTo>
                  <a:cubicBezTo>
                    <a:pt x="365" y="1"/>
                    <a:pt x="0" y="366"/>
                    <a:pt x="0" y="800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800"/>
                  </a:cubicBezTo>
                  <a:cubicBezTo>
                    <a:pt x="1621" y="366"/>
                    <a:pt x="1256" y="1"/>
                    <a:pt x="799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5" name="Google Shape;1395;p15"/>
            <p:cNvSpPr/>
            <p:nvPr/>
          </p:nvSpPr>
          <p:spPr>
            <a:xfrm>
              <a:off x="756825" y="3880925"/>
              <a:ext cx="40525" cy="39950"/>
            </a:xfrm>
            <a:custGeom>
              <a:avLst/>
              <a:gdLst/>
              <a:ahLst/>
              <a:cxnLst/>
              <a:rect l="l" t="t" r="r" b="b"/>
              <a:pathLst>
                <a:path w="1621" h="1598" extrusionOk="0">
                  <a:moveTo>
                    <a:pt x="799" y="0"/>
                  </a:moveTo>
                  <a:cubicBezTo>
                    <a:pt x="365" y="0"/>
                    <a:pt x="0" y="342"/>
                    <a:pt x="0" y="799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799"/>
                  </a:cubicBezTo>
                  <a:cubicBezTo>
                    <a:pt x="1621" y="342"/>
                    <a:pt x="1256" y="0"/>
                    <a:pt x="799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6" name="Google Shape;1396;p15"/>
            <p:cNvSpPr/>
            <p:nvPr/>
          </p:nvSpPr>
          <p:spPr>
            <a:xfrm>
              <a:off x="861250" y="3692600"/>
              <a:ext cx="445675" cy="1618350"/>
            </a:xfrm>
            <a:custGeom>
              <a:avLst/>
              <a:gdLst/>
              <a:ahLst/>
              <a:cxnLst/>
              <a:rect l="l" t="t" r="r" b="b"/>
              <a:pathLst>
                <a:path w="17827" h="64734" fill="none" extrusionOk="0">
                  <a:moveTo>
                    <a:pt x="17827" y="64733"/>
                  </a:moveTo>
                  <a:lnTo>
                    <a:pt x="4314" y="51221"/>
                  </a:lnTo>
                  <a:lnTo>
                    <a:pt x="4314" y="28258"/>
                  </a:lnTo>
                  <a:lnTo>
                    <a:pt x="0" y="23944"/>
                  </a:lnTo>
                  <a:lnTo>
                    <a:pt x="0" y="1"/>
                  </a:lnTo>
                </a:path>
              </a:pathLst>
            </a:custGeom>
            <a:solidFill>
              <a:schemeClr val="accent1"/>
            </a:solidFill>
            <a:ln w="13125" cap="flat" cmpd="sng">
              <a:solidFill>
                <a:schemeClr val="accent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7" name="Google Shape;1397;p15"/>
            <p:cNvSpPr/>
            <p:nvPr/>
          </p:nvSpPr>
          <p:spPr>
            <a:xfrm>
              <a:off x="841275" y="3673200"/>
              <a:ext cx="39975" cy="40550"/>
            </a:xfrm>
            <a:custGeom>
              <a:avLst/>
              <a:gdLst/>
              <a:ahLst/>
              <a:cxnLst/>
              <a:rect l="l" t="t" r="r" b="b"/>
              <a:pathLst>
                <a:path w="1599" h="1622" extrusionOk="0">
                  <a:moveTo>
                    <a:pt x="799" y="1"/>
                  </a:moveTo>
                  <a:cubicBezTo>
                    <a:pt x="343" y="1"/>
                    <a:pt x="0" y="366"/>
                    <a:pt x="0" y="800"/>
                  </a:cubicBezTo>
                  <a:cubicBezTo>
                    <a:pt x="0" y="1256"/>
                    <a:pt x="343" y="1621"/>
                    <a:pt x="799" y="1621"/>
                  </a:cubicBezTo>
                  <a:cubicBezTo>
                    <a:pt x="1233" y="1621"/>
                    <a:pt x="1598" y="1256"/>
                    <a:pt x="1598" y="800"/>
                  </a:cubicBezTo>
                  <a:cubicBezTo>
                    <a:pt x="1598" y="366"/>
                    <a:pt x="1233" y="1"/>
                    <a:pt x="799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8" name="Google Shape;1398;p15"/>
          <p:cNvSpPr txBox="1">
            <a:spLocks noGrp="1"/>
          </p:cNvSpPr>
          <p:nvPr>
            <p:ph type="title"/>
          </p:nvPr>
        </p:nvSpPr>
        <p:spPr>
          <a:xfrm>
            <a:off x="960000" y="615833"/>
            <a:ext cx="10272000" cy="65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399" name="Google Shape;1399;p15"/>
          <p:cNvSpPr txBox="1">
            <a:spLocks noGrp="1"/>
          </p:cNvSpPr>
          <p:nvPr>
            <p:ph type="subTitle" idx="1"/>
          </p:nvPr>
        </p:nvSpPr>
        <p:spPr>
          <a:xfrm>
            <a:off x="959992" y="2784423"/>
            <a:ext cx="2335600" cy="86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400" name="Google Shape;1400;p15"/>
          <p:cNvSpPr txBox="1">
            <a:spLocks noGrp="1"/>
          </p:cNvSpPr>
          <p:nvPr>
            <p:ph type="title" idx="2"/>
          </p:nvPr>
        </p:nvSpPr>
        <p:spPr>
          <a:xfrm>
            <a:off x="960000" y="2143033"/>
            <a:ext cx="2335600" cy="4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401" name="Google Shape;1401;p15"/>
          <p:cNvSpPr txBox="1">
            <a:spLocks noGrp="1"/>
          </p:cNvSpPr>
          <p:nvPr>
            <p:ph type="subTitle" idx="3"/>
          </p:nvPr>
        </p:nvSpPr>
        <p:spPr>
          <a:xfrm>
            <a:off x="959992" y="4834923"/>
            <a:ext cx="2335600" cy="86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402" name="Google Shape;1402;p15"/>
          <p:cNvSpPr txBox="1">
            <a:spLocks noGrp="1"/>
          </p:cNvSpPr>
          <p:nvPr>
            <p:ph type="title" idx="4"/>
          </p:nvPr>
        </p:nvSpPr>
        <p:spPr>
          <a:xfrm>
            <a:off x="960000" y="4193533"/>
            <a:ext cx="2335600" cy="4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403" name="Google Shape;1403;p15"/>
          <p:cNvSpPr txBox="1">
            <a:spLocks noGrp="1"/>
          </p:cNvSpPr>
          <p:nvPr>
            <p:ph type="subTitle" idx="5"/>
          </p:nvPr>
        </p:nvSpPr>
        <p:spPr>
          <a:xfrm>
            <a:off x="8896392" y="2784423"/>
            <a:ext cx="2335600" cy="86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404" name="Google Shape;1404;p15"/>
          <p:cNvSpPr txBox="1">
            <a:spLocks noGrp="1"/>
          </p:cNvSpPr>
          <p:nvPr>
            <p:ph type="title" idx="6"/>
          </p:nvPr>
        </p:nvSpPr>
        <p:spPr>
          <a:xfrm>
            <a:off x="8896400" y="2143033"/>
            <a:ext cx="2335600" cy="4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405" name="Google Shape;1405;p15"/>
          <p:cNvSpPr txBox="1">
            <a:spLocks noGrp="1"/>
          </p:cNvSpPr>
          <p:nvPr>
            <p:ph type="subTitle" idx="7"/>
          </p:nvPr>
        </p:nvSpPr>
        <p:spPr>
          <a:xfrm>
            <a:off x="8896392" y="4834923"/>
            <a:ext cx="2335600" cy="86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406" name="Google Shape;1406;p15"/>
          <p:cNvSpPr txBox="1">
            <a:spLocks noGrp="1"/>
          </p:cNvSpPr>
          <p:nvPr>
            <p:ph type="title" idx="8"/>
          </p:nvPr>
        </p:nvSpPr>
        <p:spPr>
          <a:xfrm>
            <a:off x="8896400" y="4193533"/>
            <a:ext cx="2335600" cy="4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5446358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16"/>
          <p:cNvSpPr txBox="1">
            <a:spLocks noGrp="1"/>
          </p:cNvSpPr>
          <p:nvPr>
            <p:ph type="subTitle" idx="1"/>
          </p:nvPr>
        </p:nvSpPr>
        <p:spPr>
          <a:xfrm>
            <a:off x="3200800" y="2756551"/>
            <a:ext cx="5790400" cy="151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6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409" name="Google Shape;1409;p16"/>
          <p:cNvSpPr txBox="1">
            <a:spLocks noGrp="1"/>
          </p:cNvSpPr>
          <p:nvPr>
            <p:ph type="title"/>
          </p:nvPr>
        </p:nvSpPr>
        <p:spPr>
          <a:xfrm>
            <a:off x="3200600" y="4443651"/>
            <a:ext cx="5790400" cy="4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grpSp>
        <p:nvGrpSpPr>
          <p:cNvPr id="1410" name="Google Shape;1410;p16"/>
          <p:cNvGrpSpPr/>
          <p:nvPr/>
        </p:nvGrpSpPr>
        <p:grpSpPr>
          <a:xfrm>
            <a:off x="974022" y="6091837"/>
            <a:ext cx="1376949" cy="210105"/>
            <a:chOff x="1675453" y="-1233273"/>
            <a:chExt cx="1032712" cy="157579"/>
          </a:xfrm>
        </p:grpSpPr>
        <p:sp>
          <p:nvSpPr>
            <p:cNvPr id="1411" name="Google Shape;1411;p16"/>
            <p:cNvSpPr/>
            <p:nvPr/>
          </p:nvSpPr>
          <p:spPr>
            <a:xfrm flipH="1">
              <a:off x="2562766" y="-1233273"/>
              <a:ext cx="145399" cy="157579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2" name="Google Shape;1412;p16"/>
            <p:cNvSpPr/>
            <p:nvPr/>
          </p:nvSpPr>
          <p:spPr>
            <a:xfrm flipH="1">
              <a:off x="2473573" y="-1233273"/>
              <a:ext cx="145982" cy="157579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3" name="Google Shape;1413;p16"/>
            <p:cNvSpPr/>
            <p:nvPr/>
          </p:nvSpPr>
          <p:spPr>
            <a:xfrm flipH="1">
              <a:off x="2384964" y="-1233273"/>
              <a:ext cx="145982" cy="157579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4" name="Google Shape;1414;p16"/>
            <p:cNvSpPr/>
            <p:nvPr/>
          </p:nvSpPr>
          <p:spPr>
            <a:xfrm flipH="1">
              <a:off x="2296354" y="-1233273"/>
              <a:ext cx="145982" cy="157579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5" name="Google Shape;1415;p16"/>
            <p:cNvSpPr/>
            <p:nvPr/>
          </p:nvSpPr>
          <p:spPr>
            <a:xfrm flipH="1">
              <a:off x="2207719" y="-1233273"/>
              <a:ext cx="145982" cy="157579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6" name="Google Shape;1416;p16"/>
            <p:cNvSpPr/>
            <p:nvPr/>
          </p:nvSpPr>
          <p:spPr>
            <a:xfrm flipH="1">
              <a:off x="2119110" y="-1233273"/>
              <a:ext cx="145982" cy="157579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7" name="Google Shape;1417;p16"/>
            <p:cNvSpPr/>
            <p:nvPr/>
          </p:nvSpPr>
          <p:spPr>
            <a:xfrm flipH="1">
              <a:off x="2030500" y="-1233273"/>
              <a:ext cx="145982" cy="157579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8" name="Google Shape;1418;p16"/>
            <p:cNvSpPr/>
            <p:nvPr/>
          </p:nvSpPr>
          <p:spPr>
            <a:xfrm flipH="1">
              <a:off x="1941891" y="-1233273"/>
              <a:ext cx="145399" cy="157579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9" name="Google Shape;1419;p16"/>
            <p:cNvSpPr/>
            <p:nvPr/>
          </p:nvSpPr>
          <p:spPr>
            <a:xfrm flipH="1">
              <a:off x="1853256" y="-1233273"/>
              <a:ext cx="145399" cy="157579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0" name="Google Shape;1420;p16"/>
            <p:cNvSpPr/>
            <p:nvPr/>
          </p:nvSpPr>
          <p:spPr>
            <a:xfrm flipH="1">
              <a:off x="1764063" y="-1233273"/>
              <a:ext cx="145982" cy="157579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1" name="Google Shape;1421;p16"/>
            <p:cNvSpPr/>
            <p:nvPr/>
          </p:nvSpPr>
          <p:spPr>
            <a:xfrm flipH="1">
              <a:off x="1675453" y="-1233273"/>
              <a:ext cx="145982" cy="157579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422" name="Google Shape;1422;p16"/>
          <p:cNvGrpSpPr/>
          <p:nvPr/>
        </p:nvGrpSpPr>
        <p:grpSpPr>
          <a:xfrm>
            <a:off x="11677000" y="3638634"/>
            <a:ext cx="2069533" cy="4633533"/>
            <a:chOff x="327125" y="2375600"/>
            <a:chExt cx="1552150" cy="3475150"/>
          </a:xfrm>
        </p:grpSpPr>
        <p:sp>
          <p:nvSpPr>
            <p:cNvPr id="1423" name="Google Shape;1423;p16"/>
            <p:cNvSpPr/>
            <p:nvPr/>
          </p:nvSpPr>
          <p:spPr>
            <a:xfrm>
              <a:off x="531425" y="2394425"/>
              <a:ext cx="115850" cy="3456325"/>
            </a:xfrm>
            <a:custGeom>
              <a:avLst/>
              <a:gdLst/>
              <a:ahLst/>
              <a:cxnLst/>
              <a:rect l="l" t="t" r="r" b="b"/>
              <a:pathLst>
                <a:path w="4634" h="138253" fill="none" extrusionOk="0">
                  <a:moveTo>
                    <a:pt x="3150" y="138253"/>
                  </a:moveTo>
                  <a:lnTo>
                    <a:pt x="3150" y="54872"/>
                  </a:lnTo>
                  <a:lnTo>
                    <a:pt x="0" y="51722"/>
                  </a:lnTo>
                  <a:lnTo>
                    <a:pt x="0" y="28714"/>
                  </a:lnTo>
                  <a:lnTo>
                    <a:pt x="4634" y="24058"/>
                  </a:lnTo>
                  <a:lnTo>
                    <a:pt x="4634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4" name="Google Shape;1424;p16"/>
            <p:cNvSpPr/>
            <p:nvPr/>
          </p:nvSpPr>
          <p:spPr>
            <a:xfrm>
              <a:off x="627275" y="2375600"/>
              <a:ext cx="39975" cy="39950"/>
            </a:xfrm>
            <a:custGeom>
              <a:avLst/>
              <a:gdLst/>
              <a:ahLst/>
              <a:cxnLst/>
              <a:rect l="l" t="t" r="r" b="b"/>
              <a:pathLst>
                <a:path w="1599" h="1598" extrusionOk="0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56" y="1598"/>
                    <a:pt x="1599" y="1233"/>
                    <a:pt x="1599" y="799"/>
                  </a:cubicBezTo>
                  <a:cubicBezTo>
                    <a:pt x="1599" y="365"/>
                    <a:pt x="1256" y="0"/>
                    <a:pt x="80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5" name="Google Shape;1425;p16"/>
            <p:cNvSpPr/>
            <p:nvPr/>
          </p:nvSpPr>
          <p:spPr>
            <a:xfrm>
              <a:off x="347100" y="2923975"/>
              <a:ext cx="112450" cy="2344175"/>
            </a:xfrm>
            <a:custGeom>
              <a:avLst/>
              <a:gdLst/>
              <a:ahLst/>
              <a:cxnLst/>
              <a:rect l="l" t="t" r="r" b="b"/>
              <a:pathLst>
                <a:path w="4498" h="93767" fill="none" extrusionOk="0">
                  <a:moveTo>
                    <a:pt x="4497" y="93766"/>
                  </a:moveTo>
                  <a:lnTo>
                    <a:pt x="4497" y="50855"/>
                  </a:lnTo>
                  <a:lnTo>
                    <a:pt x="1" y="46358"/>
                  </a:lnTo>
                  <a:lnTo>
                    <a:pt x="1" y="0"/>
                  </a:lnTo>
                </a:path>
              </a:pathLst>
            </a:custGeom>
            <a:solidFill>
              <a:schemeClr val="accent1"/>
            </a:solidFill>
            <a:ln w="13125" cap="flat" cmpd="sng">
              <a:solidFill>
                <a:schemeClr val="accent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6" name="Google Shape;1426;p16"/>
            <p:cNvSpPr/>
            <p:nvPr/>
          </p:nvSpPr>
          <p:spPr>
            <a:xfrm>
              <a:off x="327125" y="2904575"/>
              <a:ext cx="39975" cy="39950"/>
            </a:xfrm>
            <a:custGeom>
              <a:avLst/>
              <a:gdLst/>
              <a:ahLst/>
              <a:cxnLst/>
              <a:rect l="l" t="t" r="r" b="b"/>
              <a:pathLst>
                <a:path w="1599" h="1598" extrusionOk="0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55"/>
                    <a:pt x="366" y="1598"/>
                    <a:pt x="800" y="1598"/>
                  </a:cubicBezTo>
                  <a:cubicBezTo>
                    <a:pt x="1233" y="1598"/>
                    <a:pt x="1599" y="1255"/>
                    <a:pt x="1599" y="799"/>
                  </a:cubicBezTo>
                  <a:cubicBezTo>
                    <a:pt x="1599" y="365"/>
                    <a:pt x="1233" y="0"/>
                    <a:pt x="80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7" name="Google Shape;1427;p16"/>
            <p:cNvSpPr/>
            <p:nvPr/>
          </p:nvSpPr>
          <p:spPr>
            <a:xfrm>
              <a:off x="347100" y="2676875"/>
              <a:ext cx="192900" cy="374375"/>
            </a:xfrm>
            <a:custGeom>
              <a:avLst/>
              <a:gdLst/>
              <a:ahLst/>
              <a:cxnLst/>
              <a:rect l="l" t="t" r="r" b="b"/>
              <a:pathLst>
                <a:path w="7716" h="14975" fill="none" extrusionOk="0">
                  <a:moveTo>
                    <a:pt x="1" y="14974"/>
                  </a:moveTo>
                  <a:lnTo>
                    <a:pt x="7716" y="7259"/>
                  </a:lnTo>
                  <a:lnTo>
                    <a:pt x="7716" y="1"/>
                  </a:lnTo>
                </a:path>
              </a:pathLst>
            </a:custGeom>
            <a:solidFill>
              <a:schemeClr val="accent1"/>
            </a:solidFill>
            <a:ln w="13125" cap="flat" cmpd="sng">
              <a:solidFill>
                <a:schemeClr val="accent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8" name="Google Shape;1428;p16"/>
            <p:cNvSpPr/>
            <p:nvPr/>
          </p:nvSpPr>
          <p:spPr>
            <a:xfrm>
              <a:off x="520000" y="265805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9" name="Google Shape;1429;p16"/>
            <p:cNvSpPr/>
            <p:nvPr/>
          </p:nvSpPr>
          <p:spPr>
            <a:xfrm>
              <a:off x="347100" y="4357400"/>
              <a:ext cx="25" cy="971225"/>
            </a:xfrm>
            <a:custGeom>
              <a:avLst/>
              <a:gdLst/>
              <a:ahLst/>
              <a:cxnLst/>
              <a:rect l="l" t="t" r="r" b="b"/>
              <a:pathLst>
                <a:path w="1" h="38849" fill="none" extrusionOk="0">
                  <a:moveTo>
                    <a:pt x="1" y="38849"/>
                  </a:move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0" name="Google Shape;1430;p16"/>
            <p:cNvSpPr/>
            <p:nvPr/>
          </p:nvSpPr>
          <p:spPr>
            <a:xfrm>
              <a:off x="327125" y="433855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33" y="1599"/>
                    <a:pt x="1599" y="1234"/>
                    <a:pt x="1599" y="800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1" name="Google Shape;1431;p16"/>
            <p:cNvSpPr/>
            <p:nvPr/>
          </p:nvSpPr>
          <p:spPr>
            <a:xfrm>
              <a:off x="690625" y="3227550"/>
              <a:ext cx="172925" cy="2083400"/>
            </a:xfrm>
            <a:custGeom>
              <a:avLst/>
              <a:gdLst/>
              <a:ahLst/>
              <a:cxnLst/>
              <a:rect l="l" t="t" r="r" b="b"/>
              <a:pathLst>
                <a:path w="6917" h="83336" fill="none" extrusionOk="0">
                  <a:moveTo>
                    <a:pt x="6917" y="83335"/>
                  </a:moveTo>
                  <a:lnTo>
                    <a:pt x="0" y="76396"/>
                  </a:lnTo>
                  <a:lnTo>
                    <a:pt x="0" y="15841"/>
                  </a:lnTo>
                  <a:lnTo>
                    <a:pt x="4954" y="10865"/>
                  </a:lnTo>
                  <a:lnTo>
                    <a:pt x="4954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2" name="Google Shape;1432;p16"/>
            <p:cNvSpPr/>
            <p:nvPr/>
          </p:nvSpPr>
          <p:spPr>
            <a:xfrm>
              <a:off x="794475" y="320870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56" y="1599"/>
                    <a:pt x="1598" y="1234"/>
                    <a:pt x="1598" y="800"/>
                  </a:cubicBezTo>
                  <a:cubicBezTo>
                    <a:pt x="1598" y="343"/>
                    <a:pt x="1256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3" name="Google Shape;1433;p16"/>
            <p:cNvSpPr/>
            <p:nvPr/>
          </p:nvSpPr>
          <p:spPr>
            <a:xfrm>
              <a:off x="776800" y="3899750"/>
              <a:ext cx="25" cy="1084800"/>
            </a:xfrm>
            <a:custGeom>
              <a:avLst/>
              <a:gdLst/>
              <a:ahLst/>
              <a:cxnLst/>
              <a:rect l="l" t="t" r="r" b="b"/>
              <a:pathLst>
                <a:path w="1" h="43392" fill="none" extrusionOk="0">
                  <a:moveTo>
                    <a:pt x="0" y="43391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4" name="Google Shape;1434;p16"/>
            <p:cNvSpPr/>
            <p:nvPr/>
          </p:nvSpPr>
          <p:spPr>
            <a:xfrm>
              <a:off x="756825" y="4963400"/>
              <a:ext cx="40525" cy="39975"/>
            </a:xfrm>
            <a:custGeom>
              <a:avLst/>
              <a:gdLst/>
              <a:ahLst/>
              <a:cxnLst/>
              <a:rect l="l" t="t" r="r" b="b"/>
              <a:pathLst>
                <a:path w="1621" h="1599" extrusionOk="0">
                  <a:moveTo>
                    <a:pt x="799" y="1"/>
                  </a:moveTo>
                  <a:cubicBezTo>
                    <a:pt x="365" y="1"/>
                    <a:pt x="0" y="366"/>
                    <a:pt x="0" y="800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800"/>
                  </a:cubicBezTo>
                  <a:cubicBezTo>
                    <a:pt x="1621" y="366"/>
                    <a:pt x="1256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5" name="Google Shape;1435;p16"/>
            <p:cNvSpPr/>
            <p:nvPr/>
          </p:nvSpPr>
          <p:spPr>
            <a:xfrm>
              <a:off x="756825" y="3880925"/>
              <a:ext cx="40525" cy="39950"/>
            </a:xfrm>
            <a:custGeom>
              <a:avLst/>
              <a:gdLst/>
              <a:ahLst/>
              <a:cxnLst/>
              <a:rect l="l" t="t" r="r" b="b"/>
              <a:pathLst>
                <a:path w="1621" h="1598" extrusionOk="0">
                  <a:moveTo>
                    <a:pt x="799" y="0"/>
                  </a:moveTo>
                  <a:cubicBezTo>
                    <a:pt x="365" y="0"/>
                    <a:pt x="0" y="342"/>
                    <a:pt x="0" y="799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799"/>
                  </a:cubicBezTo>
                  <a:cubicBezTo>
                    <a:pt x="1621" y="342"/>
                    <a:pt x="1256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6" name="Google Shape;1436;p16"/>
            <p:cNvSpPr/>
            <p:nvPr/>
          </p:nvSpPr>
          <p:spPr>
            <a:xfrm>
              <a:off x="861250" y="3692600"/>
              <a:ext cx="445675" cy="1618350"/>
            </a:xfrm>
            <a:custGeom>
              <a:avLst/>
              <a:gdLst/>
              <a:ahLst/>
              <a:cxnLst/>
              <a:rect l="l" t="t" r="r" b="b"/>
              <a:pathLst>
                <a:path w="17827" h="64734" fill="none" extrusionOk="0">
                  <a:moveTo>
                    <a:pt x="17827" y="64733"/>
                  </a:moveTo>
                  <a:lnTo>
                    <a:pt x="4314" y="51221"/>
                  </a:lnTo>
                  <a:lnTo>
                    <a:pt x="4314" y="28258"/>
                  </a:lnTo>
                  <a:lnTo>
                    <a:pt x="0" y="23944"/>
                  </a:lnTo>
                  <a:lnTo>
                    <a:pt x="0" y="1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7" name="Google Shape;1437;p16"/>
            <p:cNvSpPr/>
            <p:nvPr/>
          </p:nvSpPr>
          <p:spPr>
            <a:xfrm>
              <a:off x="841275" y="3673200"/>
              <a:ext cx="39975" cy="40550"/>
            </a:xfrm>
            <a:custGeom>
              <a:avLst/>
              <a:gdLst/>
              <a:ahLst/>
              <a:cxnLst/>
              <a:rect l="l" t="t" r="r" b="b"/>
              <a:pathLst>
                <a:path w="1599" h="1622" extrusionOk="0">
                  <a:moveTo>
                    <a:pt x="799" y="1"/>
                  </a:moveTo>
                  <a:cubicBezTo>
                    <a:pt x="343" y="1"/>
                    <a:pt x="0" y="366"/>
                    <a:pt x="0" y="800"/>
                  </a:cubicBezTo>
                  <a:cubicBezTo>
                    <a:pt x="0" y="1256"/>
                    <a:pt x="343" y="1621"/>
                    <a:pt x="799" y="1621"/>
                  </a:cubicBezTo>
                  <a:cubicBezTo>
                    <a:pt x="1233" y="1621"/>
                    <a:pt x="1598" y="1256"/>
                    <a:pt x="1598" y="800"/>
                  </a:cubicBezTo>
                  <a:cubicBezTo>
                    <a:pt x="1598" y="366"/>
                    <a:pt x="1233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8" name="Google Shape;1438;p16"/>
            <p:cNvSpPr/>
            <p:nvPr/>
          </p:nvSpPr>
          <p:spPr>
            <a:xfrm>
              <a:off x="969100" y="4182200"/>
              <a:ext cx="174625" cy="556975"/>
            </a:xfrm>
            <a:custGeom>
              <a:avLst/>
              <a:gdLst/>
              <a:ahLst/>
              <a:cxnLst/>
              <a:rect l="l" t="t" r="r" b="b"/>
              <a:pathLst>
                <a:path w="6985" h="22279" fill="none" extrusionOk="0">
                  <a:moveTo>
                    <a:pt x="0" y="22278"/>
                  </a:moveTo>
                  <a:lnTo>
                    <a:pt x="6985" y="15294"/>
                  </a:lnTo>
                  <a:lnTo>
                    <a:pt x="6985" y="1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9" name="Google Shape;1439;p16"/>
            <p:cNvSpPr/>
            <p:nvPr/>
          </p:nvSpPr>
          <p:spPr>
            <a:xfrm>
              <a:off x="1123725" y="4163375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43" y="1"/>
                    <a:pt x="1" y="343"/>
                    <a:pt x="1" y="799"/>
                  </a:cubicBezTo>
                  <a:cubicBezTo>
                    <a:pt x="1" y="1233"/>
                    <a:pt x="343" y="1598"/>
                    <a:pt x="800" y="1598"/>
                  </a:cubicBezTo>
                  <a:cubicBezTo>
                    <a:pt x="1233" y="1598"/>
                    <a:pt x="1599" y="1233"/>
                    <a:pt x="1599" y="799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0" name="Google Shape;1440;p16"/>
            <p:cNvSpPr/>
            <p:nvPr/>
          </p:nvSpPr>
          <p:spPr>
            <a:xfrm>
              <a:off x="1393075" y="4882950"/>
              <a:ext cx="25" cy="428000"/>
            </a:xfrm>
            <a:custGeom>
              <a:avLst/>
              <a:gdLst/>
              <a:ahLst/>
              <a:cxnLst/>
              <a:rect l="l" t="t" r="r" b="b"/>
              <a:pathLst>
                <a:path w="1" h="17120" fill="none" extrusionOk="0">
                  <a:moveTo>
                    <a:pt x="0" y="17119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1" name="Google Shape;1441;p16"/>
            <p:cNvSpPr/>
            <p:nvPr/>
          </p:nvSpPr>
          <p:spPr>
            <a:xfrm>
              <a:off x="1373100" y="4864125"/>
              <a:ext cx="39975" cy="39950"/>
            </a:xfrm>
            <a:custGeom>
              <a:avLst/>
              <a:gdLst/>
              <a:ahLst/>
              <a:cxnLst/>
              <a:rect l="l" t="t" r="r" b="b"/>
              <a:pathLst>
                <a:path w="1599" h="1598" extrusionOk="0">
                  <a:moveTo>
                    <a:pt x="799" y="0"/>
                  </a:moveTo>
                  <a:cubicBezTo>
                    <a:pt x="343" y="0"/>
                    <a:pt x="1" y="365"/>
                    <a:pt x="1" y="799"/>
                  </a:cubicBezTo>
                  <a:cubicBezTo>
                    <a:pt x="1" y="1233"/>
                    <a:pt x="343" y="1598"/>
                    <a:pt x="799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5"/>
                    <a:pt x="1233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2" name="Google Shape;1442;p16"/>
            <p:cNvSpPr/>
            <p:nvPr/>
          </p:nvSpPr>
          <p:spPr>
            <a:xfrm>
              <a:off x="1714900" y="4922900"/>
              <a:ext cx="164375" cy="388050"/>
            </a:xfrm>
            <a:custGeom>
              <a:avLst/>
              <a:gdLst/>
              <a:ahLst/>
              <a:cxnLst/>
              <a:rect l="l" t="t" r="r" b="b"/>
              <a:pathLst>
                <a:path w="6575" h="15522" fill="none" extrusionOk="0">
                  <a:moveTo>
                    <a:pt x="6575" y="15521"/>
                  </a:moveTo>
                  <a:lnTo>
                    <a:pt x="6575" y="6574"/>
                  </a:ln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3" name="Google Shape;1443;p16"/>
            <p:cNvSpPr/>
            <p:nvPr/>
          </p:nvSpPr>
          <p:spPr>
            <a:xfrm>
              <a:off x="1693800" y="4903475"/>
              <a:ext cx="43950" cy="40275"/>
            </a:xfrm>
            <a:custGeom>
              <a:avLst/>
              <a:gdLst/>
              <a:ahLst/>
              <a:cxnLst/>
              <a:rect l="l" t="t" r="r" b="b"/>
              <a:pathLst>
                <a:path w="1758" h="1611" extrusionOk="0">
                  <a:moveTo>
                    <a:pt x="868" y="1"/>
                  </a:moveTo>
                  <a:cubicBezTo>
                    <a:pt x="662" y="1"/>
                    <a:pt x="457" y="92"/>
                    <a:pt x="297" y="252"/>
                  </a:cubicBezTo>
                  <a:cubicBezTo>
                    <a:pt x="0" y="549"/>
                    <a:pt x="0" y="1074"/>
                    <a:pt x="297" y="1370"/>
                  </a:cubicBezTo>
                  <a:cubicBezTo>
                    <a:pt x="457" y="1530"/>
                    <a:pt x="662" y="1610"/>
                    <a:pt x="868" y="1610"/>
                  </a:cubicBezTo>
                  <a:cubicBezTo>
                    <a:pt x="1073" y="1610"/>
                    <a:pt x="1279" y="1530"/>
                    <a:pt x="1438" y="1370"/>
                  </a:cubicBezTo>
                  <a:cubicBezTo>
                    <a:pt x="1758" y="1074"/>
                    <a:pt x="1758" y="549"/>
                    <a:pt x="1438" y="252"/>
                  </a:cubicBezTo>
                  <a:cubicBezTo>
                    <a:pt x="1279" y="92"/>
                    <a:pt x="1073" y="1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444" name="Google Shape;1444;p16"/>
          <p:cNvGrpSpPr/>
          <p:nvPr/>
        </p:nvGrpSpPr>
        <p:grpSpPr>
          <a:xfrm>
            <a:off x="-365957" y="-1334686"/>
            <a:ext cx="13506664" cy="3412633"/>
            <a:chOff x="-274468" y="-1001015"/>
            <a:chExt cx="10129998" cy="2559475"/>
          </a:xfrm>
        </p:grpSpPr>
        <p:grpSp>
          <p:nvGrpSpPr>
            <p:cNvPr id="1445" name="Google Shape;1445;p16"/>
            <p:cNvGrpSpPr/>
            <p:nvPr/>
          </p:nvGrpSpPr>
          <p:grpSpPr>
            <a:xfrm>
              <a:off x="-274468" y="-1001015"/>
              <a:ext cx="7806725" cy="2559475"/>
              <a:chOff x="-274468" y="-1001015"/>
              <a:chExt cx="7806725" cy="2559475"/>
            </a:xfrm>
          </p:grpSpPr>
          <p:sp>
            <p:nvSpPr>
              <p:cNvPr id="1446" name="Google Shape;1446;p16"/>
              <p:cNvSpPr/>
              <p:nvPr/>
            </p:nvSpPr>
            <p:spPr>
              <a:xfrm flipH="1">
                <a:off x="774235" y="1064966"/>
                <a:ext cx="151184" cy="94420"/>
              </a:xfrm>
              <a:custGeom>
                <a:avLst/>
                <a:gdLst/>
                <a:ahLst/>
                <a:cxnLst/>
                <a:rect l="l" t="t" r="r" b="b"/>
                <a:pathLst>
                  <a:path w="5958" h="3721" extrusionOk="0">
                    <a:moveTo>
                      <a:pt x="0" y="0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47" name="Google Shape;1447;p16"/>
              <p:cNvSpPr/>
              <p:nvPr/>
            </p:nvSpPr>
            <p:spPr>
              <a:xfrm flipH="1">
                <a:off x="660123" y="1064966"/>
                <a:ext cx="151768" cy="94420"/>
              </a:xfrm>
              <a:custGeom>
                <a:avLst/>
                <a:gdLst/>
                <a:ahLst/>
                <a:cxnLst/>
                <a:rect l="l" t="t" r="r" b="b"/>
                <a:pathLst>
                  <a:path w="5981" h="3721" extrusionOk="0">
                    <a:moveTo>
                      <a:pt x="0" y="0"/>
                    </a:moveTo>
                    <a:lnTo>
                      <a:pt x="3584" y="3721"/>
                    </a:lnTo>
                    <a:lnTo>
                      <a:pt x="5980" y="3721"/>
                    </a:lnTo>
                    <a:lnTo>
                      <a:pt x="23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48" name="Google Shape;1448;p16"/>
              <p:cNvSpPr/>
              <p:nvPr/>
            </p:nvSpPr>
            <p:spPr>
              <a:xfrm flipH="1">
                <a:off x="546596" y="1064966"/>
                <a:ext cx="151210" cy="94420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3721" extrusionOk="0">
                    <a:moveTo>
                      <a:pt x="1" y="0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49" name="Google Shape;1449;p16"/>
              <p:cNvSpPr/>
              <p:nvPr/>
            </p:nvSpPr>
            <p:spPr>
              <a:xfrm flipH="1">
                <a:off x="433093" y="1064966"/>
                <a:ext cx="151184" cy="94420"/>
              </a:xfrm>
              <a:custGeom>
                <a:avLst/>
                <a:gdLst/>
                <a:ahLst/>
                <a:cxnLst/>
                <a:rect l="l" t="t" r="r" b="b"/>
                <a:pathLst>
                  <a:path w="5958" h="3721" extrusionOk="0">
                    <a:moveTo>
                      <a:pt x="0" y="0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0" name="Google Shape;1450;p16"/>
              <p:cNvSpPr/>
              <p:nvPr/>
            </p:nvSpPr>
            <p:spPr>
              <a:xfrm flipH="1">
                <a:off x="318982" y="1064966"/>
                <a:ext cx="151768" cy="94420"/>
              </a:xfrm>
              <a:custGeom>
                <a:avLst/>
                <a:gdLst/>
                <a:ahLst/>
                <a:cxnLst/>
                <a:rect l="l" t="t" r="r" b="b"/>
                <a:pathLst>
                  <a:path w="5981" h="3721" extrusionOk="0">
                    <a:moveTo>
                      <a:pt x="0" y="0"/>
                    </a:moveTo>
                    <a:lnTo>
                      <a:pt x="3607" y="3721"/>
                    </a:lnTo>
                    <a:lnTo>
                      <a:pt x="5980" y="3721"/>
                    </a:lnTo>
                    <a:lnTo>
                      <a:pt x="239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1" name="Google Shape;1451;p16"/>
              <p:cNvSpPr/>
              <p:nvPr/>
            </p:nvSpPr>
            <p:spPr>
              <a:xfrm flipH="1">
                <a:off x="205454" y="1064966"/>
                <a:ext cx="151210" cy="94420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3721" extrusionOk="0">
                    <a:moveTo>
                      <a:pt x="1" y="0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2" name="Google Shape;1452;p16"/>
              <p:cNvSpPr/>
              <p:nvPr/>
            </p:nvSpPr>
            <p:spPr>
              <a:xfrm flipH="1">
                <a:off x="91368" y="1064966"/>
                <a:ext cx="151768" cy="94420"/>
              </a:xfrm>
              <a:custGeom>
                <a:avLst/>
                <a:gdLst/>
                <a:ahLst/>
                <a:cxnLst/>
                <a:rect l="l" t="t" r="r" b="b"/>
                <a:pathLst>
                  <a:path w="5981" h="3721" extrusionOk="0">
                    <a:moveTo>
                      <a:pt x="1" y="0"/>
                    </a:moveTo>
                    <a:lnTo>
                      <a:pt x="3584" y="3721"/>
                    </a:lnTo>
                    <a:lnTo>
                      <a:pt x="5981" y="3721"/>
                    </a:lnTo>
                    <a:lnTo>
                      <a:pt x="23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3" name="Google Shape;1453;p16"/>
              <p:cNvSpPr/>
              <p:nvPr/>
            </p:nvSpPr>
            <p:spPr>
              <a:xfrm flipH="1">
                <a:off x="-274468" y="-937882"/>
                <a:ext cx="5466211" cy="1127132"/>
              </a:xfrm>
              <a:custGeom>
                <a:avLst/>
                <a:gdLst/>
                <a:ahLst/>
                <a:cxnLst/>
                <a:rect l="l" t="t" r="r" b="b"/>
                <a:pathLst>
                  <a:path w="206136" h="44419" extrusionOk="0">
                    <a:moveTo>
                      <a:pt x="183" y="0"/>
                    </a:moveTo>
                    <a:cubicBezTo>
                      <a:pt x="91" y="0"/>
                      <a:pt x="0" y="92"/>
                      <a:pt x="0" y="206"/>
                    </a:cubicBezTo>
                    <a:cubicBezTo>
                      <a:pt x="0" y="297"/>
                      <a:pt x="91" y="388"/>
                      <a:pt x="183" y="388"/>
                    </a:cubicBezTo>
                    <a:lnTo>
                      <a:pt x="31887" y="388"/>
                    </a:lnTo>
                    <a:lnTo>
                      <a:pt x="54507" y="23031"/>
                    </a:lnTo>
                    <a:lnTo>
                      <a:pt x="101870" y="23031"/>
                    </a:lnTo>
                    <a:lnTo>
                      <a:pt x="123257" y="44418"/>
                    </a:lnTo>
                    <a:lnTo>
                      <a:pt x="205930" y="44418"/>
                    </a:lnTo>
                    <a:cubicBezTo>
                      <a:pt x="206044" y="44418"/>
                      <a:pt x="206136" y="44327"/>
                      <a:pt x="206136" y="44213"/>
                    </a:cubicBezTo>
                    <a:cubicBezTo>
                      <a:pt x="206136" y="44122"/>
                      <a:pt x="206044" y="44030"/>
                      <a:pt x="205930" y="44030"/>
                    </a:cubicBezTo>
                    <a:lnTo>
                      <a:pt x="123417" y="44030"/>
                    </a:lnTo>
                    <a:lnTo>
                      <a:pt x="102029" y="22643"/>
                    </a:lnTo>
                    <a:lnTo>
                      <a:pt x="54667" y="22643"/>
                    </a:lnTo>
                    <a:lnTo>
                      <a:pt x="320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4" name="Google Shape;1454;p16"/>
              <p:cNvSpPr/>
              <p:nvPr/>
            </p:nvSpPr>
            <p:spPr>
              <a:xfrm flipH="1">
                <a:off x="-43602" y="-764114"/>
                <a:ext cx="6393739" cy="1984325"/>
              </a:xfrm>
              <a:custGeom>
                <a:avLst/>
                <a:gdLst/>
                <a:ahLst/>
                <a:cxnLst/>
                <a:rect l="l" t="t" r="r" b="b"/>
                <a:pathLst>
                  <a:path w="251970" h="78200" extrusionOk="0">
                    <a:moveTo>
                      <a:pt x="389" y="0"/>
                    </a:moveTo>
                    <a:cubicBezTo>
                      <a:pt x="160" y="0"/>
                      <a:pt x="1" y="183"/>
                      <a:pt x="1" y="388"/>
                    </a:cubicBezTo>
                    <a:cubicBezTo>
                      <a:pt x="1" y="593"/>
                      <a:pt x="160" y="776"/>
                      <a:pt x="389" y="776"/>
                    </a:cubicBezTo>
                    <a:lnTo>
                      <a:pt x="66217" y="776"/>
                    </a:lnTo>
                    <a:lnTo>
                      <a:pt x="89179" y="23738"/>
                    </a:lnTo>
                    <a:lnTo>
                      <a:pt x="125197" y="23738"/>
                    </a:lnTo>
                    <a:lnTo>
                      <a:pt x="179659" y="78199"/>
                    </a:lnTo>
                    <a:lnTo>
                      <a:pt x="251581" y="78199"/>
                    </a:lnTo>
                    <a:cubicBezTo>
                      <a:pt x="251787" y="78199"/>
                      <a:pt x="251969" y="78040"/>
                      <a:pt x="251969" y="77834"/>
                    </a:cubicBezTo>
                    <a:cubicBezTo>
                      <a:pt x="251969" y="77606"/>
                      <a:pt x="251787" y="77446"/>
                      <a:pt x="251581" y="77446"/>
                    </a:cubicBezTo>
                    <a:lnTo>
                      <a:pt x="179978" y="77446"/>
                    </a:lnTo>
                    <a:lnTo>
                      <a:pt x="125517" y="22962"/>
                    </a:lnTo>
                    <a:lnTo>
                      <a:pt x="89499" y="22962"/>
                    </a:lnTo>
                    <a:lnTo>
                      <a:pt x="665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5" name="Google Shape;1455;p16"/>
              <p:cNvSpPr/>
              <p:nvPr/>
            </p:nvSpPr>
            <p:spPr>
              <a:xfrm flipH="1">
                <a:off x="-274108" y="-170466"/>
                <a:ext cx="6252400" cy="1112085"/>
              </a:xfrm>
              <a:custGeom>
                <a:avLst/>
                <a:gdLst/>
                <a:ahLst/>
                <a:cxnLst/>
                <a:rect l="l" t="t" r="r" b="b"/>
                <a:pathLst>
                  <a:path w="246400" h="43826" extrusionOk="0">
                    <a:moveTo>
                      <a:pt x="183" y="1"/>
                    </a:moveTo>
                    <a:cubicBezTo>
                      <a:pt x="69" y="1"/>
                      <a:pt x="0" y="92"/>
                      <a:pt x="0" y="206"/>
                    </a:cubicBezTo>
                    <a:cubicBezTo>
                      <a:pt x="0" y="298"/>
                      <a:pt x="69" y="389"/>
                      <a:pt x="183" y="389"/>
                    </a:cubicBezTo>
                    <a:lnTo>
                      <a:pt x="61286" y="389"/>
                    </a:lnTo>
                    <a:lnTo>
                      <a:pt x="104723" y="43825"/>
                    </a:lnTo>
                    <a:lnTo>
                      <a:pt x="165210" y="43825"/>
                    </a:lnTo>
                    <a:lnTo>
                      <a:pt x="207414" y="1599"/>
                    </a:lnTo>
                    <a:lnTo>
                      <a:pt x="246217" y="1599"/>
                    </a:lnTo>
                    <a:cubicBezTo>
                      <a:pt x="246308" y="1599"/>
                      <a:pt x="246400" y="1507"/>
                      <a:pt x="246400" y="1416"/>
                    </a:cubicBezTo>
                    <a:cubicBezTo>
                      <a:pt x="246400" y="1302"/>
                      <a:pt x="246308" y="1233"/>
                      <a:pt x="246217" y="1233"/>
                    </a:cubicBezTo>
                    <a:lnTo>
                      <a:pt x="207254" y="1233"/>
                    </a:lnTo>
                    <a:lnTo>
                      <a:pt x="165050" y="43437"/>
                    </a:lnTo>
                    <a:lnTo>
                      <a:pt x="104883" y="43437"/>
                    </a:lnTo>
                    <a:lnTo>
                      <a:pt x="6144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6" name="Google Shape;1456;p16"/>
              <p:cNvSpPr/>
              <p:nvPr/>
            </p:nvSpPr>
            <p:spPr>
              <a:xfrm flipH="1">
                <a:off x="-38958" y="-38389"/>
                <a:ext cx="6722117" cy="1533132"/>
              </a:xfrm>
              <a:custGeom>
                <a:avLst/>
                <a:gdLst/>
                <a:ahLst/>
                <a:cxnLst/>
                <a:rect l="l" t="t" r="r" b="b"/>
                <a:pathLst>
                  <a:path w="264911" h="60419" extrusionOk="0">
                    <a:moveTo>
                      <a:pt x="183" y="0"/>
                    </a:moveTo>
                    <a:cubicBezTo>
                      <a:pt x="91" y="0"/>
                      <a:pt x="0" y="69"/>
                      <a:pt x="0" y="183"/>
                    </a:cubicBezTo>
                    <a:cubicBezTo>
                      <a:pt x="0" y="297"/>
                      <a:pt x="91" y="365"/>
                      <a:pt x="183" y="365"/>
                    </a:cubicBezTo>
                    <a:lnTo>
                      <a:pt x="57177" y="365"/>
                    </a:lnTo>
                    <a:lnTo>
                      <a:pt x="70941" y="14129"/>
                    </a:lnTo>
                    <a:lnTo>
                      <a:pt x="129214" y="14129"/>
                    </a:lnTo>
                    <a:lnTo>
                      <a:pt x="175504" y="60419"/>
                    </a:lnTo>
                    <a:lnTo>
                      <a:pt x="203419" y="60419"/>
                    </a:lnTo>
                    <a:lnTo>
                      <a:pt x="232316" y="31499"/>
                    </a:lnTo>
                    <a:lnTo>
                      <a:pt x="264705" y="31499"/>
                    </a:lnTo>
                    <a:cubicBezTo>
                      <a:pt x="264819" y="31499"/>
                      <a:pt x="264911" y="31430"/>
                      <a:pt x="264911" y="31316"/>
                    </a:cubicBezTo>
                    <a:cubicBezTo>
                      <a:pt x="264911" y="31225"/>
                      <a:pt x="264819" y="31134"/>
                      <a:pt x="264705" y="31134"/>
                    </a:cubicBezTo>
                    <a:lnTo>
                      <a:pt x="232156" y="31134"/>
                    </a:lnTo>
                    <a:lnTo>
                      <a:pt x="203259" y="60031"/>
                    </a:lnTo>
                    <a:lnTo>
                      <a:pt x="175664" y="60031"/>
                    </a:lnTo>
                    <a:lnTo>
                      <a:pt x="129374" y="13764"/>
                    </a:lnTo>
                    <a:lnTo>
                      <a:pt x="71101" y="13764"/>
                    </a:lnTo>
                    <a:lnTo>
                      <a:pt x="573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7" name="Google Shape;1457;p16"/>
              <p:cNvSpPr/>
              <p:nvPr/>
            </p:nvSpPr>
            <p:spPr>
              <a:xfrm flipH="1">
                <a:off x="4070422" y="51946"/>
                <a:ext cx="3461835" cy="538686"/>
              </a:xfrm>
              <a:custGeom>
                <a:avLst/>
                <a:gdLst/>
                <a:ahLst/>
                <a:cxnLst/>
                <a:rect l="l" t="t" r="r" b="b"/>
                <a:pathLst>
                  <a:path w="136427" h="21229" extrusionOk="0">
                    <a:moveTo>
                      <a:pt x="20748" y="1"/>
                    </a:moveTo>
                    <a:lnTo>
                      <a:pt x="160" y="20589"/>
                    </a:lnTo>
                    <a:cubicBezTo>
                      <a:pt x="0" y="20726"/>
                      <a:pt x="0" y="20977"/>
                      <a:pt x="160" y="21114"/>
                    </a:cubicBezTo>
                    <a:cubicBezTo>
                      <a:pt x="228" y="21205"/>
                      <a:pt x="342" y="21228"/>
                      <a:pt x="434" y="21228"/>
                    </a:cubicBezTo>
                    <a:cubicBezTo>
                      <a:pt x="525" y="21228"/>
                      <a:pt x="616" y="21205"/>
                      <a:pt x="708" y="21114"/>
                    </a:cubicBezTo>
                    <a:lnTo>
                      <a:pt x="21045" y="777"/>
                    </a:lnTo>
                    <a:lnTo>
                      <a:pt x="85390" y="777"/>
                    </a:lnTo>
                    <a:lnTo>
                      <a:pt x="103307" y="18672"/>
                    </a:lnTo>
                    <a:lnTo>
                      <a:pt x="136039" y="18672"/>
                    </a:lnTo>
                    <a:cubicBezTo>
                      <a:pt x="136267" y="18672"/>
                      <a:pt x="136427" y="18512"/>
                      <a:pt x="136427" y="18307"/>
                    </a:cubicBezTo>
                    <a:cubicBezTo>
                      <a:pt x="136427" y="18078"/>
                      <a:pt x="136267" y="17919"/>
                      <a:pt x="136039" y="17919"/>
                    </a:cubicBezTo>
                    <a:lnTo>
                      <a:pt x="103627" y="17919"/>
                    </a:lnTo>
                    <a:lnTo>
                      <a:pt x="8570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8" name="Google Shape;1458;p16"/>
              <p:cNvSpPr/>
              <p:nvPr/>
            </p:nvSpPr>
            <p:spPr>
              <a:xfrm flipH="1">
                <a:off x="1455350" y="1421739"/>
                <a:ext cx="136721" cy="136721"/>
              </a:xfrm>
              <a:custGeom>
                <a:avLst/>
                <a:gdLst/>
                <a:ahLst/>
                <a:cxnLst/>
                <a:rect l="l" t="t" r="r" b="b"/>
                <a:pathLst>
                  <a:path w="5388" h="5388" extrusionOk="0">
                    <a:moveTo>
                      <a:pt x="2694" y="366"/>
                    </a:moveTo>
                    <a:cubicBezTo>
                      <a:pt x="3972" y="366"/>
                      <a:pt x="5022" y="1416"/>
                      <a:pt x="5022" y="2694"/>
                    </a:cubicBezTo>
                    <a:cubicBezTo>
                      <a:pt x="5022" y="3949"/>
                      <a:pt x="3972" y="4999"/>
                      <a:pt x="2694" y="4999"/>
                    </a:cubicBezTo>
                    <a:cubicBezTo>
                      <a:pt x="1416" y="4999"/>
                      <a:pt x="388" y="3949"/>
                      <a:pt x="388" y="2694"/>
                    </a:cubicBezTo>
                    <a:cubicBezTo>
                      <a:pt x="388" y="1416"/>
                      <a:pt x="1416" y="366"/>
                      <a:pt x="2694" y="366"/>
                    </a:cubicBezTo>
                    <a:close/>
                    <a:moveTo>
                      <a:pt x="2694" y="1"/>
                    </a:moveTo>
                    <a:cubicBezTo>
                      <a:pt x="1210" y="1"/>
                      <a:pt x="0" y="1187"/>
                      <a:pt x="0" y="2694"/>
                    </a:cubicBezTo>
                    <a:cubicBezTo>
                      <a:pt x="0" y="4178"/>
                      <a:pt x="1210" y="5387"/>
                      <a:pt x="2694" y="5387"/>
                    </a:cubicBezTo>
                    <a:cubicBezTo>
                      <a:pt x="4177" y="5387"/>
                      <a:pt x="5387" y="4178"/>
                      <a:pt x="5387" y="2694"/>
                    </a:cubicBezTo>
                    <a:cubicBezTo>
                      <a:pt x="5387" y="1187"/>
                      <a:pt x="4177" y="1"/>
                      <a:pt x="26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9" name="Google Shape;1459;p16"/>
              <p:cNvSpPr/>
              <p:nvPr/>
            </p:nvSpPr>
            <p:spPr>
              <a:xfrm flipH="1">
                <a:off x="1479101" y="1445490"/>
                <a:ext cx="89218" cy="88635"/>
              </a:xfrm>
              <a:custGeom>
                <a:avLst/>
                <a:gdLst/>
                <a:ahLst/>
                <a:cxnLst/>
                <a:rect l="l" t="t" r="r" b="b"/>
                <a:pathLst>
                  <a:path w="3516" h="3493" extrusionOk="0">
                    <a:moveTo>
                      <a:pt x="1758" y="0"/>
                    </a:moveTo>
                    <a:cubicBezTo>
                      <a:pt x="799" y="0"/>
                      <a:pt x="0" y="776"/>
                      <a:pt x="0" y="1758"/>
                    </a:cubicBezTo>
                    <a:cubicBezTo>
                      <a:pt x="0" y="2717"/>
                      <a:pt x="799" y="3493"/>
                      <a:pt x="1758" y="3493"/>
                    </a:cubicBezTo>
                    <a:cubicBezTo>
                      <a:pt x="2739" y="3493"/>
                      <a:pt x="3515" y="2717"/>
                      <a:pt x="3515" y="1758"/>
                    </a:cubicBezTo>
                    <a:cubicBezTo>
                      <a:pt x="3515" y="776"/>
                      <a:pt x="2739" y="0"/>
                      <a:pt x="1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60" name="Google Shape;1460;p16"/>
              <p:cNvSpPr/>
              <p:nvPr/>
            </p:nvSpPr>
            <p:spPr>
              <a:xfrm flipH="1">
                <a:off x="1995153" y="115662"/>
                <a:ext cx="136720" cy="136721"/>
              </a:xfrm>
              <a:custGeom>
                <a:avLst/>
                <a:gdLst/>
                <a:ahLst/>
                <a:cxnLst/>
                <a:rect l="l" t="t" r="r" b="b"/>
                <a:pathLst>
                  <a:path w="5388" h="5388" extrusionOk="0">
                    <a:moveTo>
                      <a:pt x="2694" y="389"/>
                    </a:moveTo>
                    <a:cubicBezTo>
                      <a:pt x="3972" y="389"/>
                      <a:pt x="4999" y="1416"/>
                      <a:pt x="4999" y="2694"/>
                    </a:cubicBezTo>
                    <a:cubicBezTo>
                      <a:pt x="4999" y="3972"/>
                      <a:pt x="3972" y="5022"/>
                      <a:pt x="2694" y="5022"/>
                    </a:cubicBezTo>
                    <a:cubicBezTo>
                      <a:pt x="1415" y="5022"/>
                      <a:pt x="365" y="3972"/>
                      <a:pt x="365" y="2694"/>
                    </a:cubicBezTo>
                    <a:cubicBezTo>
                      <a:pt x="365" y="1416"/>
                      <a:pt x="1415" y="389"/>
                      <a:pt x="2694" y="389"/>
                    </a:cubicBezTo>
                    <a:close/>
                    <a:moveTo>
                      <a:pt x="2694" y="1"/>
                    </a:moveTo>
                    <a:cubicBezTo>
                      <a:pt x="1210" y="1"/>
                      <a:pt x="0" y="1210"/>
                      <a:pt x="0" y="2694"/>
                    </a:cubicBezTo>
                    <a:cubicBezTo>
                      <a:pt x="0" y="4178"/>
                      <a:pt x="1210" y="5387"/>
                      <a:pt x="2694" y="5387"/>
                    </a:cubicBezTo>
                    <a:cubicBezTo>
                      <a:pt x="4177" y="5387"/>
                      <a:pt x="5387" y="4178"/>
                      <a:pt x="5387" y="2694"/>
                    </a:cubicBezTo>
                    <a:cubicBezTo>
                      <a:pt x="5387" y="1210"/>
                      <a:pt x="4177" y="1"/>
                      <a:pt x="26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61" name="Google Shape;1461;p16"/>
              <p:cNvSpPr/>
              <p:nvPr/>
            </p:nvSpPr>
            <p:spPr>
              <a:xfrm flipH="1">
                <a:off x="2018904" y="139413"/>
                <a:ext cx="89219" cy="89218"/>
              </a:xfrm>
              <a:custGeom>
                <a:avLst/>
                <a:gdLst/>
                <a:ahLst/>
                <a:cxnLst/>
                <a:rect l="l" t="t" r="r" b="b"/>
                <a:pathLst>
                  <a:path w="3516" h="3516" extrusionOk="0">
                    <a:moveTo>
                      <a:pt x="1758" y="0"/>
                    </a:moveTo>
                    <a:cubicBezTo>
                      <a:pt x="776" y="0"/>
                      <a:pt x="0" y="799"/>
                      <a:pt x="0" y="1758"/>
                    </a:cubicBezTo>
                    <a:cubicBezTo>
                      <a:pt x="0" y="2739"/>
                      <a:pt x="776" y="3516"/>
                      <a:pt x="1758" y="3516"/>
                    </a:cubicBezTo>
                    <a:cubicBezTo>
                      <a:pt x="2716" y="3516"/>
                      <a:pt x="3515" y="2739"/>
                      <a:pt x="3515" y="1758"/>
                    </a:cubicBezTo>
                    <a:cubicBezTo>
                      <a:pt x="3515" y="799"/>
                      <a:pt x="2716" y="0"/>
                      <a:pt x="1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62" name="Google Shape;1462;p16"/>
              <p:cNvSpPr/>
              <p:nvPr/>
            </p:nvSpPr>
            <p:spPr>
              <a:xfrm flipH="1">
                <a:off x="2737118" y="-209848"/>
                <a:ext cx="89219" cy="89219"/>
              </a:xfrm>
              <a:custGeom>
                <a:avLst/>
                <a:gdLst/>
                <a:ahLst/>
                <a:cxnLst/>
                <a:rect l="l" t="t" r="r" b="b"/>
                <a:pathLst>
                  <a:path w="3516" h="3516" extrusionOk="0">
                    <a:moveTo>
                      <a:pt x="1758" y="1"/>
                    </a:moveTo>
                    <a:cubicBezTo>
                      <a:pt x="777" y="1"/>
                      <a:pt x="1" y="777"/>
                      <a:pt x="1" y="1758"/>
                    </a:cubicBezTo>
                    <a:cubicBezTo>
                      <a:pt x="1" y="2717"/>
                      <a:pt x="777" y="3516"/>
                      <a:pt x="1758" y="3516"/>
                    </a:cubicBezTo>
                    <a:cubicBezTo>
                      <a:pt x="2717" y="3516"/>
                      <a:pt x="3516" y="2717"/>
                      <a:pt x="3516" y="1758"/>
                    </a:cubicBezTo>
                    <a:cubicBezTo>
                      <a:pt x="3516" y="777"/>
                      <a:pt x="2717" y="1"/>
                      <a:pt x="1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63" name="Google Shape;1463;p16"/>
              <p:cNvSpPr/>
              <p:nvPr/>
            </p:nvSpPr>
            <p:spPr>
              <a:xfrm flipH="1">
                <a:off x="394853" y="497937"/>
                <a:ext cx="89219" cy="88635"/>
              </a:xfrm>
              <a:custGeom>
                <a:avLst/>
                <a:gdLst/>
                <a:ahLst/>
                <a:cxnLst/>
                <a:rect l="l" t="t" r="r" b="b"/>
                <a:pathLst>
                  <a:path w="3516" h="3493" extrusionOk="0">
                    <a:moveTo>
                      <a:pt x="1758" y="0"/>
                    </a:moveTo>
                    <a:cubicBezTo>
                      <a:pt x="799" y="0"/>
                      <a:pt x="0" y="776"/>
                      <a:pt x="0" y="1735"/>
                    </a:cubicBezTo>
                    <a:cubicBezTo>
                      <a:pt x="0" y="2716"/>
                      <a:pt x="799" y="3493"/>
                      <a:pt x="1758" y="3493"/>
                    </a:cubicBezTo>
                    <a:cubicBezTo>
                      <a:pt x="2739" y="3493"/>
                      <a:pt x="3515" y="2716"/>
                      <a:pt x="3515" y="1735"/>
                    </a:cubicBezTo>
                    <a:cubicBezTo>
                      <a:pt x="3515" y="776"/>
                      <a:pt x="2739" y="0"/>
                      <a:pt x="1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64" name="Google Shape;1464;p16"/>
              <p:cNvSpPr/>
              <p:nvPr/>
            </p:nvSpPr>
            <p:spPr>
              <a:xfrm flipH="1">
                <a:off x="3942405" y="449267"/>
                <a:ext cx="136721" cy="136721"/>
              </a:xfrm>
              <a:custGeom>
                <a:avLst/>
                <a:gdLst/>
                <a:ahLst/>
                <a:cxnLst/>
                <a:rect l="l" t="t" r="r" b="b"/>
                <a:pathLst>
                  <a:path w="5388" h="5388" extrusionOk="0">
                    <a:moveTo>
                      <a:pt x="2694" y="389"/>
                    </a:moveTo>
                    <a:cubicBezTo>
                      <a:pt x="3972" y="389"/>
                      <a:pt x="4999" y="1416"/>
                      <a:pt x="4999" y="2694"/>
                    </a:cubicBezTo>
                    <a:cubicBezTo>
                      <a:pt x="4999" y="3973"/>
                      <a:pt x="3972" y="5000"/>
                      <a:pt x="2694" y="5000"/>
                    </a:cubicBezTo>
                    <a:cubicBezTo>
                      <a:pt x="1416" y="5000"/>
                      <a:pt x="389" y="3973"/>
                      <a:pt x="389" y="2694"/>
                    </a:cubicBezTo>
                    <a:cubicBezTo>
                      <a:pt x="389" y="1416"/>
                      <a:pt x="1416" y="389"/>
                      <a:pt x="2694" y="389"/>
                    </a:cubicBezTo>
                    <a:close/>
                    <a:moveTo>
                      <a:pt x="2694" y="1"/>
                    </a:moveTo>
                    <a:cubicBezTo>
                      <a:pt x="1210" y="1"/>
                      <a:pt x="1" y="1211"/>
                      <a:pt x="1" y="2694"/>
                    </a:cubicBezTo>
                    <a:cubicBezTo>
                      <a:pt x="1" y="4178"/>
                      <a:pt x="1210" y="5388"/>
                      <a:pt x="2694" y="5388"/>
                    </a:cubicBezTo>
                    <a:cubicBezTo>
                      <a:pt x="4178" y="5388"/>
                      <a:pt x="5387" y="4178"/>
                      <a:pt x="5387" y="2694"/>
                    </a:cubicBezTo>
                    <a:cubicBezTo>
                      <a:pt x="5387" y="1211"/>
                      <a:pt x="4178" y="1"/>
                      <a:pt x="269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65" name="Google Shape;1465;p16"/>
              <p:cNvSpPr/>
              <p:nvPr/>
            </p:nvSpPr>
            <p:spPr>
              <a:xfrm flipH="1">
                <a:off x="3966156" y="473018"/>
                <a:ext cx="89218" cy="89219"/>
              </a:xfrm>
              <a:custGeom>
                <a:avLst/>
                <a:gdLst/>
                <a:ahLst/>
                <a:cxnLst/>
                <a:rect l="l" t="t" r="r" b="b"/>
                <a:pathLst>
                  <a:path w="3516" h="3516" extrusionOk="0">
                    <a:moveTo>
                      <a:pt x="1758" y="1"/>
                    </a:moveTo>
                    <a:cubicBezTo>
                      <a:pt x="776" y="1"/>
                      <a:pt x="0" y="777"/>
                      <a:pt x="0" y="1758"/>
                    </a:cubicBezTo>
                    <a:cubicBezTo>
                      <a:pt x="0" y="2717"/>
                      <a:pt x="776" y="3516"/>
                      <a:pt x="1758" y="3516"/>
                    </a:cubicBezTo>
                    <a:cubicBezTo>
                      <a:pt x="2717" y="3516"/>
                      <a:pt x="3516" y="2717"/>
                      <a:pt x="3516" y="1758"/>
                    </a:cubicBezTo>
                    <a:cubicBezTo>
                      <a:pt x="3516" y="777"/>
                      <a:pt x="2717" y="1"/>
                      <a:pt x="175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66" name="Google Shape;1466;p16"/>
              <p:cNvSpPr/>
              <p:nvPr/>
            </p:nvSpPr>
            <p:spPr>
              <a:xfrm flipH="1">
                <a:off x="5181872" y="-1001015"/>
                <a:ext cx="136721" cy="136721"/>
              </a:xfrm>
              <a:custGeom>
                <a:avLst/>
                <a:gdLst/>
                <a:ahLst/>
                <a:cxnLst/>
                <a:rect l="l" t="t" r="r" b="b"/>
                <a:pathLst>
                  <a:path w="5388" h="5388" extrusionOk="0">
                    <a:moveTo>
                      <a:pt x="2694" y="366"/>
                    </a:moveTo>
                    <a:cubicBezTo>
                      <a:pt x="3972" y="366"/>
                      <a:pt x="4999" y="1416"/>
                      <a:pt x="4999" y="2694"/>
                    </a:cubicBezTo>
                    <a:cubicBezTo>
                      <a:pt x="4999" y="3972"/>
                      <a:pt x="3972" y="4999"/>
                      <a:pt x="2694" y="4999"/>
                    </a:cubicBezTo>
                    <a:cubicBezTo>
                      <a:pt x="1416" y="4999"/>
                      <a:pt x="366" y="3972"/>
                      <a:pt x="366" y="2694"/>
                    </a:cubicBezTo>
                    <a:cubicBezTo>
                      <a:pt x="366" y="1416"/>
                      <a:pt x="1416" y="366"/>
                      <a:pt x="2694" y="366"/>
                    </a:cubicBezTo>
                    <a:close/>
                    <a:moveTo>
                      <a:pt x="2694" y="0"/>
                    </a:moveTo>
                    <a:cubicBezTo>
                      <a:pt x="1210" y="0"/>
                      <a:pt x="0" y="1210"/>
                      <a:pt x="0" y="2694"/>
                    </a:cubicBezTo>
                    <a:cubicBezTo>
                      <a:pt x="0" y="4178"/>
                      <a:pt x="1210" y="5387"/>
                      <a:pt x="2694" y="5387"/>
                    </a:cubicBezTo>
                    <a:cubicBezTo>
                      <a:pt x="4177" y="5387"/>
                      <a:pt x="5387" y="4178"/>
                      <a:pt x="5387" y="2694"/>
                    </a:cubicBezTo>
                    <a:cubicBezTo>
                      <a:pt x="5387" y="1210"/>
                      <a:pt x="4177" y="0"/>
                      <a:pt x="26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67" name="Google Shape;1467;p16"/>
              <p:cNvSpPr/>
              <p:nvPr/>
            </p:nvSpPr>
            <p:spPr>
              <a:xfrm flipH="1">
                <a:off x="5206207" y="-977264"/>
                <a:ext cx="88635" cy="89218"/>
              </a:xfrm>
              <a:custGeom>
                <a:avLst/>
                <a:gdLst/>
                <a:ahLst/>
                <a:cxnLst/>
                <a:rect l="l" t="t" r="r" b="b"/>
                <a:pathLst>
                  <a:path w="3493" h="3516" extrusionOk="0">
                    <a:moveTo>
                      <a:pt x="1758" y="0"/>
                    </a:moveTo>
                    <a:cubicBezTo>
                      <a:pt x="776" y="0"/>
                      <a:pt x="0" y="776"/>
                      <a:pt x="0" y="1758"/>
                    </a:cubicBezTo>
                    <a:cubicBezTo>
                      <a:pt x="0" y="2717"/>
                      <a:pt x="776" y="3515"/>
                      <a:pt x="1758" y="3515"/>
                    </a:cubicBezTo>
                    <a:cubicBezTo>
                      <a:pt x="2716" y="3515"/>
                      <a:pt x="3493" y="2717"/>
                      <a:pt x="3493" y="1758"/>
                    </a:cubicBezTo>
                    <a:cubicBezTo>
                      <a:pt x="3493" y="776"/>
                      <a:pt x="2716" y="0"/>
                      <a:pt x="1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68" name="Google Shape;1468;p16"/>
              <p:cNvSpPr/>
              <p:nvPr/>
            </p:nvSpPr>
            <p:spPr>
              <a:xfrm flipH="1">
                <a:off x="4591117" y="-986526"/>
                <a:ext cx="107742" cy="107742"/>
              </a:xfrm>
              <a:custGeom>
                <a:avLst/>
                <a:gdLst/>
                <a:ahLst/>
                <a:cxnLst/>
                <a:rect l="l" t="t" r="r" b="b"/>
                <a:pathLst>
                  <a:path w="4246" h="4246" extrusionOk="0">
                    <a:moveTo>
                      <a:pt x="2123" y="0"/>
                    </a:moveTo>
                    <a:cubicBezTo>
                      <a:pt x="959" y="0"/>
                      <a:pt x="0" y="936"/>
                      <a:pt x="0" y="2123"/>
                    </a:cubicBezTo>
                    <a:cubicBezTo>
                      <a:pt x="0" y="3287"/>
                      <a:pt x="959" y="4246"/>
                      <a:pt x="2123" y="4246"/>
                    </a:cubicBezTo>
                    <a:cubicBezTo>
                      <a:pt x="3310" y="4246"/>
                      <a:pt x="4246" y="3287"/>
                      <a:pt x="4246" y="2123"/>
                    </a:cubicBezTo>
                    <a:cubicBezTo>
                      <a:pt x="4246" y="936"/>
                      <a:pt x="3310" y="0"/>
                      <a:pt x="21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69" name="Google Shape;1469;p16"/>
              <p:cNvSpPr/>
              <p:nvPr/>
            </p:nvSpPr>
            <p:spPr>
              <a:xfrm flipH="1">
                <a:off x="983325" y="130151"/>
                <a:ext cx="107742" cy="107742"/>
              </a:xfrm>
              <a:custGeom>
                <a:avLst/>
                <a:gdLst/>
                <a:ahLst/>
                <a:cxnLst/>
                <a:rect l="l" t="t" r="r" b="b"/>
                <a:pathLst>
                  <a:path w="4246" h="4246" extrusionOk="0">
                    <a:moveTo>
                      <a:pt x="2123" y="0"/>
                    </a:moveTo>
                    <a:cubicBezTo>
                      <a:pt x="959" y="0"/>
                      <a:pt x="0" y="959"/>
                      <a:pt x="0" y="2123"/>
                    </a:cubicBezTo>
                    <a:cubicBezTo>
                      <a:pt x="0" y="3310"/>
                      <a:pt x="959" y="4246"/>
                      <a:pt x="2123" y="4246"/>
                    </a:cubicBezTo>
                    <a:cubicBezTo>
                      <a:pt x="3310" y="4246"/>
                      <a:pt x="4246" y="3310"/>
                      <a:pt x="4246" y="2123"/>
                    </a:cubicBezTo>
                    <a:cubicBezTo>
                      <a:pt x="4246" y="959"/>
                      <a:pt x="3310" y="0"/>
                      <a:pt x="21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70" name="Google Shape;1470;p16"/>
              <p:cNvSpPr/>
              <p:nvPr/>
            </p:nvSpPr>
            <p:spPr>
              <a:xfrm flipH="1">
                <a:off x="1211522" y="1175576"/>
                <a:ext cx="70695" cy="70695"/>
              </a:xfrm>
              <a:custGeom>
                <a:avLst/>
                <a:gdLst/>
                <a:ahLst/>
                <a:cxnLst/>
                <a:rect l="l" t="t" r="r" b="b"/>
                <a:pathLst>
                  <a:path w="2786" h="2786" extrusionOk="0">
                    <a:moveTo>
                      <a:pt x="1393" y="1"/>
                    </a:moveTo>
                    <a:cubicBezTo>
                      <a:pt x="617" y="1"/>
                      <a:pt x="1" y="617"/>
                      <a:pt x="1" y="1393"/>
                    </a:cubicBezTo>
                    <a:cubicBezTo>
                      <a:pt x="1" y="2146"/>
                      <a:pt x="617" y="2786"/>
                      <a:pt x="1393" y="2786"/>
                    </a:cubicBezTo>
                    <a:cubicBezTo>
                      <a:pt x="2169" y="2786"/>
                      <a:pt x="2786" y="2146"/>
                      <a:pt x="2786" y="1393"/>
                    </a:cubicBezTo>
                    <a:cubicBezTo>
                      <a:pt x="2786" y="617"/>
                      <a:pt x="2169" y="1"/>
                      <a:pt x="13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71" name="Google Shape;1471;p16"/>
              <p:cNvSpPr/>
              <p:nvPr/>
            </p:nvSpPr>
            <p:spPr>
              <a:xfrm flipH="1">
                <a:off x="2746380" y="901627"/>
                <a:ext cx="70695" cy="70111"/>
              </a:xfrm>
              <a:custGeom>
                <a:avLst/>
                <a:gdLst/>
                <a:ahLst/>
                <a:cxnLst/>
                <a:rect l="l" t="t" r="r" b="b"/>
                <a:pathLst>
                  <a:path w="2786" h="2763" extrusionOk="0">
                    <a:moveTo>
                      <a:pt x="1393" y="0"/>
                    </a:moveTo>
                    <a:cubicBezTo>
                      <a:pt x="617" y="0"/>
                      <a:pt x="1" y="617"/>
                      <a:pt x="1" y="1393"/>
                    </a:cubicBezTo>
                    <a:cubicBezTo>
                      <a:pt x="1" y="2146"/>
                      <a:pt x="617" y="2762"/>
                      <a:pt x="1393" y="2762"/>
                    </a:cubicBezTo>
                    <a:cubicBezTo>
                      <a:pt x="2169" y="2762"/>
                      <a:pt x="2786" y="2146"/>
                      <a:pt x="2786" y="1393"/>
                    </a:cubicBezTo>
                    <a:cubicBezTo>
                      <a:pt x="2786" y="617"/>
                      <a:pt x="2169" y="0"/>
                      <a:pt x="13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72" name="Google Shape;1472;p16"/>
              <p:cNvSpPr/>
              <p:nvPr/>
            </p:nvSpPr>
            <p:spPr>
              <a:xfrm flipH="1">
                <a:off x="3865950" y="245405"/>
                <a:ext cx="141922" cy="141339"/>
              </a:xfrm>
              <a:custGeom>
                <a:avLst/>
                <a:gdLst/>
                <a:ahLst/>
                <a:cxnLst/>
                <a:rect l="l" t="t" r="r" b="b"/>
                <a:pathLst>
                  <a:path w="5593" h="5570" extrusionOk="0">
                    <a:moveTo>
                      <a:pt x="2808" y="0"/>
                    </a:moveTo>
                    <a:cubicBezTo>
                      <a:pt x="1255" y="0"/>
                      <a:pt x="0" y="1233"/>
                      <a:pt x="0" y="2785"/>
                    </a:cubicBezTo>
                    <a:cubicBezTo>
                      <a:pt x="0" y="4314"/>
                      <a:pt x="1255" y="5570"/>
                      <a:pt x="2808" y="5570"/>
                    </a:cubicBezTo>
                    <a:cubicBezTo>
                      <a:pt x="4337" y="5570"/>
                      <a:pt x="5592" y="4314"/>
                      <a:pt x="5592" y="2785"/>
                    </a:cubicBezTo>
                    <a:cubicBezTo>
                      <a:pt x="5592" y="1233"/>
                      <a:pt x="4337" y="0"/>
                      <a:pt x="28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73" name="Google Shape;1473;p16"/>
              <p:cNvSpPr/>
              <p:nvPr/>
            </p:nvSpPr>
            <p:spPr>
              <a:xfrm flipH="1">
                <a:off x="1991702" y="865722"/>
                <a:ext cx="141922" cy="141922"/>
              </a:xfrm>
              <a:custGeom>
                <a:avLst/>
                <a:gdLst/>
                <a:ahLst/>
                <a:cxnLst/>
                <a:rect l="l" t="t" r="r" b="b"/>
                <a:pathLst>
                  <a:path w="5593" h="5593" extrusionOk="0">
                    <a:moveTo>
                      <a:pt x="2785" y="0"/>
                    </a:moveTo>
                    <a:cubicBezTo>
                      <a:pt x="1256" y="0"/>
                      <a:pt x="1" y="1256"/>
                      <a:pt x="1" y="2808"/>
                    </a:cubicBezTo>
                    <a:cubicBezTo>
                      <a:pt x="1" y="4337"/>
                      <a:pt x="1256" y="5592"/>
                      <a:pt x="2785" y="5592"/>
                    </a:cubicBezTo>
                    <a:cubicBezTo>
                      <a:pt x="4338" y="5592"/>
                      <a:pt x="5593" y="4337"/>
                      <a:pt x="5593" y="2808"/>
                    </a:cubicBezTo>
                    <a:cubicBezTo>
                      <a:pt x="5593" y="1256"/>
                      <a:pt x="4338" y="0"/>
                      <a:pt x="2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74" name="Google Shape;1474;p16"/>
              <p:cNvSpPr/>
              <p:nvPr/>
            </p:nvSpPr>
            <p:spPr>
              <a:xfrm flipH="1">
                <a:off x="4207092" y="-360424"/>
                <a:ext cx="66051" cy="66051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2603" extrusionOk="0">
                    <a:moveTo>
                      <a:pt x="1301" y="0"/>
                    </a:moveTo>
                    <a:cubicBezTo>
                      <a:pt x="594" y="0"/>
                      <a:pt x="0" y="571"/>
                      <a:pt x="0" y="1301"/>
                    </a:cubicBezTo>
                    <a:cubicBezTo>
                      <a:pt x="0" y="2009"/>
                      <a:pt x="594" y="2602"/>
                      <a:pt x="1301" y="2602"/>
                    </a:cubicBezTo>
                    <a:cubicBezTo>
                      <a:pt x="2009" y="2602"/>
                      <a:pt x="2602" y="2009"/>
                      <a:pt x="2602" y="1301"/>
                    </a:cubicBezTo>
                    <a:cubicBezTo>
                      <a:pt x="2602" y="571"/>
                      <a:pt x="2009" y="0"/>
                      <a:pt x="13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75" name="Google Shape;1475;p16"/>
              <p:cNvSpPr/>
              <p:nvPr/>
            </p:nvSpPr>
            <p:spPr>
              <a:xfrm flipH="1">
                <a:off x="3934310" y="-632647"/>
                <a:ext cx="145982" cy="146566"/>
              </a:xfrm>
              <a:custGeom>
                <a:avLst/>
                <a:gdLst/>
                <a:ahLst/>
                <a:cxnLst/>
                <a:rect l="l" t="t" r="r" b="b"/>
                <a:pathLst>
                  <a:path w="5753" h="5776" extrusionOk="0">
                    <a:moveTo>
                      <a:pt x="2877" y="388"/>
                    </a:moveTo>
                    <a:cubicBezTo>
                      <a:pt x="4246" y="388"/>
                      <a:pt x="5388" y="1507"/>
                      <a:pt x="5388" y="2899"/>
                    </a:cubicBezTo>
                    <a:cubicBezTo>
                      <a:pt x="5388" y="4269"/>
                      <a:pt x="4246" y="5410"/>
                      <a:pt x="2877" y="5410"/>
                    </a:cubicBezTo>
                    <a:cubicBezTo>
                      <a:pt x="1485" y="5410"/>
                      <a:pt x="366" y="4269"/>
                      <a:pt x="366" y="2899"/>
                    </a:cubicBezTo>
                    <a:cubicBezTo>
                      <a:pt x="366" y="1507"/>
                      <a:pt x="1485" y="388"/>
                      <a:pt x="2877" y="388"/>
                    </a:cubicBezTo>
                    <a:close/>
                    <a:moveTo>
                      <a:pt x="2877" y="0"/>
                    </a:moveTo>
                    <a:cubicBezTo>
                      <a:pt x="1279" y="0"/>
                      <a:pt x="1" y="1301"/>
                      <a:pt x="1" y="2899"/>
                    </a:cubicBezTo>
                    <a:cubicBezTo>
                      <a:pt x="1" y="4497"/>
                      <a:pt x="1279" y="5775"/>
                      <a:pt x="2877" y="5775"/>
                    </a:cubicBezTo>
                    <a:cubicBezTo>
                      <a:pt x="4475" y="5775"/>
                      <a:pt x="5753" y="4497"/>
                      <a:pt x="5753" y="2899"/>
                    </a:cubicBezTo>
                    <a:cubicBezTo>
                      <a:pt x="5753" y="1301"/>
                      <a:pt x="4475" y="0"/>
                      <a:pt x="28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76" name="Google Shape;1476;p16"/>
              <p:cNvSpPr/>
              <p:nvPr/>
            </p:nvSpPr>
            <p:spPr>
              <a:xfrm flipH="1">
                <a:off x="3959787" y="-606586"/>
                <a:ext cx="95004" cy="94446"/>
              </a:xfrm>
              <a:custGeom>
                <a:avLst/>
                <a:gdLst/>
                <a:ahLst/>
                <a:cxnLst/>
                <a:rect l="l" t="t" r="r" b="b"/>
                <a:pathLst>
                  <a:path w="3744" h="3722" extrusionOk="0">
                    <a:moveTo>
                      <a:pt x="1872" y="0"/>
                    </a:moveTo>
                    <a:cubicBezTo>
                      <a:pt x="845" y="0"/>
                      <a:pt x="0" y="845"/>
                      <a:pt x="0" y="1872"/>
                    </a:cubicBezTo>
                    <a:cubicBezTo>
                      <a:pt x="0" y="2899"/>
                      <a:pt x="845" y="3721"/>
                      <a:pt x="1872" y="3721"/>
                    </a:cubicBezTo>
                    <a:cubicBezTo>
                      <a:pt x="2899" y="3721"/>
                      <a:pt x="3744" y="2899"/>
                      <a:pt x="3744" y="1872"/>
                    </a:cubicBezTo>
                    <a:cubicBezTo>
                      <a:pt x="3744" y="845"/>
                      <a:pt x="2899" y="0"/>
                      <a:pt x="18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77" name="Google Shape;1477;p16"/>
              <p:cNvSpPr/>
              <p:nvPr/>
            </p:nvSpPr>
            <p:spPr>
              <a:xfrm flipH="1">
                <a:off x="4344954" y="-969728"/>
                <a:ext cx="73588" cy="74146"/>
              </a:xfrm>
              <a:custGeom>
                <a:avLst/>
                <a:gdLst/>
                <a:ahLst/>
                <a:cxnLst/>
                <a:rect l="l" t="t" r="r" b="b"/>
                <a:pathLst>
                  <a:path w="2900" h="2922" extrusionOk="0">
                    <a:moveTo>
                      <a:pt x="1462" y="0"/>
                    </a:moveTo>
                    <a:cubicBezTo>
                      <a:pt x="640" y="0"/>
                      <a:pt x="1" y="639"/>
                      <a:pt x="1" y="1461"/>
                    </a:cubicBezTo>
                    <a:cubicBezTo>
                      <a:pt x="1" y="2260"/>
                      <a:pt x="640" y="2922"/>
                      <a:pt x="1462" y="2922"/>
                    </a:cubicBezTo>
                    <a:cubicBezTo>
                      <a:pt x="2261" y="2922"/>
                      <a:pt x="2900" y="2260"/>
                      <a:pt x="2900" y="1461"/>
                    </a:cubicBezTo>
                    <a:cubicBezTo>
                      <a:pt x="2900" y="639"/>
                      <a:pt x="2261" y="0"/>
                      <a:pt x="14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78" name="Google Shape;1478;p16"/>
              <p:cNvSpPr/>
              <p:nvPr/>
            </p:nvSpPr>
            <p:spPr>
              <a:xfrm flipH="1">
                <a:off x="6303193" y="-791342"/>
                <a:ext cx="74171" cy="74146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2922" extrusionOk="0">
                    <a:moveTo>
                      <a:pt x="1462" y="0"/>
                    </a:moveTo>
                    <a:cubicBezTo>
                      <a:pt x="640" y="0"/>
                      <a:pt x="1" y="662"/>
                      <a:pt x="1" y="1461"/>
                    </a:cubicBezTo>
                    <a:cubicBezTo>
                      <a:pt x="1" y="2260"/>
                      <a:pt x="640" y="2922"/>
                      <a:pt x="1462" y="2922"/>
                    </a:cubicBezTo>
                    <a:cubicBezTo>
                      <a:pt x="2260" y="2922"/>
                      <a:pt x="2922" y="2260"/>
                      <a:pt x="2922" y="1461"/>
                    </a:cubicBezTo>
                    <a:cubicBezTo>
                      <a:pt x="2922" y="662"/>
                      <a:pt x="2260" y="0"/>
                      <a:pt x="14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79" name="Google Shape;1479;p16"/>
              <p:cNvSpPr/>
              <p:nvPr/>
            </p:nvSpPr>
            <p:spPr>
              <a:xfrm flipH="1">
                <a:off x="451617" y="-170010"/>
                <a:ext cx="2335337" cy="717199"/>
              </a:xfrm>
              <a:custGeom>
                <a:avLst/>
                <a:gdLst/>
                <a:ahLst/>
                <a:cxnLst/>
                <a:rect l="l" t="t" r="r" b="b"/>
                <a:pathLst>
                  <a:path w="92033" h="28264" extrusionOk="0">
                    <a:moveTo>
                      <a:pt x="206" y="0"/>
                    </a:moveTo>
                    <a:cubicBezTo>
                      <a:pt x="155" y="0"/>
                      <a:pt x="104" y="17"/>
                      <a:pt x="69" y="51"/>
                    </a:cubicBezTo>
                    <a:cubicBezTo>
                      <a:pt x="1" y="120"/>
                      <a:pt x="1" y="234"/>
                      <a:pt x="69" y="325"/>
                    </a:cubicBezTo>
                    <a:lnTo>
                      <a:pt x="28007" y="28263"/>
                    </a:lnTo>
                    <a:lnTo>
                      <a:pt x="91850" y="28263"/>
                    </a:lnTo>
                    <a:cubicBezTo>
                      <a:pt x="91941" y="28263"/>
                      <a:pt x="92032" y="28172"/>
                      <a:pt x="92032" y="28058"/>
                    </a:cubicBezTo>
                    <a:cubicBezTo>
                      <a:pt x="92032" y="27967"/>
                      <a:pt x="91941" y="27875"/>
                      <a:pt x="91850" y="27875"/>
                    </a:cubicBezTo>
                    <a:lnTo>
                      <a:pt x="28167" y="27875"/>
                    </a:lnTo>
                    <a:lnTo>
                      <a:pt x="343" y="51"/>
                    </a:lnTo>
                    <a:cubicBezTo>
                      <a:pt x="309" y="17"/>
                      <a:pt x="258" y="0"/>
                      <a:pt x="2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0" name="Google Shape;1480;p16"/>
              <p:cNvSpPr/>
              <p:nvPr/>
            </p:nvSpPr>
            <p:spPr>
              <a:xfrm flipH="1">
                <a:off x="3911701" y="-120655"/>
                <a:ext cx="151793" cy="94446"/>
              </a:xfrm>
              <a:custGeom>
                <a:avLst/>
                <a:gdLst/>
                <a:ahLst/>
                <a:cxnLst/>
                <a:rect l="l" t="t" r="r" b="b"/>
                <a:pathLst>
                  <a:path w="5982" h="3722" extrusionOk="0">
                    <a:moveTo>
                      <a:pt x="1" y="1"/>
                    </a:moveTo>
                    <a:lnTo>
                      <a:pt x="3607" y="3721"/>
                    </a:lnTo>
                    <a:lnTo>
                      <a:pt x="5981" y="3721"/>
                    </a:lnTo>
                    <a:lnTo>
                      <a:pt x="239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1" name="Google Shape;1481;p16"/>
              <p:cNvSpPr/>
              <p:nvPr/>
            </p:nvSpPr>
            <p:spPr>
              <a:xfrm flipH="1">
                <a:off x="3798199" y="-120655"/>
                <a:ext cx="151184" cy="94446"/>
              </a:xfrm>
              <a:custGeom>
                <a:avLst/>
                <a:gdLst/>
                <a:ahLst/>
                <a:cxnLst/>
                <a:rect l="l" t="t" r="r" b="b"/>
                <a:pathLst>
                  <a:path w="5958" h="3722" extrusionOk="0">
                    <a:moveTo>
                      <a:pt x="0" y="1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2" name="Google Shape;1482;p16"/>
              <p:cNvSpPr/>
              <p:nvPr/>
            </p:nvSpPr>
            <p:spPr>
              <a:xfrm flipH="1">
                <a:off x="3684087" y="-120655"/>
                <a:ext cx="151768" cy="94446"/>
              </a:xfrm>
              <a:custGeom>
                <a:avLst/>
                <a:gdLst/>
                <a:ahLst/>
                <a:cxnLst/>
                <a:rect l="l" t="t" r="r" b="b"/>
                <a:pathLst>
                  <a:path w="5981" h="3722" extrusionOk="0">
                    <a:moveTo>
                      <a:pt x="0" y="1"/>
                    </a:moveTo>
                    <a:lnTo>
                      <a:pt x="3584" y="3721"/>
                    </a:lnTo>
                    <a:lnTo>
                      <a:pt x="5980" y="3721"/>
                    </a:lnTo>
                    <a:lnTo>
                      <a:pt x="2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3" name="Google Shape;1483;p16"/>
              <p:cNvSpPr/>
              <p:nvPr/>
            </p:nvSpPr>
            <p:spPr>
              <a:xfrm flipH="1">
                <a:off x="3570560" y="-120655"/>
                <a:ext cx="151210" cy="94446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3722" extrusionOk="0">
                    <a:moveTo>
                      <a:pt x="1" y="1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4" name="Google Shape;1484;p16"/>
              <p:cNvSpPr/>
              <p:nvPr/>
            </p:nvSpPr>
            <p:spPr>
              <a:xfrm flipH="1">
                <a:off x="3457057" y="-120655"/>
                <a:ext cx="151184" cy="94446"/>
              </a:xfrm>
              <a:custGeom>
                <a:avLst/>
                <a:gdLst/>
                <a:ahLst/>
                <a:cxnLst/>
                <a:rect l="l" t="t" r="r" b="b"/>
                <a:pathLst>
                  <a:path w="5958" h="3722" extrusionOk="0">
                    <a:moveTo>
                      <a:pt x="1" y="1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5" name="Google Shape;1485;p16"/>
              <p:cNvSpPr/>
              <p:nvPr/>
            </p:nvSpPr>
            <p:spPr>
              <a:xfrm flipH="1">
                <a:off x="3342946" y="-120655"/>
                <a:ext cx="151768" cy="94446"/>
              </a:xfrm>
              <a:custGeom>
                <a:avLst/>
                <a:gdLst/>
                <a:ahLst/>
                <a:cxnLst/>
                <a:rect l="l" t="t" r="r" b="b"/>
                <a:pathLst>
                  <a:path w="5981" h="3722" extrusionOk="0">
                    <a:moveTo>
                      <a:pt x="0" y="1"/>
                    </a:moveTo>
                    <a:lnTo>
                      <a:pt x="3607" y="3721"/>
                    </a:lnTo>
                    <a:lnTo>
                      <a:pt x="5981" y="3721"/>
                    </a:lnTo>
                    <a:lnTo>
                      <a:pt x="239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6" name="Google Shape;1486;p16"/>
              <p:cNvSpPr/>
              <p:nvPr/>
            </p:nvSpPr>
            <p:spPr>
              <a:xfrm flipH="1">
                <a:off x="3229418" y="-120655"/>
                <a:ext cx="151210" cy="94446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3722" extrusionOk="0">
                    <a:moveTo>
                      <a:pt x="1" y="1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7" name="Google Shape;1487;p16"/>
              <p:cNvSpPr/>
              <p:nvPr/>
            </p:nvSpPr>
            <p:spPr>
              <a:xfrm flipH="1">
                <a:off x="3115332" y="-120655"/>
                <a:ext cx="151768" cy="94446"/>
              </a:xfrm>
              <a:custGeom>
                <a:avLst/>
                <a:gdLst/>
                <a:ahLst/>
                <a:cxnLst/>
                <a:rect l="l" t="t" r="r" b="b"/>
                <a:pathLst>
                  <a:path w="5981" h="3722" extrusionOk="0">
                    <a:moveTo>
                      <a:pt x="1" y="1"/>
                    </a:moveTo>
                    <a:lnTo>
                      <a:pt x="3584" y="3721"/>
                    </a:lnTo>
                    <a:lnTo>
                      <a:pt x="5981" y="3721"/>
                    </a:lnTo>
                    <a:lnTo>
                      <a:pt x="2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8" name="Google Shape;1488;p16"/>
              <p:cNvSpPr/>
              <p:nvPr/>
            </p:nvSpPr>
            <p:spPr>
              <a:xfrm flipH="1">
                <a:off x="4594568" y="667645"/>
                <a:ext cx="280952" cy="175519"/>
              </a:xfrm>
              <a:custGeom>
                <a:avLst/>
                <a:gdLst/>
                <a:ahLst/>
                <a:cxnLst/>
                <a:rect l="l" t="t" r="r" b="b"/>
                <a:pathLst>
                  <a:path w="11072" h="6917" extrusionOk="0">
                    <a:moveTo>
                      <a:pt x="1" y="0"/>
                    </a:moveTo>
                    <a:lnTo>
                      <a:pt x="6666" y="6916"/>
                    </a:lnTo>
                    <a:lnTo>
                      <a:pt x="11071" y="6916"/>
                    </a:lnTo>
                    <a:lnTo>
                      <a:pt x="44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9" name="Google Shape;1489;p16"/>
              <p:cNvSpPr/>
              <p:nvPr/>
            </p:nvSpPr>
            <p:spPr>
              <a:xfrm flipH="1">
                <a:off x="4383752" y="667645"/>
                <a:ext cx="280927" cy="175519"/>
              </a:xfrm>
              <a:custGeom>
                <a:avLst/>
                <a:gdLst/>
                <a:ahLst/>
                <a:cxnLst/>
                <a:rect l="l" t="t" r="r" b="b"/>
                <a:pathLst>
                  <a:path w="11071" h="6917" extrusionOk="0">
                    <a:moveTo>
                      <a:pt x="0" y="0"/>
                    </a:moveTo>
                    <a:lnTo>
                      <a:pt x="6665" y="6916"/>
                    </a:lnTo>
                    <a:lnTo>
                      <a:pt x="11070" y="6916"/>
                    </a:lnTo>
                    <a:lnTo>
                      <a:pt x="440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0" name="Google Shape;1490;p16"/>
              <p:cNvSpPr/>
              <p:nvPr/>
            </p:nvSpPr>
            <p:spPr>
              <a:xfrm flipH="1">
                <a:off x="4172937" y="667645"/>
                <a:ext cx="280927" cy="175519"/>
              </a:xfrm>
              <a:custGeom>
                <a:avLst/>
                <a:gdLst/>
                <a:ahLst/>
                <a:cxnLst/>
                <a:rect l="l" t="t" r="r" b="b"/>
                <a:pathLst>
                  <a:path w="11071" h="6917" extrusionOk="0">
                    <a:moveTo>
                      <a:pt x="1" y="0"/>
                    </a:moveTo>
                    <a:lnTo>
                      <a:pt x="6666" y="6916"/>
                    </a:lnTo>
                    <a:lnTo>
                      <a:pt x="11071" y="6916"/>
                    </a:lnTo>
                    <a:lnTo>
                      <a:pt x="442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1" name="Google Shape;1491;p16"/>
              <p:cNvSpPr/>
              <p:nvPr/>
            </p:nvSpPr>
            <p:spPr>
              <a:xfrm flipH="1">
                <a:off x="3961512" y="667645"/>
                <a:ext cx="280952" cy="175519"/>
              </a:xfrm>
              <a:custGeom>
                <a:avLst/>
                <a:gdLst/>
                <a:ahLst/>
                <a:cxnLst/>
                <a:rect l="l" t="t" r="r" b="b"/>
                <a:pathLst>
                  <a:path w="11072" h="6917" extrusionOk="0">
                    <a:moveTo>
                      <a:pt x="1" y="0"/>
                    </a:moveTo>
                    <a:lnTo>
                      <a:pt x="6643" y="6916"/>
                    </a:lnTo>
                    <a:lnTo>
                      <a:pt x="11071" y="6916"/>
                    </a:lnTo>
                    <a:lnTo>
                      <a:pt x="44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2" name="Google Shape;1492;p16"/>
              <p:cNvSpPr/>
              <p:nvPr/>
            </p:nvSpPr>
            <p:spPr>
              <a:xfrm flipH="1">
                <a:off x="3750697" y="667645"/>
                <a:ext cx="280927" cy="175519"/>
              </a:xfrm>
              <a:custGeom>
                <a:avLst/>
                <a:gdLst/>
                <a:ahLst/>
                <a:cxnLst/>
                <a:rect l="l" t="t" r="r" b="b"/>
                <a:pathLst>
                  <a:path w="11071" h="6917" extrusionOk="0">
                    <a:moveTo>
                      <a:pt x="0" y="0"/>
                    </a:moveTo>
                    <a:lnTo>
                      <a:pt x="6665" y="6916"/>
                    </a:lnTo>
                    <a:lnTo>
                      <a:pt x="11071" y="6916"/>
                    </a:lnTo>
                    <a:lnTo>
                      <a:pt x="44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3" name="Google Shape;1493;p16"/>
              <p:cNvSpPr/>
              <p:nvPr/>
            </p:nvSpPr>
            <p:spPr>
              <a:xfrm flipH="1">
                <a:off x="3539881" y="667645"/>
                <a:ext cx="280927" cy="175519"/>
              </a:xfrm>
              <a:custGeom>
                <a:avLst/>
                <a:gdLst/>
                <a:ahLst/>
                <a:cxnLst/>
                <a:rect l="l" t="t" r="r" b="b"/>
                <a:pathLst>
                  <a:path w="11071" h="6917" extrusionOk="0">
                    <a:moveTo>
                      <a:pt x="1" y="0"/>
                    </a:moveTo>
                    <a:lnTo>
                      <a:pt x="6666" y="6916"/>
                    </a:lnTo>
                    <a:lnTo>
                      <a:pt x="11071" y="6916"/>
                    </a:lnTo>
                    <a:lnTo>
                      <a:pt x="44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1494" name="Google Shape;1494;p16"/>
            <p:cNvSpPr/>
            <p:nvPr/>
          </p:nvSpPr>
          <p:spPr>
            <a:xfrm flipH="1">
              <a:off x="7520192" y="-127210"/>
              <a:ext cx="2335337" cy="717199"/>
            </a:xfrm>
            <a:custGeom>
              <a:avLst/>
              <a:gdLst/>
              <a:ahLst/>
              <a:cxnLst/>
              <a:rect l="l" t="t" r="r" b="b"/>
              <a:pathLst>
                <a:path w="92033" h="28264" extrusionOk="0">
                  <a:moveTo>
                    <a:pt x="206" y="0"/>
                  </a:moveTo>
                  <a:cubicBezTo>
                    <a:pt x="155" y="0"/>
                    <a:pt x="104" y="17"/>
                    <a:pt x="69" y="51"/>
                  </a:cubicBezTo>
                  <a:cubicBezTo>
                    <a:pt x="1" y="120"/>
                    <a:pt x="1" y="234"/>
                    <a:pt x="69" y="325"/>
                  </a:cubicBezTo>
                  <a:lnTo>
                    <a:pt x="28007" y="28263"/>
                  </a:lnTo>
                  <a:lnTo>
                    <a:pt x="91850" y="28263"/>
                  </a:lnTo>
                  <a:cubicBezTo>
                    <a:pt x="91941" y="28263"/>
                    <a:pt x="92032" y="28172"/>
                    <a:pt x="92032" y="28058"/>
                  </a:cubicBezTo>
                  <a:cubicBezTo>
                    <a:pt x="92032" y="27967"/>
                    <a:pt x="91941" y="27875"/>
                    <a:pt x="91850" y="27875"/>
                  </a:cubicBezTo>
                  <a:lnTo>
                    <a:pt x="28167" y="27875"/>
                  </a:lnTo>
                  <a:lnTo>
                    <a:pt x="343" y="51"/>
                  </a:lnTo>
                  <a:cubicBezTo>
                    <a:pt x="309" y="17"/>
                    <a:pt x="258" y="0"/>
                    <a:pt x="2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45710368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One Columns">
  <p:cSld name="Title and One Columns"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6" name="Google Shape;1496;p17"/>
          <p:cNvGrpSpPr/>
          <p:nvPr/>
        </p:nvGrpSpPr>
        <p:grpSpPr>
          <a:xfrm>
            <a:off x="-754995" y="-715720"/>
            <a:ext cx="11170635" cy="2152957"/>
            <a:chOff x="-566246" y="-831315"/>
            <a:chExt cx="8377976" cy="1614718"/>
          </a:xfrm>
        </p:grpSpPr>
        <p:sp>
          <p:nvSpPr>
            <p:cNvPr id="1497" name="Google Shape;1497;p17"/>
            <p:cNvSpPr/>
            <p:nvPr/>
          </p:nvSpPr>
          <p:spPr>
            <a:xfrm rot="10800000">
              <a:off x="-178627" y="-831315"/>
              <a:ext cx="5711267" cy="1569921"/>
            </a:xfrm>
            <a:custGeom>
              <a:avLst/>
              <a:gdLst/>
              <a:ahLst/>
              <a:cxnLst/>
              <a:rect l="l" t="t" r="r" b="b"/>
              <a:pathLst>
                <a:path w="187670" h="51587" extrusionOk="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8" name="Google Shape;1498;p17"/>
            <p:cNvSpPr/>
            <p:nvPr/>
          </p:nvSpPr>
          <p:spPr>
            <a:xfrm rot="10800000">
              <a:off x="2097663" y="-149871"/>
              <a:ext cx="3817027" cy="933273"/>
            </a:xfrm>
            <a:custGeom>
              <a:avLst/>
              <a:gdLst/>
              <a:ahLst/>
              <a:cxnLst/>
              <a:rect l="l" t="t" r="r" b="b"/>
              <a:pathLst>
                <a:path w="125426" h="30667" extrusionOk="0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9" name="Google Shape;1499;p17"/>
            <p:cNvSpPr/>
            <p:nvPr/>
          </p:nvSpPr>
          <p:spPr>
            <a:xfrm rot="10800000">
              <a:off x="5347154" y="-352704"/>
              <a:ext cx="2464576" cy="481412"/>
            </a:xfrm>
            <a:custGeom>
              <a:avLst/>
              <a:gdLst/>
              <a:ahLst/>
              <a:cxnLst/>
              <a:rect l="l" t="t" r="r" b="b"/>
              <a:pathLst>
                <a:path w="80985" h="15819" extrusionOk="0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0" name="Google Shape;1500;p17"/>
            <p:cNvSpPr/>
            <p:nvPr/>
          </p:nvSpPr>
          <p:spPr>
            <a:xfrm rot="10800000">
              <a:off x="5904951" y="-196402"/>
              <a:ext cx="115339" cy="115339"/>
            </a:xfrm>
            <a:custGeom>
              <a:avLst/>
              <a:gdLst/>
              <a:ahLst/>
              <a:cxnLst/>
              <a:rect l="l" t="t" r="r" b="b"/>
              <a:pathLst>
                <a:path w="3790" h="3790" extrusionOk="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1" name="Google Shape;1501;p17"/>
            <p:cNvSpPr/>
            <p:nvPr/>
          </p:nvSpPr>
          <p:spPr>
            <a:xfrm rot="10800000">
              <a:off x="5926467" y="-174886"/>
              <a:ext cx="72977" cy="72977"/>
            </a:xfrm>
            <a:custGeom>
              <a:avLst/>
              <a:gdLst/>
              <a:ahLst/>
              <a:cxnLst/>
              <a:rect l="l" t="t" r="r" b="b"/>
              <a:pathLst>
                <a:path w="2398" h="2398" extrusionOk="0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2" name="Google Shape;1502;p17"/>
            <p:cNvSpPr/>
            <p:nvPr/>
          </p:nvSpPr>
          <p:spPr>
            <a:xfrm rot="10800000">
              <a:off x="1516950" y="116870"/>
              <a:ext cx="3646848" cy="11838"/>
            </a:xfrm>
            <a:custGeom>
              <a:avLst/>
              <a:gdLst/>
              <a:ahLst/>
              <a:cxnLst/>
              <a:rect l="l" t="t" r="r" b="b"/>
              <a:pathLst>
                <a:path w="119834" h="389" extrusionOk="0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3" name="Google Shape;1503;p17"/>
            <p:cNvSpPr/>
            <p:nvPr/>
          </p:nvSpPr>
          <p:spPr>
            <a:xfrm rot="10800000">
              <a:off x="5146391" y="78677"/>
              <a:ext cx="88954" cy="88924"/>
            </a:xfrm>
            <a:custGeom>
              <a:avLst/>
              <a:gdLst/>
              <a:ahLst/>
              <a:cxnLst/>
              <a:rect l="l" t="t" r="r" b="b"/>
              <a:pathLst>
                <a:path w="2923" h="2922" extrusionOk="0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4" name="Google Shape;1504;p17"/>
            <p:cNvSpPr/>
            <p:nvPr/>
          </p:nvSpPr>
          <p:spPr>
            <a:xfrm rot="10800000">
              <a:off x="1478757" y="78677"/>
              <a:ext cx="88924" cy="88924"/>
            </a:xfrm>
            <a:custGeom>
              <a:avLst/>
              <a:gdLst/>
              <a:ahLst/>
              <a:cxnLst/>
              <a:rect l="l" t="t" r="r" b="b"/>
              <a:pathLst>
                <a:path w="2922" h="2922" extrusionOk="0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5" name="Google Shape;1505;p17"/>
            <p:cNvSpPr/>
            <p:nvPr/>
          </p:nvSpPr>
          <p:spPr>
            <a:xfrm rot="10800000">
              <a:off x="-398137" y="-606937"/>
              <a:ext cx="1361489" cy="1360302"/>
            </a:xfrm>
            <a:custGeom>
              <a:avLst/>
              <a:gdLst/>
              <a:ahLst/>
              <a:cxnLst/>
              <a:rect l="l" t="t" r="r" b="b"/>
              <a:pathLst>
                <a:path w="44738" h="44699" extrusionOk="0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6" name="Google Shape;1506;p17"/>
            <p:cNvSpPr/>
            <p:nvPr/>
          </p:nvSpPr>
          <p:spPr>
            <a:xfrm rot="10800000">
              <a:off x="-566246" y="-681953"/>
              <a:ext cx="1361520" cy="1360272"/>
            </a:xfrm>
            <a:custGeom>
              <a:avLst/>
              <a:gdLst/>
              <a:ahLst/>
              <a:cxnLst/>
              <a:rect l="l" t="t" r="r" b="b"/>
              <a:pathLst>
                <a:path w="44739" h="44698" extrusionOk="0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7" name="Google Shape;1507;p17"/>
            <p:cNvSpPr/>
            <p:nvPr/>
          </p:nvSpPr>
          <p:spPr>
            <a:xfrm rot="10800000">
              <a:off x="161730" y="401657"/>
              <a:ext cx="336918" cy="210502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8" name="Google Shape;1508;p17"/>
            <p:cNvSpPr/>
            <p:nvPr/>
          </p:nvSpPr>
          <p:spPr>
            <a:xfrm rot="10800000">
              <a:off x="414563" y="401657"/>
              <a:ext cx="336949" cy="210502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9" name="Google Shape;1509;p17"/>
            <p:cNvSpPr/>
            <p:nvPr/>
          </p:nvSpPr>
          <p:spPr>
            <a:xfrm rot="10800000">
              <a:off x="667426" y="401657"/>
              <a:ext cx="336918" cy="210502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0" name="Google Shape;1510;p17"/>
            <p:cNvSpPr/>
            <p:nvPr/>
          </p:nvSpPr>
          <p:spPr>
            <a:xfrm rot="10800000">
              <a:off x="920960" y="401657"/>
              <a:ext cx="336918" cy="210502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1" name="Google Shape;1511;p17"/>
            <p:cNvSpPr/>
            <p:nvPr/>
          </p:nvSpPr>
          <p:spPr>
            <a:xfrm rot="10800000">
              <a:off x="1173823" y="401657"/>
              <a:ext cx="336918" cy="210502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2" name="Google Shape;1512;p17"/>
            <p:cNvSpPr/>
            <p:nvPr/>
          </p:nvSpPr>
          <p:spPr>
            <a:xfrm rot="10800000">
              <a:off x="1426656" y="401657"/>
              <a:ext cx="336918" cy="210502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3" name="Google Shape;1513;p17"/>
            <p:cNvSpPr/>
            <p:nvPr/>
          </p:nvSpPr>
          <p:spPr>
            <a:xfrm rot="10800000">
              <a:off x="1679490" y="401657"/>
              <a:ext cx="336949" cy="210502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4" name="Google Shape;1514;p17"/>
            <p:cNvSpPr/>
            <p:nvPr/>
          </p:nvSpPr>
          <p:spPr>
            <a:xfrm rot="10800000">
              <a:off x="1933053" y="401657"/>
              <a:ext cx="336918" cy="210502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5" name="Google Shape;1515;p17"/>
            <p:cNvSpPr/>
            <p:nvPr/>
          </p:nvSpPr>
          <p:spPr>
            <a:xfrm rot="10800000">
              <a:off x="1858707" y="-175586"/>
              <a:ext cx="174378" cy="188986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6" name="Google Shape;1516;p17"/>
            <p:cNvSpPr/>
            <p:nvPr/>
          </p:nvSpPr>
          <p:spPr>
            <a:xfrm rot="10800000">
              <a:off x="1751736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7" name="Google Shape;1517;p17"/>
            <p:cNvSpPr/>
            <p:nvPr/>
          </p:nvSpPr>
          <p:spPr>
            <a:xfrm rot="10800000">
              <a:off x="1645466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8" name="Google Shape;1518;p17"/>
            <p:cNvSpPr/>
            <p:nvPr/>
          </p:nvSpPr>
          <p:spPr>
            <a:xfrm rot="10800000">
              <a:off x="1539196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9" name="Google Shape;1519;p17"/>
            <p:cNvSpPr/>
            <p:nvPr/>
          </p:nvSpPr>
          <p:spPr>
            <a:xfrm rot="10800000">
              <a:off x="1432895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0" name="Google Shape;1520;p17"/>
            <p:cNvSpPr/>
            <p:nvPr/>
          </p:nvSpPr>
          <p:spPr>
            <a:xfrm rot="10800000">
              <a:off x="1326625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1" name="Google Shape;1521;p17"/>
            <p:cNvSpPr/>
            <p:nvPr/>
          </p:nvSpPr>
          <p:spPr>
            <a:xfrm rot="10800000">
              <a:off x="1220355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2" name="Google Shape;1522;p17"/>
            <p:cNvSpPr/>
            <p:nvPr/>
          </p:nvSpPr>
          <p:spPr>
            <a:xfrm rot="10800000">
              <a:off x="1114084" y="-175586"/>
              <a:ext cx="174378" cy="188986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3" name="Google Shape;1523;p17"/>
            <p:cNvSpPr/>
            <p:nvPr/>
          </p:nvSpPr>
          <p:spPr>
            <a:xfrm rot="10800000">
              <a:off x="1007784" y="-175586"/>
              <a:ext cx="174378" cy="188986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4" name="Google Shape;1524;p17"/>
            <p:cNvSpPr/>
            <p:nvPr/>
          </p:nvSpPr>
          <p:spPr>
            <a:xfrm rot="10800000">
              <a:off x="900813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5" name="Google Shape;1525;p17"/>
            <p:cNvSpPr/>
            <p:nvPr/>
          </p:nvSpPr>
          <p:spPr>
            <a:xfrm rot="10800000">
              <a:off x="794543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526" name="Google Shape;1526;p17"/>
          <p:cNvGrpSpPr/>
          <p:nvPr/>
        </p:nvGrpSpPr>
        <p:grpSpPr>
          <a:xfrm rot="5400000">
            <a:off x="823233" y="4428267"/>
            <a:ext cx="1306400" cy="4633533"/>
            <a:chOff x="327125" y="2375600"/>
            <a:chExt cx="979800" cy="3475150"/>
          </a:xfrm>
        </p:grpSpPr>
        <p:sp>
          <p:nvSpPr>
            <p:cNvPr id="1527" name="Google Shape;1527;p17"/>
            <p:cNvSpPr/>
            <p:nvPr/>
          </p:nvSpPr>
          <p:spPr>
            <a:xfrm>
              <a:off x="531425" y="2394425"/>
              <a:ext cx="115850" cy="3456325"/>
            </a:xfrm>
            <a:custGeom>
              <a:avLst/>
              <a:gdLst/>
              <a:ahLst/>
              <a:cxnLst/>
              <a:rect l="l" t="t" r="r" b="b"/>
              <a:pathLst>
                <a:path w="4634" h="138253" fill="none" extrusionOk="0">
                  <a:moveTo>
                    <a:pt x="3150" y="138253"/>
                  </a:moveTo>
                  <a:lnTo>
                    <a:pt x="3150" y="54872"/>
                  </a:lnTo>
                  <a:lnTo>
                    <a:pt x="0" y="51722"/>
                  </a:lnTo>
                  <a:lnTo>
                    <a:pt x="0" y="28714"/>
                  </a:lnTo>
                  <a:lnTo>
                    <a:pt x="4634" y="24058"/>
                  </a:lnTo>
                  <a:lnTo>
                    <a:pt x="4634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8" name="Google Shape;1528;p17"/>
            <p:cNvSpPr/>
            <p:nvPr/>
          </p:nvSpPr>
          <p:spPr>
            <a:xfrm>
              <a:off x="627275" y="2375600"/>
              <a:ext cx="39975" cy="39950"/>
            </a:xfrm>
            <a:custGeom>
              <a:avLst/>
              <a:gdLst/>
              <a:ahLst/>
              <a:cxnLst/>
              <a:rect l="l" t="t" r="r" b="b"/>
              <a:pathLst>
                <a:path w="1599" h="1598" extrusionOk="0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56" y="1598"/>
                    <a:pt x="1599" y="1233"/>
                    <a:pt x="1599" y="799"/>
                  </a:cubicBezTo>
                  <a:cubicBezTo>
                    <a:pt x="1599" y="365"/>
                    <a:pt x="1256" y="0"/>
                    <a:pt x="80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9" name="Google Shape;1529;p17"/>
            <p:cNvSpPr/>
            <p:nvPr/>
          </p:nvSpPr>
          <p:spPr>
            <a:xfrm>
              <a:off x="347100" y="2923975"/>
              <a:ext cx="112450" cy="2344175"/>
            </a:xfrm>
            <a:custGeom>
              <a:avLst/>
              <a:gdLst/>
              <a:ahLst/>
              <a:cxnLst/>
              <a:rect l="l" t="t" r="r" b="b"/>
              <a:pathLst>
                <a:path w="4498" h="93767" fill="none" extrusionOk="0">
                  <a:moveTo>
                    <a:pt x="4497" y="93766"/>
                  </a:moveTo>
                  <a:lnTo>
                    <a:pt x="4497" y="50855"/>
                  </a:lnTo>
                  <a:lnTo>
                    <a:pt x="1" y="46358"/>
                  </a:lnTo>
                  <a:lnTo>
                    <a:pt x="1" y="0"/>
                  </a:lnTo>
                </a:path>
              </a:pathLst>
            </a:custGeom>
            <a:solidFill>
              <a:schemeClr val="accent1"/>
            </a:solidFill>
            <a:ln w="13125" cap="flat" cmpd="sng">
              <a:solidFill>
                <a:schemeClr val="accent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0" name="Google Shape;1530;p17"/>
            <p:cNvSpPr/>
            <p:nvPr/>
          </p:nvSpPr>
          <p:spPr>
            <a:xfrm>
              <a:off x="327125" y="2904575"/>
              <a:ext cx="39975" cy="39950"/>
            </a:xfrm>
            <a:custGeom>
              <a:avLst/>
              <a:gdLst/>
              <a:ahLst/>
              <a:cxnLst/>
              <a:rect l="l" t="t" r="r" b="b"/>
              <a:pathLst>
                <a:path w="1599" h="1598" extrusionOk="0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55"/>
                    <a:pt x="366" y="1598"/>
                    <a:pt x="800" y="1598"/>
                  </a:cubicBezTo>
                  <a:cubicBezTo>
                    <a:pt x="1233" y="1598"/>
                    <a:pt x="1599" y="1255"/>
                    <a:pt x="1599" y="799"/>
                  </a:cubicBezTo>
                  <a:cubicBezTo>
                    <a:pt x="1599" y="365"/>
                    <a:pt x="1233" y="0"/>
                    <a:pt x="80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1" name="Google Shape;1531;p17"/>
            <p:cNvSpPr/>
            <p:nvPr/>
          </p:nvSpPr>
          <p:spPr>
            <a:xfrm>
              <a:off x="347100" y="2676875"/>
              <a:ext cx="192900" cy="374375"/>
            </a:xfrm>
            <a:custGeom>
              <a:avLst/>
              <a:gdLst/>
              <a:ahLst/>
              <a:cxnLst/>
              <a:rect l="l" t="t" r="r" b="b"/>
              <a:pathLst>
                <a:path w="7716" h="14975" fill="none" extrusionOk="0">
                  <a:moveTo>
                    <a:pt x="1" y="14974"/>
                  </a:moveTo>
                  <a:lnTo>
                    <a:pt x="7716" y="7259"/>
                  </a:lnTo>
                  <a:lnTo>
                    <a:pt x="7716" y="1"/>
                  </a:lnTo>
                </a:path>
              </a:pathLst>
            </a:custGeom>
            <a:solidFill>
              <a:schemeClr val="accent1"/>
            </a:solidFill>
            <a:ln w="13125" cap="flat" cmpd="sng">
              <a:solidFill>
                <a:schemeClr val="accent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2" name="Google Shape;1532;p17"/>
            <p:cNvSpPr/>
            <p:nvPr/>
          </p:nvSpPr>
          <p:spPr>
            <a:xfrm>
              <a:off x="520000" y="265805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3" name="Google Shape;1533;p17"/>
            <p:cNvSpPr/>
            <p:nvPr/>
          </p:nvSpPr>
          <p:spPr>
            <a:xfrm>
              <a:off x="347100" y="4357400"/>
              <a:ext cx="25" cy="971225"/>
            </a:xfrm>
            <a:custGeom>
              <a:avLst/>
              <a:gdLst/>
              <a:ahLst/>
              <a:cxnLst/>
              <a:rect l="l" t="t" r="r" b="b"/>
              <a:pathLst>
                <a:path w="1" h="38849" fill="none" extrusionOk="0">
                  <a:moveTo>
                    <a:pt x="1" y="38849"/>
                  </a:move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4" name="Google Shape;1534;p17"/>
            <p:cNvSpPr/>
            <p:nvPr/>
          </p:nvSpPr>
          <p:spPr>
            <a:xfrm>
              <a:off x="327125" y="433855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33" y="1599"/>
                    <a:pt x="1599" y="1234"/>
                    <a:pt x="1599" y="800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5" name="Google Shape;1535;p17"/>
            <p:cNvSpPr/>
            <p:nvPr/>
          </p:nvSpPr>
          <p:spPr>
            <a:xfrm>
              <a:off x="690625" y="3227550"/>
              <a:ext cx="172925" cy="2083400"/>
            </a:xfrm>
            <a:custGeom>
              <a:avLst/>
              <a:gdLst/>
              <a:ahLst/>
              <a:cxnLst/>
              <a:rect l="l" t="t" r="r" b="b"/>
              <a:pathLst>
                <a:path w="6917" h="83336" fill="none" extrusionOk="0">
                  <a:moveTo>
                    <a:pt x="6917" y="83335"/>
                  </a:moveTo>
                  <a:lnTo>
                    <a:pt x="0" y="76396"/>
                  </a:lnTo>
                  <a:lnTo>
                    <a:pt x="0" y="15841"/>
                  </a:lnTo>
                  <a:lnTo>
                    <a:pt x="4954" y="10865"/>
                  </a:lnTo>
                  <a:lnTo>
                    <a:pt x="4954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6" name="Google Shape;1536;p17"/>
            <p:cNvSpPr/>
            <p:nvPr/>
          </p:nvSpPr>
          <p:spPr>
            <a:xfrm>
              <a:off x="794475" y="320870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56" y="1599"/>
                    <a:pt x="1598" y="1234"/>
                    <a:pt x="1598" y="800"/>
                  </a:cubicBezTo>
                  <a:cubicBezTo>
                    <a:pt x="1598" y="343"/>
                    <a:pt x="1256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7" name="Google Shape;1537;p17"/>
            <p:cNvSpPr/>
            <p:nvPr/>
          </p:nvSpPr>
          <p:spPr>
            <a:xfrm>
              <a:off x="776800" y="3899750"/>
              <a:ext cx="25" cy="1084800"/>
            </a:xfrm>
            <a:custGeom>
              <a:avLst/>
              <a:gdLst/>
              <a:ahLst/>
              <a:cxnLst/>
              <a:rect l="l" t="t" r="r" b="b"/>
              <a:pathLst>
                <a:path w="1" h="43392" fill="none" extrusionOk="0">
                  <a:moveTo>
                    <a:pt x="0" y="43391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8" name="Google Shape;1538;p17"/>
            <p:cNvSpPr/>
            <p:nvPr/>
          </p:nvSpPr>
          <p:spPr>
            <a:xfrm>
              <a:off x="756825" y="4963400"/>
              <a:ext cx="40525" cy="39975"/>
            </a:xfrm>
            <a:custGeom>
              <a:avLst/>
              <a:gdLst/>
              <a:ahLst/>
              <a:cxnLst/>
              <a:rect l="l" t="t" r="r" b="b"/>
              <a:pathLst>
                <a:path w="1621" h="1599" extrusionOk="0">
                  <a:moveTo>
                    <a:pt x="799" y="1"/>
                  </a:moveTo>
                  <a:cubicBezTo>
                    <a:pt x="365" y="1"/>
                    <a:pt x="0" y="366"/>
                    <a:pt x="0" y="800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800"/>
                  </a:cubicBezTo>
                  <a:cubicBezTo>
                    <a:pt x="1621" y="366"/>
                    <a:pt x="1256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9" name="Google Shape;1539;p17"/>
            <p:cNvSpPr/>
            <p:nvPr/>
          </p:nvSpPr>
          <p:spPr>
            <a:xfrm>
              <a:off x="756825" y="3880925"/>
              <a:ext cx="40525" cy="39950"/>
            </a:xfrm>
            <a:custGeom>
              <a:avLst/>
              <a:gdLst/>
              <a:ahLst/>
              <a:cxnLst/>
              <a:rect l="l" t="t" r="r" b="b"/>
              <a:pathLst>
                <a:path w="1621" h="1598" extrusionOk="0">
                  <a:moveTo>
                    <a:pt x="799" y="0"/>
                  </a:moveTo>
                  <a:cubicBezTo>
                    <a:pt x="365" y="0"/>
                    <a:pt x="0" y="342"/>
                    <a:pt x="0" y="799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799"/>
                  </a:cubicBezTo>
                  <a:cubicBezTo>
                    <a:pt x="1621" y="342"/>
                    <a:pt x="1256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0" name="Google Shape;1540;p17"/>
            <p:cNvSpPr/>
            <p:nvPr/>
          </p:nvSpPr>
          <p:spPr>
            <a:xfrm>
              <a:off x="861250" y="3692600"/>
              <a:ext cx="445675" cy="1618350"/>
            </a:xfrm>
            <a:custGeom>
              <a:avLst/>
              <a:gdLst/>
              <a:ahLst/>
              <a:cxnLst/>
              <a:rect l="l" t="t" r="r" b="b"/>
              <a:pathLst>
                <a:path w="17827" h="64734" fill="none" extrusionOk="0">
                  <a:moveTo>
                    <a:pt x="17827" y="64733"/>
                  </a:moveTo>
                  <a:lnTo>
                    <a:pt x="4314" y="51221"/>
                  </a:lnTo>
                  <a:lnTo>
                    <a:pt x="4314" y="28258"/>
                  </a:lnTo>
                  <a:lnTo>
                    <a:pt x="0" y="23944"/>
                  </a:lnTo>
                  <a:lnTo>
                    <a:pt x="0" y="1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1" name="Google Shape;1541;p17"/>
            <p:cNvSpPr/>
            <p:nvPr/>
          </p:nvSpPr>
          <p:spPr>
            <a:xfrm>
              <a:off x="841275" y="3673200"/>
              <a:ext cx="39975" cy="40550"/>
            </a:xfrm>
            <a:custGeom>
              <a:avLst/>
              <a:gdLst/>
              <a:ahLst/>
              <a:cxnLst/>
              <a:rect l="l" t="t" r="r" b="b"/>
              <a:pathLst>
                <a:path w="1599" h="1622" extrusionOk="0">
                  <a:moveTo>
                    <a:pt x="799" y="1"/>
                  </a:moveTo>
                  <a:cubicBezTo>
                    <a:pt x="343" y="1"/>
                    <a:pt x="0" y="366"/>
                    <a:pt x="0" y="800"/>
                  </a:cubicBezTo>
                  <a:cubicBezTo>
                    <a:pt x="0" y="1256"/>
                    <a:pt x="343" y="1621"/>
                    <a:pt x="799" y="1621"/>
                  </a:cubicBezTo>
                  <a:cubicBezTo>
                    <a:pt x="1233" y="1621"/>
                    <a:pt x="1598" y="1256"/>
                    <a:pt x="1598" y="800"/>
                  </a:cubicBezTo>
                  <a:cubicBezTo>
                    <a:pt x="1598" y="366"/>
                    <a:pt x="1233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542" name="Google Shape;1542;p17"/>
          <p:cNvSpPr txBox="1">
            <a:spLocks noGrp="1"/>
          </p:cNvSpPr>
          <p:nvPr>
            <p:ph type="title"/>
          </p:nvPr>
        </p:nvSpPr>
        <p:spPr>
          <a:xfrm>
            <a:off x="960167" y="2186600"/>
            <a:ext cx="4334000" cy="67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543" name="Google Shape;1543;p17"/>
          <p:cNvSpPr txBox="1">
            <a:spLocks noGrp="1"/>
          </p:cNvSpPr>
          <p:nvPr>
            <p:ph type="subTitle" idx="1"/>
          </p:nvPr>
        </p:nvSpPr>
        <p:spPr>
          <a:xfrm>
            <a:off x="1181600" y="3647833"/>
            <a:ext cx="4112400" cy="188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9249905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One Columns 1">
  <p:cSld name="Title and One Columns 1"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5" name="Google Shape;1545;p18"/>
          <p:cNvGrpSpPr/>
          <p:nvPr/>
        </p:nvGrpSpPr>
        <p:grpSpPr>
          <a:xfrm flipH="1">
            <a:off x="1819533" y="-715720"/>
            <a:ext cx="11170635" cy="2152957"/>
            <a:chOff x="-566246" y="-831315"/>
            <a:chExt cx="8377976" cy="1614718"/>
          </a:xfrm>
        </p:grpSpPr>
        <p:sp>
          <p:nvSpPr>
            <p:cNvPr id="1546" name="Google Shape;1546;p18"/>
            <p:cNvSpPr/>
            <p:nvPr/>
          </p:nvSpPr>
          <p:spPr>
            <a:xfrm rot="10800000">
              <a:off x="-178627" y="-831315"/>
              <a:ext cx="5711267" cy="1569921"/>
            </a:xfrm>
            <a:custGeom>
              <a:avLst/>
              <a:gdLst/>
              <a:ahLst/>
              <a:cxnLst/>
              <a:rect l="l" t="t" r="r" b="b"/>
              <a:pathLst>
                <a:path w="187670" h="51587" extrusionOk="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7" name="Google Shape;1547;p18"/>
            <p:cNvSpPr/>
            <p:nvPr/>
          </p:nvSpPr>
          <p:spPr>
            <a:xfrm rot="10800000">
              <a:off x="2097663" y="-149871"/>
              <a:ext cx="3817027" cy="933273"/>
            </a:xfrm>
            <a:custGeom>
              <a:avLst/>
              <a:gdLst/>
              <a:ahLst/>
              <a:cxnLst/>
              <a:rect l="l" t="t" r="r" b="b"/>
              <a:pathLst>
                <a:path w="125426" h="30667" extrusionOk="0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8" name="Google Shape;1548;p18"/>
            <p:cNvSpPr/>
            <p:nvPr/>
          </p:nvSpPr>
          <p:spPr>
            <a:xfrm rot="10800000">
              <a:off x="5347154" y="-352704"/>
              <a:ext cx="2464576" cy="481412"/>
            </a:xfrm>
            <a:custGeom>
              <a:avLst/>
              <a:gdLst/>
              <a:ahLst/>
              <a:cxnLst/>
              <a:rect l="l" t="t" r="r" b="b"/>
              <a:pathLst>
                <a:path w="80985" h="15819" extrusionOk="0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9" name="Google Shape;1549;p18"/>
            <p:cNvSpPr/>
            <p:nvPr/>
          </p:nvSpPr>
          <p:spPr>
            <a:xfrm rot="10800000">
              <a:off x="5904951" y="-196402"/>
              <a:ext cx="115339" cy="115339"/>
            </a:xfrm>
            <a:custGeom>
              <a:avLst/>
              <a:gdLst/>
              <a:ahLst/>
              <a:cxnLst/>
              <a:rect l="l" t="t" r="r" b="b"/>
              <a:pathLst>
                <a:path w="3790" h="3790" extrusionOk="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0" name="Google Shape;1550;p18"/>
            <p:cNvSpPr/>
            <p:nvPr/>
          </p:nvSpPr>
          <p:spPr>
            <a:xfrm rot="10800000">
              <a:off x="5926467" y="-174886"/>
              <a:ext cx="72977" cy="72977"/>
            </a:xfrm>
            <a:custGeom>
              <a:avLst/>
              <a:gdLst/>
              <a:ahLst/>
              <a:cxnLst/>
              <a:rect l="l" t="t" r="r" b="b"/>
              <a:pathLst>
                <a:path w="2398" h="2398" extrusionOk="0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1" name="Google Shape;1551;p18"/>
            <p:cNvSpPr/>
            <p:nvPr/>
          </p:nvSpPr>
          <p:spPr>
            <a:xfrm rot="10800000">
              <a:off x="1516950" y="116870"/>
              <a:ext cx="3646848" cy="11838"/>
            </a:xfrm>
            <a:custGeom>
              <a:avLst/>
              <a:gdLst/>
              <a:ahLst/>
              <a:cxnLst/>
              <a:rect l="l" t="t" r="r" b="b"/>
              <a:pathLst>
                <a:path w="119834" h="389" extrusionOk="0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2" name="Google Shape;1552;p18"/>
            <p:cNvSpPr/>
            <p:nvPr/>
          </p:nvSpPr>
          <p:spPr>
            <a:xfrm rot="10800000">
              <a:off x="5146391" y="78677"/>
              <a:ext cx="88954" cy="88924"/>
            </a:xfrm>
            <a:custGeom>
              <a:avLst/>
              <a:gdLst/>
              <a:ahLst/>
              <a:cxnLst/>
              <a:rect l="l" t="t" r="r" b="b"/>
              <a:pathLst>
                <a:path w="2923" h="2922" extrusionOk="0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3" name="Google Shape;1553;p18"/>
            <p:cNvSpPr/>
            <p:nvPr/>
          </p:nvSpPr>
          <p:spPr>
            <a:xfrm rot="10800000">
              <a:off x="1478757" y="78677"/>
              <a:ext cx="88924" cy="88924"/>
            </a:xfrm>
            <a:custGeom>
              <a:avLst/>
              <a:gdLst/>
              <a:ahLst/>
              <a:cxnLst/>
              <a:rect l="l" t="t" r="r" b="b"/>
              <a:pathLst>
                <a:path w="2922" h="2922" extrusionOk="0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4" name="Google Shape;1554;p18"/>
            <p:cNvSpPr/>
            <p:nvPr/>
          </p:nvSpPr>
          <p:spPr>
            <a:xfrm rot="10800000">
              <a:off x="-398137" y="-606937"/>
              <a:ext cx="1361489" cy="1360302"/>
            </a:xfrm>
            <a:custGeom>
              <a:avLst/>
              <a:gdLst/>
              <a:ahLst/>
              <a:cxnLst/>
              <a:rect l="l" t="t" r="r" b="b"/>
              <a:pathLst>
                <a:path w="44738" h="44699" extrusionOk="0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5" name="Google Shape;1555;p18"/>
            <p:cNvSpPr/>
            <p:nvPr/>
          </p:nvSpPr>
          <p:spPr>
            <a:xfrm rot="10800000">
              <a:off x="-566246" y="-681953"/>
              <a:ext cx="1361520" cy="1360272"/>
            </a:xfrm>
            <a:custGeom>
              <a:avLst/>
              <a:gdLst/>
              <a:ahLst/>
              <a:cxnLst/>
              <a:rect l="l" t="t" r="r" b="b"/>
              <a:pathLst>
                <a:path w="44739" h="44698" extrusionOk="0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6" name="Google Shape;1556;p18"/>
            <p:cNvSpPr/>
            <p:nvPr/>
          </p:nvSpPr>
          <p:spPr>
            <a:xfrm rot="10800000">
              <a:off x="161730" y="401657"/>
              <a:ext cx="336918" cy="210502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7" name="Google Shape;1557;p18"/>
            <p:cNvSpPr/>
            <p:nvPr/>
          </p:nvSpPr>
          <p:spPr>
            <a:xfrm rot="10800000">
              <a:off x="414563" y="401657"/>
              <a:ext cx="336949" cy="210502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8" name="Google Shape;1558;p18"/>
            <p:cNvSpPr/>
            <p:nvPr/>
          </p:nvSpPr>
          <p:spPr>
            <a:xfrm rot="10800000">
              <a:off x="667426" y="401657"/>
              <a:ext cx="336918" cy="210502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9" name="Google Shape;1559;p18"/>
            <p:cNvSpPr/>
            <p:nvPr/>
          </p:nvSpPr>
          <p:spPr>
            <a:xfrm rot="10800000">
              <a:off x="920960" y="401657"/>
              <a:ext cx="336918" cy="210502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0" name="Google Shape;1560;p18"/>
            <p:cNvSpPr/>
            <p:nvPr/>
          </p:nvSpPr>
          <p:spPr>
            <a:xfrm rot="10800000">
              <a:off x="1173823" y="401657"/>
              <a:ext cx="336918" cy="210502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1" name="Google Shape;1561;p18"/>
            <p:cNvSpPr/>
            <p:nvPr/>
          </p:nvSpPr>
          <p:spPr>
            <a:xfrm rot="10800000">
              <a:off x="1426656" y="401657"/>
              <a:ext cx="336918" cy="210502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2" name="Google Shape;1562;p18"/>
            <p:cNvSpPr/>
            <p:nvPr/>
          </p:nvSpPr>
          <p:spPr>
            <a:xfrm rot="10800000">
              <a:off x="1679490" y="401657"/>
              <a:ext cx="336949" cy="210502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3" name="Google Shape;1563;p18"/>
            <p:cNvSpPr/>
            <p:nvPr/>
          </p:nvSpPr>
          <p:spPr>
            <a:xfrm rot="10800000">
              <a:off x="1933053" y="401657"/>
              <a:ext cx="336918" cy="210502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4" name="Google Shape;1564;p18"/>
            <p:cNvSpPr/>
            <p:nvPr/>
          </p:nvSpPr>
          <p:spPr>
            <a:xfrm rot="10800000">
              <a:off x="1858707" y="-175586"/>
              <a:ext cx="174378" cy="188986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5" name="Google Shape;1565;p18"/>
            <p:cNvSpPr/>
            <p:nvPr/>
          </p:nvSpPr>
          <p:spPr>
            <a:xfrm rot="10800000">
              <a:off x="1751736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6" name="Google Shape;1566;p18"/>
            <p:cNvSpPr/>
            <p:nvPr/>
          </p:nvSpPr>
          <p:spPr>
            <a:xfrm rot="10800000">
              <a:off x="1645466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7" name="Google Shape;1567;p18"/>
            <p:cNvSpPr/>
            <p:nvPr/>
          </p:nvSpPr>
          <p:spPr>
            <a:xfrm rot="10800000">
              <a:off x="1539196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8" name="Google Shape;1568;p18"/>
            <p:cNvSpPr/>
            <p:nvPr/>
          </p:nvSpPr>
          <p:spPr>
            <a:xfrm rot="10800000">
              <a:off x="1432895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9" name="Google Shape;1569;p18"/>
            <p:cNvSpPr/>
            <p:nvPr/>
          </p:nvSpPr>
          <p:spPr>
            <a:xfrm rot="10800000">
              <a:off x="1326625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0" name="Google Shape;1570;p18"/>
            <p:cNvSpPr/>
            <p:nvPr/>
          </p:nvSpPr>
          <p:spPr>
            <a:xfrm rot="10800000">
              <a:off x="1220355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1" name="Google Shape;1571;p18"/>
            <p:cNvSpPr/>
            <p:nvPr/>
          </p:nvSpPr>
          <p:spPr>
            <a:xfrm rot="10800000">
              <a:off x="1114084" y="-175586"/>
              <a:ext cx="174378" cy="188986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2" name="Google Shape;1572;p18"/>
            <p:cNvSpPr/>
            <p:nvPr/>
          </p:nvSpPr>
          <p:spPr>
            <a:xfrm rot="10800000">
              <a:off x="1007784" y="-175586"/>
              <a:ext cx="174378" cy="188986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3" name="Google Shape;1573;p18"/>
            <p:cNvSpPr/>
            <p:nvPr/>
          </p:nvSpPr>
          <p:spPr>
            <a:xfrm rot="10800000">
              <a:off x="900813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4" name="Google Shape;1574;p18"/>
            <p:cNvSpPr/>
            <p:nvPr/>
          </p:nvSpPr>
          <p:spPr>
            <a:xfrm rot="10800000">
              <a:off x="794543" y="-175586"/>
              <a:ext cx="175078" cy="188986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575" name="Google Shape;1575;p18"/>
          <p:cNvGrpSpPr/>
          <p:nvPr/>
        </p:nvGrpSpPr>
        <p:grpSpPr>
          <a:xfrm rot="-5400000" flipH="1">
            <a:off x="10105540" y="4428267"/>
            <a:ext cx="1306400" cy="4633533"/>
            <a:chOff x="327125" y="2375600"/>
            <a:chExt cx="979800" cy="3475150"/>
          </a:xfrm>
        </p:grpSpPr>
        <p:sp>
          <p:nvSpPr>
            <p:cNvPr id="1576" name="Google Shape;1576;p18"/>
            <p:cNvSpPr/>
            <p:nvPr/>
          </p:nvSpPr>
          <p:spPr>
            <a:xfrm>
              <a:off x="531425" y="2394425"/>
              <a:ext cx="115850" cy="3456325"/>
            </a:xfrm>
            <a:custGeom>
              <a:avLst/>
              <a:gdLst/>
              <a:ahLst/>
              <a:cxnLst/>
              <a:rect l="l" t="t" r="r" b="b"/>
              <a:pathLst>
                <a:path w="4634" h="138253" fill="none" extrusionOk="0">
                  <a:moveTo>
                    <a:pt x="3150" y="138253"/>
                  </a:moveTo>
                  <a:lnTo>
                    <a:pt x="3150" y="54872"/>
                  </a:lnTo>
                  <a:lnTo>
                    <a:pt x="0" y="51722"/>
                  </a:lnTo>
                  <a:lnTo>
                    <a:pt x="0" y="28714"/>
                  </a:lnTo>
                  <a:lnTo>
                    <a:pt x="4634" y="24058"/>
                  </a:lnTo>
                  <a:lnTo>
                    <a:pt x="4634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7" name="Google Shape;1577;p18"/>
            <p:cNvSpPr/>
            <p:nvPr/>
          </p:nvSpPr>
          <p:spPr>
            <a:xfrm>
              <a:off x="627275" y="2375600"/>
              <a:ext cx="39975" cy="39950"/>
            </a:xfrm>
            <a:custGeom>
              <a:avLst/>
              <a:gdLst/>
              <a:ahLst/>
              <a:cxnLst/>
              <a:rect l="l" t="t" r="r" b="b"/>
              <a:pathLst>
                <a:path w="1599" h="1598" extrusionOk="0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56" y="1598"/>
                    <a:pt x="1599" y="1233"/>
                    <a:pt x="1599" y="799"/>
                  </a:cubicBezTo>
                  <a:cubicBezTo>
                    <a:pt x="1599" y="365"/>
                    <a:pt x="1256" y="0"/>
                    <a:pt x="80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8" name="Google Shape;1578;p18"/>
            <p:cNvSpPr/>
            <p:nvPr/>
          </p:nvSpPr>
          <p:spPr>
            <a:xfrm>
              <a:off x="347100" y="2923975"/>
              <a:ext cx="112450" cy="2344175"/>
            </a:xfrm>
            <a:custGeom>
              <a:avLst/>
              <a:gdLst/>
              <a:ahLst/>
              <a:cxnLst/>
              <a:rect l="l" t="t" r="r" b="b"/>
              <a:pathLst>
                <a:path w="4498" h="93767" fill="none" extrusionOk="0">
                  <a:moveTo>
                    <a:pt x="4497" y="93766"/>
                  </a:moveTo>
                  <a:lnTo>
                    <a:pt x="4497" y="50855"/>
                  </a:lnTo>
                  <a:lnTo>
                    <a:pt x="1" y="46358"/>
                  </a:lnTo>
                  <a:lnTo>
                    <a:pt x="1" y="0"/>
                  </a:lnTo>
                </a:path>
              </a:pathLst>
            </a:custGeom>
            <a:solidFill>
              <a:schemeClr val="accent1"/>
            </a:solidFill>
            <a:ln w="13125" cap="flat" cmpd="sng">
              <a:solidFill>
                <a:schemeClr val="accent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9" name="Google Shape;1579;p18"/>
            <p:cNvSpPr/>
            <p:nvPr/>
          </p:nvSpPr>
          <p:spPr>
            <a:xfrm>
              <a:off x="327125" y="2904575"/>
              <a:ext cx="39975" cy="39950"/>
            </a:xfrm>
            <a:custGeom>
              <a:avLst/>
              <a:gdLst/>
              <a:ahLst/>
              <a:cxnLst/>
              <a:rect l="l" t="t" r="r" b="b"/>
              <a:pathLst>
                <a:path w="1599" h="1598" extrusionOk="0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55"/>
                    <a:pt x="366" y="1598"/>
                    <a:pt x="800" y="1598"/>
                  </a:cubicBezTo>
                  <a:cubicBezTo>
                    <a:pt x="1233" y="1598"/>
                    <a:pt x="1599" y="1255"/>
                    <a:pt x="1599" y="799"/>
                  </a:cubicBezTo>
                  <a:cubicBezTo>
                    <a:pt x="1599" y="365"/>
                    <a:pt x="1233" y="0"/>
                    <a:pt x="80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0" name="Google Shape;1580;p18"/>
            <p:cNvSpPr/>
            <p:nvPr/>
          </p:nvSpPr>
          <p:spPr>
            <a:xfrm>
              <a:off x="347100" y="2676875"/>
              <a:ext cx="192900" cy="374375"/>
            </a:xfrm>
            <a:custGeom>
              <a:avLst/>
              <a:gdLst/>
              <a:ahLst/>
              <a:cxnLst/>
              <a:rect l="l" t="t" r="r" b="b"/>
              <a:pathLst>
                <a:path w="7716" h="14975" fill="none" extrusionOk="0">
                  <a:moveTo>
                    <a:pt x="1" y="14974"/>
                  </a:moveTo>
                  <a:lnTo>
                    <a:pt x="7716" y="7259"/>
                  </a:lnTo>
                  <a:lnTo>
                    <a:pt x="7716" y="1"/>
                  </a:lnTo>
                </a:path>
              </a:pathLst>
            </a:custGeom>
            <a:solidFill>
              <a:schemeClr val="accent1"/>
            </a:solidFill>
            <a:ln w="13125" cap="flat" cmpd="sng">
              <a:solidFill>
                <a:schemeClr val="accent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1" name="Google Shape;1581;p18"/>
            <p:cNvSpPr/>
            <p:nvPr/>
          </p:nvSpPr>
          <p:spPr>
            <a:xfrm>
              <a:off x="520000" y="265805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2" name="Google Shape;1582;p18"/>
            <p:cNvSpPr/>
            <p:nvPr/>
          </p:nvSpPr>
          <p:spPr>
            <a:xfrm>
              <a:off x="347100" y="4357400"/>
              <a:ext cx="25" cy="971225"/>
            </a:xfrm>
            <a:custGeom>
              <a:avLst/>
              <a:gdLst/>
              <a:ahLst/>
              <a:cxnLst/>
              <a:rect l="l" t="t" r="r" b="b"/>
              <a:pathLst>
                <a:path w="1" h="38849" fill="none" extrusionOk="0">
                  <a:moveTo>
                    <a:pt x="1" y="38849"/>
                  </a:move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3" name="Google Shape;1583;p18"/>
            <p:cNvSpPr/>
            <p:nvPr/>
          </p:nvSpPr>
          <p:spPr>
            <a:xfrm>
              <a:off x="327125" y="433855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33" y="1599"/>
                    <a:pt x="1599" y="1234"/>
                    <a:pt x="1599" y="800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4" name="Google Shape;1584;p18"/>
            <p:cNvSpPr/>
            <p:nvPr/>
          </p:nvSpPr>
          <p:spPr>
            <a:xfrm>
              <a:off x="690625" y="3227550"/>
              <a:ext cx="172925" cy="2083400"/>
            </a:xfrm>
            <a:custGeom>
              <a:avLst/>
              <a:gdLst/>
              <a:ahLst/>
              <a:cxnLst/>
              <a:rect l="l" t="t" r="r" b="b"/>
              <a:pathLst>
                <a:path w="6917" h="83336" fill="none" extrusionOk="0">
                  <a:moveTo>
                    <a:pt x="6917" y="83335"/>
                  </a:moveTo>
                  <a:lnTo>
                    <a:pt x="0" y="76396"/>
                  </a:lnTo>
                  <a:lnTo>
                    <a:pt x="0" y="15841"/>
                  </a:lnTo>
                  <a:lnTo>
                    <a:pt x="4954" y="10865"/>
                  </a:lnTo>
                  <a:lnTo>
                    <a:pt x="4954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5" name="Google Shape;1585;p18"/>
            <p:cNvSpPr/>
            <p:nvPr/>
          </p:nvSpPr>
          <p:spPr>
            <a:xfrm>
              <a:off x="794475" y="320870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56" y="1599"/>
                    <a:pt x="1598" y="1234"/>
                    <a:pt x="1598" y="800"/>
                  </a:cubicBezTo>
                  <a:cubicBezTo>
                    <a:pt x="1598" y="343"/>
                    <a:pt x="1256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6" name="Google Shape;1586;p18"/>
            <p:cNvSpPr/>
            <p:nvPr/>
          </p:nvSpPr>
          <p:spPr>
            <a:xfrm>
              <a:off x="776800" y="3899750"/>
              <a:ext cx="25" cy="1084800"/>
            </a:xfrm>
            <a:custGeom>
              <a:avLst/>
              <a:gdLst/>
              <a:ahLst/>
              <a:cxnLst/>
              <a:rect l="l" t="t" r="r" b="b"/>
              <a:pathLst>
                <a:path w="1" h="43392" fill="none" extrusionOk="0">
                  <a:moveTo>
                    <a:pt x="0" y="43391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7" name="Google Shape;1587;p18"/>
            <p:cNvSpPr/>
            <p:nvPr/>
          </p:nvSpPr>
          <p:spPr>
            <a:xfrm>
              <a:off x="756825" y="4963400"/>
              <a:ext cx="40525" cy="39975"/>
            </a:xfrm>
            <a:custGeom>
              <a:avLst/>
              <a:gdLst/>
              <a:ahLst/>
              <a:cxnLst/>
              <a:rect l="l" t="t" r="r" b="b"/>
              <a:pathLst>
                <a:path w="1621" h="1599" extrusionOk="0">
                  <a:moveTo>
                    <a:pt x="799" y="1"/>
                  </a:moveTo>
                  <a:cubicBezTo>
                    <a:pt x="365" y="1"/>
                    <a:pt x="0" y="366"/>
                    <a:pt x="0" y="800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800"/>
                  </a:cubicBezTo>
                  <a:cubicBezTo>
                    <a:pt x="1621" y="366"/>
                    <a:pt x="1256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8" name="Google Shape;1588;p18"/>
            <p:cNvSpPr/>
            <p:nvPr/>
          </p:nvSpPr>
          <p:spPr>
            <a:xfrm>
              <a:off x="756825" y="3880925"/>
              <a:ext cx="40525" cy="39950"/>
            </a:xfrm>
            <a:custGeom>
              <a:avLst/>
              <a:gdLst/>
              <a:ahLst/>
              <a:cxnLst/>
              <a:rect l="l" t="t" r="r" b="b"/>
              <a:pathLst>
                <a:path w="1621" h="1598" extrusionOk="0">
                  <a:moveTo>
                    <a:pt x="799" y="0"/>
                  </a:moveTo>
                  <a:cubicBezTo>
                    <a:pt x="365" y="0"/>
                    <a:pt x="0" y="342"/>
                    <a:pt x="0" y="799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799"/>
                  </a:cubicBezTo>
                  <a:cubicBezTo>
                    <a:pt x="1621" y="342"/>
                    <a:pt x="1256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9" name="Google Shape;1589;p18"/>
            <p:cNvSpPr/>
            <p:nvPr/>
          </p:nvSpPr>
          <p:spPr>
            <a:xfrm>
              <a:off x="861250" y="3692600"/>
              <a:ext cx="445675" cy="1618350"/>
            </a:xfrm>
            <a:custGeom>
              <a:avLst/>
              <a:gdLst/>
              <a:ahLst/>
              <a:cxnLst/>
              <a:rect l="l" t="t" r="r" b="b"/>
              <a:pathLst>
                <a:path w="17827" h="64734" fill="none" extrusionOk="0">
                  <a:moveTo>
                    <a:pt x="17827" y="64733"/>
                  </a:moveTo>
                  <a:lnTo>
                    <a:pt x="4314" y="51221"/>
                  </a:lnTo>
                  <a:lnTo>
                    <a:pt x="4314" y="28258"/>
                  </a:lnTo>
                  <a:lnTo>
                    <a:pt x="0" y="23944"/>
                  </a:lnTo>
                  <a:lnTo>
                    <a:pt x="0" y="1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0" name="Google Shape;1590;p18"/>
            <p:cNvSpPr/>
            <p:nvPr/>
          </p:nvSpPr>
          <p:spPr>
            <a:xfrm>
              <a:off x="841275" y="3673200"/>
              <a:ext cx="39975" cy="40550"/>
            </a:xfrm>
            <a:custGeom>
              <a:avLst/>
              <a:gdLst/>
              <a:ahLst/>
              <a:cxnLst/>
              <a:rect l="l" t="t" r="r" b="b"/>
              <a:pathLst>
                <a:path w="1599" h="1622" extrusionOk="0">
                  <a:moveTo>
                    <a:pt x="799" y="1"/>
                  </a:moveTo>
                  <a:cubicBezTo>
                    <a:pt x="343" y="1"/>
                    <a:pt x="0" y="366"/>
                    <a:pt x="0" y="800"/>
                  </a:cubicBezTo>
                  <a:cubicBezTo>
                    <a:pt x="0" y="1256"/>
                    <a:pt x="343" y="1621"/>
                    <a:pt x="799" y="1621"/>
                  </a:cubicBezTo>
                  <a:cubicBezTo>
                    <a:pt x="1233" y="1621"/>
                    <a:pt x="1598" y="1256"/>
                    <a:pt x="1598" y="800"/>
                  </a:cubicBezTo>
                  <a:cubicBezTo>
                    <a:pt x="1598" y="366"/>
                    <a:pt x="1233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591" name="Google Shape;1591;p18"/>
          <p:cNvSpPr txBox="1">
            <a:spLocks noGrp="1"/>
          </p:cNvSpPr>
          <p:nvPr>
            <p:ph type="title"/>
          </p:nvPr>
        </p:nvSpPr>
        <p:spPr>
          <a:xfrm>
            <a:off x="6898000" y="2186600"/>
            <a:ext cx="4334000" cy="67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592" name="Google Shape;1592;p18"/>
          <p:cNvSpPr txBox="1">
            <a:spLocks noGrp="1"/>
          </p:cNvSpPr>
          <p:nvPr>
            <p:ph type="subTitle" idx="1"/>
          </p:nvPr>
        </p:nvSpPr>
        <p:spPr>
          <a:xfrm>
            <a:off x="6897833" y="3429000"/>
            <a:ext cx="4334000" cy="200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18661080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4" name="Google Shape;1594;p19"/>
          <p:cNvGrpSpPr/>
          <p:nvPr/>
        </p:nvGrpSpPr>
        <p:grpSpPr>
          <a:xfrm flipH="1">
            <a:off x="-493553" y="-3311315"/>
            <a:ext cx="10512292" cy="4578360"/>
            <a:chOff x="24125" y="294775"/>
            <a:chExt cx="7767703" cy="3383025"/>
          </a:xfrm>
        </p:grpSpPr>
        <p:sp>
          <p:nvSpPr>
            <p:cNvPr id="1595" name="Google Shape;1595;p19"/>
            <p:cNvSpPr/>
            <p:nvPr/>
          </p:nvSpPr>
          <p:spPr>
            <a:xfrm>
              <a:off x="1686375" y="607200"/>
              <a:ext cx="142125" cy="129550"/>
            </a:xfrm>
            <a:custGeom>
              <a:avLst/>
              <a:gdLst/>
              <a:ahLst/>
              <a:cxnLst/>
              <a:rect l="l" t="t" r="r" b="b"/>
              <a:pathLst>
                <a:path w="5685" h="5182" extrusionOk="0">
                  <a:moveTo>
                    <a:pt x="2834" y="1"/>
                  </a:moveTo>
                  <a:cubicBezTo>
                    <a:pt x="2169" y="1"/>
                    <a:pt x="1507" y="252"/>
                    <a:pt x="1005" y="754"/>
                  </a:cubicBezTo>
                  <a:cubicBezTo>
                    <a:pt x="1" y="1781"/>
                    <a:pt x="1" y="3402"/>
                    <a:pt x="1005" y="4429"/>
                  </a:cubicBezTo>
                  <a:cubicBezTo>
                    <a:pt x="1507" y="4931"/>
                    <a:pt x="2169" y="5182"/>
                    <a:pt x="2834" y="5182"/>
                  </a:cubicBezTo>
                  <a:cubicBezTo>
                    <a:pt x="3499" y="5182"/>
                    <a:pt x="4166" y="4931"/>
                    <a:pt x="4680" y="4429"/>
                  </a:cubicBezTo>
                  <a:cubicBezTo>
                    <a:pt x="5684" y="3402"/>
                    <a:pt x="5684" y="1781"/>
                    <a:pt x="4680" y="754"/>
                  </a:cubicBezTo>
                  <a:cubicBezTo>
                    <a:pt x="4166" y="252"/>
                    <a:pt x="3499" y="1"/>
                    <a:pt x="28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6" name="Google Shape;1596;p19"/>
            <p:cNvSpPr/>
            <p:nvPr/>
          </p:nvSpPr>
          <p:spPr>
            <a:xfrm>
              <a:off x="6609800" y="3191600"/>
              <a:ext cx="148950" cy="93025"/>
            </a:xfrm>
            <a:custGeom>
              <a:avLst/>
              <a:gdLst/>
              <a:ahLst/>
              <a:cxnLst/>
              <a:rect l="l" t="t" r="r" b="b"/>
              <a:pathLst>
                <a:path w="5958" h="3721" extrusionOk="0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7" name="Google Shape;1597;p19"/>
            <p:cNvSpPr/>
            <p:nvPr/>
          </p:nvSpPr>
          <p:spPr>
            <a:xfrm>
              <a:off x="6721650" y="3191600"/>
              <a:ext cx="149525" cy="93025"/>
            </a:xfrm>
            <a:custGeom>
              <a:avLst/>
              <a:gdLst/>
              <a:ahLst/>
              <a:cxnLst/>
              <a:rect l="l" t="t" r="r" b="b"/>
              <a:pathLst>
                <a:path w="5981" h="3721" extrusionOk="0">
                  <a:moveTo>
                    <a:pt x="0" y="0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8" name="Google Shape;1598;p19"/>
            <p:cNvSpPr/>
            <p:nvPr/>
          </p:nvSpPr>
          <p:spPr>
            <a:xfrm>
              <a:off x="6834050" y="3191600"/>
              <a:ext cx="148975" cy="93025"/>
            </a:xfrm>
            <a:custGeom>
              <a:avLst/>
              <a:gdLst/>
              <a:ahLst/>
              <a:cxnLst/>
              <a:rect l="l" t="t" r="r" b="b"/>
              <a:pathLst>
                <a:path w="5959" h="3721" extrusionOk="0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9" name="Google Shape;1599;p19"/>
            <p:cNvSpPr/>
            <p:nvPr/>
          </p:nvSpPr>
          <p:spPr>
            <a:xfrm>
              <a:off x="6945900" y="3191600"/>
              <a:ext cx="148950" cy="93025"/>
            </a:xfrm>
            <a:custGeom>
              <a:avLst/>
              <a:gdLst/>
              <a:ahLst/>
              <a:cxnLst/>
              <a:rect l="l" t="t" r="r" b="b"/>
              <a:pathLst>
                <a:path w="5958" h="3721" extrusionOk="0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0" name="Google Shape;1600;p19"/>
            <p:cNvSpPr/>
            <p:nvPr/>
          </p:nvSpPr>
          <p:spPr>
            <a:xfrm>
              <a:off x="7057750" y="3191600"/>
              <a:ext cx="149525" cy="93025"/>
            </a:xfrm>
            <a:custGeom>
              <a:avLst/>
              <a:gdLst/>
              <a:ahLst/>
              <a:cxnLst/>
              <a:rect l="l" t="t" r="r" b="b"/>
              <a:pathLst>
                <a:path w="5981" h="3721" extrusionOk="0">
                  <a:moveTo>
                    <a:pt x="0" y="0"/>
                  </a:moveTo>
                  <a:lnTo>
                    <a:pt x="3607" y="3721"/>
                  </a:lnTo>
                  <a:lnTo>
                    <a:pt x="5980" y="3721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1" name="Google Shape;1601;p19"/>
            <p:cNvSpPr/>
            <p:nvPr/>
          </p:nvSpPr>
          <p:spPr>
            <a:xfrm>
              <a:off x="7170150" y="3191600"/>
              <a:ext cx="148975" cy="93025"/>
            </a:xfrm>
            <a:custGeom>
              <a:avLst/>
              <a:gdLst/>
              <a:ahLst/>
              <a:cxnLst/>
              <a:rect l="l" t="t" r="r" b="b"/>
              <a:pathLst>
                <a:path w="5959" h="3721" extrusionOk="0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2" name="Google Shape;1602;p19"/>
            <p:cNvSpPr/>
            <p:nvPr/>
          </p:nvSpPr>
          <p:spPr>
            <a:xfrm>
              <a:off x="7282000" y="3191600"/>
              <a:ext cx="149525" cy="93025"/>
            </a:xfrm>
            <a:custGeom>
              <a:avLst/>
              <a:gdLst/>
              <a:ahLst/>
              <a:cxnLst/>
              <a:rect l="l" t="t" r="r" b="b"/>
              <a:pathLst>
                <a:path w="5981" h="3721" extrusionOk="0">
                  <a:moveTo>
                    <a:pt x="1" y="0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3" name="Google Shape;1603;p19"/>
            <p:cNvSpPr/>
            <p:nvPr/>
          </p:nvSpPr>
          <p:spPr>
            <a:xfrm>
              <a:off x="2406525" y="1218350"/>
              <a:ext cx="5385303" cy="1110475"/>
            </a:xfrm>
            <a:custGeom>
              <a:avLst/>
              <a:gdLst/>
              <a:ahLst/>
              <a:cxnLst/>
              <a:rect l="l" t="t" r="r" b="b"/>
              <a:pathLst>
                <a:path w="206136" h="44419" extrusionOk="0">
                  <a:moveTo>
                    <a:pt x="183" y="0"/>
                  </a:moveTo>
                  <a:cubicBezTo>
                    <a:pt x="91" y="0"/>
                    <a:pt x="0" y="92"/>
                    <a:pt x="0" y="206"/>
                  </a:cubicBezTo>
                  <a:cubicBezTo>
                    <a:pt x="0" y="297"/>
                    <a:pt x="91" y="388"/>
                    <a:pt x="183" y="388"/>
                  </a:cubicBezTo>
                  <a:lnTo>
                    <a:pt x="31887" y="388"/>
                  </a:lnTo>
                  <a:lnTo>
                    <a:pt x="54507" y="23031"/>
                  </a:lnTo>
                  <a:lnTo>
                    <a:pt x="101870" y="23031"/>
                  </a:lnTo>
                  <a:lnTo>
                    <a:pt x="123257" y="44418"/>
                  </a:lnTo>
                  <a:lnTo>
                    <a:pt x="205930" y="44418"/>
                  </a:lnTo>
                  <a:cubicBezTo>
                    <a:pt x="206044" y="44418"/>
                    <a:pt x="206136" y="44327"/>
                    <a:pt x="206136" y="44213"/>
                  </a:cubicBezTo>
                  <a:cubicBezTo>
                    <a:pt x="206136" y="44122"/>
                    <a:pt x="206044" y="44030"/>
                    <a:pt x="205930" y="44030"/>
                  </a:cubicBezTo>
                  <a:lnTo>
                    <a:pt x="123417" y="44030"/>
                  </a:lnTo>
                  <a:lnTo>
                    <a:pt x="102029" y="22643"/>
                  </a:lnTo>
                  <a:lnTo>
                    <a:pt x="54667" y="22643"/>
                  </a:lnTo>
                  <a:lnTo>
                    <a:pt x="320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4" name="Google Shape;1604;p19"/>
            <p:cNvSpPr/>
            <p:nvPr/>
          </p:nvSpPr>
          <p:spPr>
            <a:xfrm>
              <a:off x="987925" y="355975"/>
              <a:ext cx="6210225" cy="1468400"/>
            </a:xfrm>
            <a:custGeom>
              <a:avLst/>
              <a:gdLst/>
              <a:ahLst/>
              <a:cxnLst/>
              <a:rect l="l" t="t" r="r" b="b"/>
              <a:pathLst>
                <a:path w="248409" h="58736" extrusionOk="0">
                  <a:moveTo>
                    <a:pt x="248203" y="1"/>
                  </a:moveTo>
                  <a:cubicBezTo>
                    <a:pt x="248151" y="1"/>
                    <a:pt x="248100" y="18"/>
                    <a:pt x="248066" y="52"/>
                  </a:cubicBezTo>
                  <a:lnTo>
                    <a:pt x="196663" y="51455"/>
                  </a:lnTo>
                  <a:lnTo>
                    <a:pt x="175778" y="51455"/>
                  </a:lnTo>
                  <a:lnTo>
                    <a:pt x="155760" y="31460"/>
                  </a:lnTo>
                  <a:lnTo>
                    <a:pt x="121112" y="31460"/>
                  </a:lnTo>
                  <a:lnTo>
                    <a:pt x="94200" y="58371"/>
                  </a:lnTo>
                  <a:lnTo>
                    <a:pt x="183" y="58371"/>
                  </a:lnTo>
                  <a:cubicBezTo>
                    <a:pt x="92" y="58371"/>
                    <a:pt x="0" y="58439"/>
                    <a:pt x="0" y="58553"/>
                  </a:cubicBezTo>
                  <a:cubicBezTo>
                    <a:pt x="0" y="58645"/>
                    <a:pt x="92" y="58736"/>
                    <a:pt x="183" y="58736"/>
                  </a:cubicBezTo>
                  <a:lnTo>
                    <a:pt x="94360" y="58736"/>
                  </a:lnTo>
                  <a:lnTo>
                    <a:pt x="121248" y="31848"/>
                  </a:lnTo>
                  <a:lnTo>
                    <a:pt x="155623" y="31848"/>
                  </a:lnTo>
                  <a:lnTo>
                    <a:pt x="175618" y="51843"/>
                  </a:lnTo>
                  <a:lnTo>
                    <a:pt x="196823" y="51843"/>
                  </a:lnTo>
                  <a:lnTo>
                    <a:pt x="248340" y="326"/>
                  </a:lnTo>
                  <a:cubicBezTo>
                    <a:pt x="248408" y="235"/>
                    <a:pt x="248408" y="121"/>
                    <a:pt x="248340" y="52"/>
                  </a:cubicBezTo>
                  <a:cubicBezTo>
                    <a:pt x="248306" y="18"/>
                    <a:pt x="248254" y="1"/>
                    <a:pt x="2482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5" name="Google Shape;1605;p19"/>
            <p:cNvSpPr/>
            <p:nvPr/>
          </p:nvSpPr>
          <p:spPr>
            <a:xfrm>
              <a:off x="1265250" y="1389550"/>
              <a:ext cx="6299250" cy="1955000"/>
            </a:xfrm>
            <a:custGeom>
              <a:avLst/>
              <a:gdLst/>
              <a:ahLst/>
              <a:cxnLst/>
              <a:rect l="l" t="t" r="r" b="b"/>
              <a:pathLst>
                <a:path w="251970" h="78200" extrusionOk="0">
                  <a:moveTo>
                    <a:pt x="389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3"/>
                    <a:pt x="160" y="776"/>
                    <a:pt x="389" y="776"/>
                  </a:cubicBezTo>
                  <a:lnTo>
                    <a:pt x="66217" y="776"/>
                  </a:lnTo>
                  <a:lnTo>
                    <a:pt x="89179" y="23738"/>
                  </a:lnTo>
                  <a:lnTo>
                    <a:pt x="125197" y="23738"/>
                  </a:lnTo>
                  <a:lnTo>
                    <a:pt x="179659" y="78199"/>
                  </a:lnTo>
                  <a:lnTo>
                    <a:pt x="251581" y="78199"/>
                  </a:lnTo>
                  <a:cubicBezTo>
                    <a:pt x="251787" y="78199"/>
                    <a:pt x="251969" y="78040"/>
                    <a:pt x="251969" y="77834"/>
                  </a:cubicBezTo>
                  <a:cubicBezTo>
                    <a:pt x="251969" y="77606"/>
                    <a:pt x="251787" y="77446"/>
                    <a:pt x="251581" y="77446"/>
                  </a:cubicBezTo>
                  <a:lnTo>
                    <a:pt x="179978" y="77446"/>
                  </a:lnTo>
                  <a:lnTo>
                    <a:pt x="125517" y="22962"/>
                  </a:lnTo>
                  <a:lnTo>
                    <a:pt x="89499" y="22962"/>
                  </a:lnTo>
                  <a:lnTo>
                    <a:pt x="665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6" name="Google Shape;1606;p19"/>
            <p:cNvSpPr/>
            <p:nvPr/>
          </p:nvSpPr>
          <p:spPr>
            <a:xfrm>
              <a:off x="1631600" y="1974425"/>
              <a:ext cx="6160000" cy="1095650"/>
            </a:xfrm>
            <a:custGeom>
              <a:avLst/>
              <a:gdLst/>
              <a:ahLst/>
              <a:cxnLst/>
              <a:rect l="l" t="t" r="r" b="b"/>
              <a:pathLst>
                <a:path w="246400" h="43826" extrusionOk="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8"/>
                    <a:pt x="69" y="389"/>
                    <a:pt x="183" y="389"/>
                  </a:cubicBezTo>
                  <a:lnTo>
                    <a:pt x="61286" y="389"/>
                  </a:lnTo>
                  <a:lnTo>
                    <a:pt x="104723" y="43825"/>
                  </a:lnTo>
                  <a:lnTo>
                    <a:pt x="165210" y="43825"/>
                  </a:lnTo>
                  <a:lnTo>
                    <a:pt x="207414" y="1599"/>
                  </a:lnTo>
                  <a:lnTo>
                    <a:pt x="246217" y="1599"/>
                  </a:lnTo>
                  <a:cubicBezTo>
                    <a:pt x="246308" y="1599"/>
                    <a:pt x="246400" y="1507"/>
                    <a:pt x="246400" y="1416"/>
                  </a:cubicBezTo>
                  <a:cubicBezTo>
                    <a:pt x="246400" y="1302"/>
                    <a:pt x="246308" y="1233"/>
                    <a:pt x="246217" y="1233"/>
                  </a:cubicBezTo>
                  <a:lnTo>
                    <a:pt x="207254" y="1233"/>
                  </a:lnTo>
                  <a:lnTo>
                    <a:pt x="165050" y="43437"/>
                  </a:lnTo>
                  <a:lnTo>
                    <a:pt x="104883" y="43437"/>
                  </a:lnTo>
                  <a:lnTo>
                    <a:pt x="614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7" name="Google Shape;1607;p19"/>
            <p:cNvSpPr/>
            <p:nvPr/>
          </p:nvSpPr>
          <p:spPr>
            <a:xfrm>
              <a:off x="1978550" y="331575"/>
              <a:ext cx="4691750" cy="1289675"/>
            </a:xfrm>
            <a:custGeom>
              <a:avLst/>
              <a:gdLst/>
              <a:ahLst/>
              <a:cxnLst/>
              <a:rect l="l" t="t" r="r" b="b"/>
              <a:pathLst>
                <a:path w="187670" h="51587" extrusionOk="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8" name="Google Shape;1608;p19"/>
            <p:cNvSpPr/>
            <p:nvPr/>
          </p:nvSpPr>
          <p:spPr>
            <a:xfrm>
              <a:off x="937150" y="2104550"/>
              <a:ext cx="6622775" cy="1510475"/>
            </a:xfrm>
            <a:custGeom>
              <a:avLst/>
              <a:gdLst/>
              <a:ahLst/>
              <a:cxnLst/>
              <a:rect l="l" t="t" r="r" b="b"/>
              <a:pathLst>
                <a:path w="264911" h="60419" extrusionOk="0">
                  <a:moveTo>
                    <a:pt x="183" y="0"/>
                  </a:moveTo>
                  <a:cubicBezTo>
                    <a:pt x="91" y="0"/>
                    <a:pt x="0" y="69"/>
                    <a:pt x="0" y="183"/>
                  </a:cubicBezTo>
                  <a:cubicBezTo>
                    <a:pt x="0" y="297"/>
                    <a:pt x="91" y="365"/>
                    <a:pt x="183" y="365"/>
                  </a:cubicBezTo>
                  <a:lnTo>
                    <a:pt x="57177" y="365"/>
                  </a:lnTo>
                  <a:lnTo>
                    <a:pt x="70941" y="14129"/>
                  </a:lnTo>
                  <a:lnTo>
                    <a:pt x="129214" y="14129"/>
                  </a:lnTo>
                  <a:lnTo>
                    <a:pt x="175504" y="60419"/>
                  </a:lnTo>
                  <a:lnTo>
                    <a:pt x="203419" y="60419"/>
                  </a:lnTo>
                  <a:lnTo>
                    <a:pt x="232316" y="31499"/>
                  </a:lnTo>
                  <a:lnTo>
                    <a:pt x="264705" y="31499"/>
                  </a:lnTo>
                  <a:cubicBezTo>
                    <a:pt x="264819" y="31499"/>
                    <a:pt x="264911" y="31430"/>
                    <a:pt x="264911" y="31316"/>
                  </a:cubicBezTo>
                  <a:cubicBezTo>
                    <a:pt x="264911" y="31225"/>
                    <a:pt x="264819" y="31134"/>
                    <a:pt x="264705" y="31134"/>
                  </a:cubicBezTo>
                  <a:lnTo>
                    <a:pt x="232156" y="31134"/>
                  </a:lnTo>
                  <a:lnTo>
                    <a:pt x="203259" y="60031"/>
                  </a:lnTo>
                  <a:lnTo>
                    <a:pt x="175664" y="60031"/>
                  </a:lnTo>
                  <a:lnTo>
                    <a:pt x="129374" y="13764"/>
                  </a:lnTo>
                  <a:lnTo>
                    <a:pt x="71101" y="13764"/>
                  </a:lnTo>
                  <a:lnTo>
                    <a:pt x="5733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9" name="Google Shape;1609;p19"/>
            <p:cNvSpPr/>
            <p:nvPr/>
          </p:nvSpPr>
          <p:spPr>
            <a:xfrm>
              <a:off x="1664700" y="294775"/>
              <a:ext cx="3135650" cy="766675"/>
            </a:xfrm>
            <a:custGeom>
              <a:avLst/>
              <a:gdLst/>
              <a:ahLst/>
              <a:cxnLst/>
              <a:rect l="l" t="t" r="r" b="b"/>
              <a:pathLst>
                <a:path w="125426" h="30667" extrusionOk="0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0" name="Google Shape;1610;p19"/>
            <p:cNvSpPr/>
            <p:nvPr/>
          </p:nvSpPr>
          <p:spPr>
            <a:xfrm>
              <a:off x="100600" y="2193550"/>
              <a:ext cx="3410675" cy="530725"/>
            </a:xfrm>
            <a:custGeom>
              <a:avLst/>
              <a:gdLst/>
              <a:ahLst/>
              <a:cxnLst/>
              <a:rect l="l" t="t" r="r" b="b"/>
              <a:pathLst>
                <a:path w="136427" h="21229" extrusionOk="0">
                  <a:moveTo>
                    <a:pt x="20748" y="1"/>
                  </a:moveTo>
                  <a:lnTo>
                    <a:pt x="160" y="20589"/>
                  </a:lnTo>
                  <a:cubicBezTo>
                    <a:pt x="0" y="20726"/>
                    <a:pt x="0" y="20977"/>
                    <a:pt x="160" y="21114"/>
                  </a:cubicBezTo>
                  <a:cubicBezTo>
                    <a:pt x="228" y="21205"/>
                    <a:pt x="342" y="21228"/>
                    <a:pt x="434" y="21228"/>
                  </a:cubicBezTo>
                  <a:cubicBezTo>
                    <a:pt x="525" y="21228"/>
                    <a:pt x="616" y="21205"/>
                    <a:pt x="708" y="21114"/>
                  </a:cubicBezTo>
                  <a:lnTo>
                    <a:pt x="21045" y="777"/>
                  </a:lnTo>
                  <a:lnTo>
                    <a:pt x="85390" y="777"/>
                  </a:lnTo>
                  <a:lnTo>
                    <a:pt x="103307" y="18672"/>
                  </a:lnTo>
                  <a:lnTo>
                    <a:pt x="136039" y="18672"/>
                  </a:lnTo>
                  <a:cubicBezTo>
                    <a:pt x="136267" y="18672"/>
                    <a:pt x="136427" y="18512"/>
                    <a:pt x="136427" y="18307"/>
                  </a:cubicBezTo>
                  <a:cubicBezTo>
                    <a:pt x="136427" y="18078"/>
                    <a:pt x="136267" y="17919"/>
                    <a:pt x="136039" y="17919"/>
                  </a:cubicBezTo>
                  <a:lnTo>
                    <a:pt x="103627" y="17919"/>
                  </a:lnTo>
                  <a:lnTo>
                    <a:pt x="857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1" name="Google Shape;1611;p19"/>
            <p:cNvSpPr/>
            <p:nvPr/>
          </p:nvSpPr>
          <p:spPr>
            <a:xfrm>
              <a:off x="106300" y="832600"/>
              <a:ext cx="2024625" cy="395475"/>
            </a:xfrm>
            <a:custGeom>
              <a:avLst/>
              <a:gdLst/>
              <a:ahLst/>
              <a:cxnLst/>
              <a:rect l="l" t="t" r="r" b="b"/>
              <a:pathLst>
                <a:path w="80985" h="15819" extrusionOk="0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2" name="Google Shape;1612;p19"/>
            <p:cNvSpPr/>
            <p:nvPr/>
          </p:nvSpPr>
          <p:spPr>
            <a:xfrm>
              <a:off x="24125" y="1108225"/>
              <a:ext cx="1654850" cy="513025"/>
            </a:xfrm>
            <a:custGeom>
              <a:avLst/>
              <a:gdLst/>
              <a:ahLst/>
              <a:cxnLst/>
              <a:rect l="l" t="t" r="r" b="b"/>
              <a:pathLst>
                <a:path w="66194" h="20521" extrusionOk="0">
                  <a:moveTo>
                    <a:pt x="183" y="0"/>
                  </a:moveTo>
                  <a:cubicBezTo>
                    <a:pt x="92" y="0"/>
                    <a:pt x="1" y="91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5245" y="388"/>
                  </a:lnTo>
                  <a:lnTo>
                    <a:pt x="45377" y="20520"/>
                  </a:lnTo>
                  <a:lnTo>
                    <a:pt x="66011" y="20520"/>
                  </a:lnTo>
                  <a:cubicBezTo>
                    <a:pt x="66103" y="20520"/>
                    <a:pt x="66194" y="20429"/>
                    <a:pt x="66194" y="20337"/>
                  </a:cubicBezTo>
                  <a:cubicBezTo>
                    <a:pt x="66194" y="20223"/>
                    <a:pt x="66103" y="20132"/>
                    <a:pt x="66011" y="20132"/>
                  </a:cubicBezTo>
                  <a:lnTo>
                    <a:pt x="45537" y="20132"/>
                  </a:lnTo>
                  <a:lnTo>
                    <a:pt x="25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3" name="Google Shape;1613;p19"/>
            <p:cNvSpPr/>
            <p:nvPr/>
          </p:nvSpPr>
          <p:spPr>
            <a:xfrm>
              <a:off x="24125" y="1371850"/>
              <a:ext cx="979225" cy="451975"/>
            </a:xfrm>
            <a:custGeom>
              <a:avLst/>
              <a:gdLst/>
              <a:ahLst/>
              <a:cxnLst/>
              <a:rect l="l" t="t" r="r" b="b"/>
              <a:pathLst>
                <a:path w="39169" h="18079" extrusionOk="0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4" name="Google Shape;1614;p19"/>
            <p:cNvSpPr/>
            <p:nvPr/>
          </p:nvSpPr>
          <p:spPr>
            <a:xfrm>
              <a:off x="5585500" y="1408375"/>
              <a:ext cx="1529900" cy="580350"/>
            </a:xfrm>
            <a:custGeom>
              <a:avLst/>
              <a:gdLst/>
              <a:ahLst/>
              <a:cxnLst/>
              <a:rect l="l" t="t" r="r" b="b"/>
              <a:pathLst>
                <a:path w="61196" h="23214" extrusionOk="0">
                  <a:moveTo>
                    <a:pt x="49121" y="0"/>
                  </a:moveTo>
                  <a:lnTo>
                    <a:pt x="26661" y="22460"/>
                  </a:lnTo>
                  <a:lnTo>
                    <a:pt x="389" y="22460"/>
                  </a:lnTo>
                  <a:cubicBezTo>
                    <a:pt x="161" y="22460"/>
                    <a:pt x="1" y="22620"/>
                    <a:pt x="1" y="22848"/>
                  </a:cubicBezTo>
                  <a:cubicBezTo>
                    <a:pt x="1" y="23054"/>
                    <a:pt x="161" y="23214"/>
                    <a:pt x="389" y="23214"/>
                  </a:cubicBezTo>
                  <a:lnTo>
                    <a:pt x="26980" y="23214"/>
                  </a:lnTo>
                  <a:lnTo>
                    <a:pt x="49441" y="776"/>
                  </a:lnTo>
                  <a:lnTo>
                    <a:pt x="60808" y="776"/>
                  </a:lnTo>
                  <a:cubicBezTo>
                    <a:pt x="61013" y="776"/>
                    <a:pt x="61196" y="594"/>
                    <a:pt x="61196" y="388"/>
                  </a:cubicBezTo>
                  <a:cubicBezTo>
                    <a:pt x="61196" y="183"/>
                    <a:pt x="61013" y="0"/>
                    <a:pt x="60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5" name="Google Shape;1615;p19"/>
            <p:cNvSpPr/>
            <p:nvPr/>
          </p:nvSpPr>
          <p:spPr>
            <a:xfrm>
              <a:off x="5953000" y="3543100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66"/>
                  </a:moveTo>
                  <a:cubicBezTo>
                    <a:pt x="3972" y="366"/>
                    <a:pt x="5022" y="1416"/>
                    <a:pt x="5022" y="2694"/>
                  </a:cubicBezTo>
                  <a:cubicBezTo>
                    <a:pt x="5022" y="3949"/>
                    <a:pt x="3972" y="4999"/>
                    <a:pt x="2694" y="4999"/>
                  </a:cubicBezTo>
                  <a:cubicBezTo>
                    <a:pt x="1416" y="4999"/>
                    <a:pt x="388" y="3949"/>
                    <a:pt x="388" y="2694"/>
                  </a:cubicBezTo>
                  <a:cubicBezTo>
                    <a:pt x="388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187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187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6" name="Google Shape;1616;p19"/>
            <p:cNvSpPr/>
            <p:nvPr/>
          </p:nvSpPr>
          <p:spPr>
            <a:xfrm>
              <a:off x="5976400" y="3566500"/>
              <a:ext cx="87900" cy="87325"/>
            </a:xfrm>
            <a:custGeom>
              <a:avLst/>
              <a:gdLst/>
              <a:ahLst/>
              <a:cxnLst/>
              <a:rect l="l" t="t" r="r" b="b"/>
              <a:pathLst>
                <a:path w="3516" h="3493" extrusionOk="0">
                  <a:moveTo>
                    <a:pt x="1758" y="0"/>
                  </a:moveTo>
                  <a:cubicBezTo>
                    <a:pt x="799" y="0"/>
                    <a:pt x="0" y="776"/>
                    <a:pt x="0" y="1758"/>
                  </a:cubicBezTo>
                  <a:cubicBezTo>
                    <a:pt x="0" y="2717"/>
                    <a:pt x="799" y="3493"/>
                    <a:pt x="1758" y="3493"/>
                  </a:cubicBezTo>
                  <a:cubicBezTo>
                    <a:pt x="2739" y="3493"/>
                    <a:pt x="3515" y="2717"/>
                    <a:pt x="3515" y="1758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7" name="Google Shape;1617;p19"/>
            <p:cNvSpPr/>
            <p:nvPr/>
          </p:nvSpPr>
          <p:spPr>
            <a:xfrm>
              <a:off x="5421175" y="2256325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2"/>
                    <a:pt x="3972" y="5022"/>
                    <a:pt x="2694" y="5022"/>
                  </a:cubicBezTo>
                  <a:cubicBezTo>
                    <a:pt x="1415" y="5022"/>
                    <a:pt x="365" y="3972"/>
                    <a:pt x="365" y="2694"/>
                  </a:cubicBezTo>
                  <a:cubicBezTo>
                    <a:pt x="365" y="1416"/>
                    <a:pt x="1415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8" name="Google Shape;1618;p19"/>
            <p:cNvSpPr/>
            <p:nvPr/>
          </p:nvSpPr>
          <p:spPr>
            <a:xfrm>
              <a:off x="5444575" y="2279725"/>
              <a:ext cx="87900" cy="87900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0"/>
                  </a:moveTo>
                  <a:cubicBezTo>
                    <a:pt x="776" y="0"/>
                    <a:pt x="0" y="799"/>
                    <a:pt x="0" y="1758"/>
                  </a:cubicBezTo>
                  <a:cubicBezTo>
                    <a:pt x="0" y="2739"/>
                    <a:pt x="776" y="3516"/>
                    <a:pt x="1758" y="3516"/>
                  </a:cubicBezTo>
                  <a:cubicBezTo>
                    <a:pt x="2716" y="3516"/>
                    <a:pt x="3515" y="2739"/>
                    <a:pt x="3515" y="1758"/>
                  </a:cubicBezTo>
                  <a:cubicBezTo>
                    <a:pt x="3515" y="799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9" name="Google Shape;1619;p19"/>
            <p:cNvSpPr/>
            <p:nvPr/>
          </p:nvSpPr>
          <p:spPr>
            <a:xfrm>
              <a:off x="5459400" y="1912225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0" name="Google Shape;1620;p19"/>
            <p:cNvSpPr/>
            <p:nvPr/>
          </p:nvSpPr>
          <p:spPr>
            <a:xfrm>
              <a:off x="5482800" y="1935625"/>
              <a:ext cx="87900" cy="87900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1"/>
                  </a:moveTo>
                  <a:cubicBezTo>
                    <a:pt x="799" y="1"/>
                    <a:pt x="0" y="777"/>
                    <a:pt x="0" y="1758"/>
                  </a:cubicBezTo>
                  <a:cubicBezTo>
                    <a:pt x="0" y="2717"/>
                    <a:pt x="799" y="3516"/>
                    <a:pt x="1758" y="3516"/>
                  </a:cubicBezTo>
                  <a:cubicBezTo>
                    <a:pt x="2739" y="3516"/>
                    <a:pt x="3515" y="2717"/>
                    <a:pt x="3515" y="1758"/>
                  </a:cubicBezTo>
                  <a:cubicBezTo>
                    <a:pt x="3515" y="777"/>
                    <a:pt x="2739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1" name="Google Shape;1621;p19"/>
            <p:cNvSpPr/>
            <p:nvPr/>
          </p:nvSpPr>
          <p:spPr>
            <a:xfrm>
              <a:off x="4736975" y="1935625"/>
              <a:ext cx="87900" cy="87900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1"/>
                  </a:moveTo>
                  <a:cubicBezTo>
                    <a:pt x="777" y="1"/>
                    <a:pt x="1" y="777"/>
                    <a:pt x="1" y="1758"/>
                  </a:cubicBezTo>
                  <a:cubicBezTo>
                    <a:pt x="1" y="2717"/>
                    <a:pt x="777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2" name="Google Shape;1622;p19"/>
            <p:cNvSpPr/>
            <p:nvPr/>
          </p:nvSpPr>
          <p:spPr>
            <a:xfrm>
              <a:off x="7044625" y="2632950"/>
              <a:ext cx="87900" cy="87325"/>
            </a:xfrm>
            <a:custGeom>
              <a:avLst/>
              <a:gdLst/>
              <a:ahLst/>
              <a:cxnLst/>
              <a:rect l="l" t="t" r="r" b="b"/>
              <a:pathLst>
                <a:path w="3516" h="3493" extrusionOk="0">
                  <a:moveTo>
                    <a:pt x="1758" y="0"/>
                  </a:moveTo>
                  <a:cubicBezTo>
                    <a:pt x="799" y="0"/>
                    <a:pt x="0" y="776"/>
                    <a:pt x="0" y="1735"/>
                  </a:cubicBezTo>
                  <a:cubicBezTo>
                    <a:pt x="0" y="2716"/>
                    <a:pt x="799" y="3493"/>
                    <a:pt x="1758" y="3493"/>
                  </a:cubicBezTo>
                  <a:cubicBezTo>
                    <a:pt x="2739" y="3493"/>
                    <a:pt x="3515" y="2716"/>
                    <a:pt x="3515" y="1735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3" name="Google Shape;1623;p19"/>
            <p:cNvSpPr/>
            <p:nvPr/>
          </p:nvSpPr>
          <p:spPr>
            <a:xfrm>
              <a:off x="4222850" y="1085400"/>
              <a:ext cx="134675" cy="134675"/>
            </a:xfrm>
            <a:custGeom>
              <a:avLst/>
              <a:gdLst/>
              <a:ahLst/>
              <a:cxnLst/>
              <a:rect l="l" t="t" r="r" b="b"/>
              <a:pathLst>
                <a:path w="5387" h="5387" extrusionOk="0">
                  <a:moveTo>
                    <a:pt x="2694" y="388"/>
                  </a:moveTo>
                  <a:cubicBezTo>
                    <a:pt x="3972" y="388"/>
                    <a:pt x="5022" y="1415"/>
                    <a:pt x="5022" y="2694"/>
                  </a:cubicBezTo>
                  <a:cubicBezTo>
                    <a:pt x="5022" y="3972"/>
                    <a:pt x="3972" y="4999"/>
                    <a:pt x="2694" y="4999"/>
                  </a:cubicBezTo>
                  <a:cubicBezTo>
                    <a:pt x="1415" y="4999"/>
                    <a:pt x="388" y="3972"/>
                    <a:pt x="388" y="2694"/>
                  </a:cubicBezTo>
                  <a:cubicBezTo>
                    <a:pt x="388" y="1415"/>
                    <a:pt x="1415" y="388"/>
                    <a:pt x="2694" y="388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7"/>
                    <a:pt x="1210" y="5387"/>
                    <a:pt x="2694" y="5387"/>
                  </a:cubicBezTo>
                  <a:cubicBezTo>
                    <a:pt x="4177" y="5387"/>
                    <a:pt x="5387" y="4177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4" name="Google Shape;1624;p19"/>
            <p:cNvSpPr/>
            <p:nvPr/>
          </p:nvSpPr>
          <p:spPr>
            <a:xfrm>
              <a:off x="4246800" y="1108775"/>
              <a:ext cx="87350" cy="87925"/>
            </a:xfrm>
            <a:custGeom>
              <a:avLst/>
              <a:gdLst/>
              <a:ahLst/>
              <a:cxnLst/>
              <a:rect l="l" t="t" r="r" b="b"/>
              <a:pathLst>
                <a:path w="3494" h="3517" extrusionOk="0">
                  <a:moveTo>
                    <a:pt x="1736" y="1"/>
                  </a:moveTo>
                  <a:cubicBezTo>
                    <a:pt x="777" y="1"/>
                    <a:pt x="1" y="800"/>
                    <a:pt x="1" y="1759"/>
                  </a:cubicBezTo>
                  <a:cubicBezTo>
                    <a:pt x="1" y="2717"/>
                    <a:pt x="777" y="3516"/>
                    <a:pt x="1736" y="3516"/>
                  </a:cubicBezTo>
                  <a:cubicBezTo>
                    <a:pt x="2717" y="3516"/>
                    <a:pt x="3493" y="2717"/>
                    <a:pt x="3493" y="1759"/>
                  </a:cubicBezTo>
                  <a:cubicBezTo>
                    <a:pt x="3493" y="800"/>
                    <a:pt x="2717" y="1"/>
                    <a:pt x="17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5" name="Google Shape;1625;p19"/>
            <p:cNvSpPr/>
            <p:nvPr/>
          </p:nvSpPr>
          <p:spPr>
            <a:xfrm>
              <a:off x="3502700" y="2585000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6" name="Google Shape;1626;p19"/>
            <p:cNvSpPr/>
            <p:nvPr/>
          </p:nvSpPr>
          <p:spPr>
            <a:xfrm>
              <a:off x="3526100" y="2608400"/>
              <a:ext cx="87900" cy="87900"/>
            </a:xfrm>
            <a:custGeom>
              <a:avLst/>
              <a:gdLst/>
              <a:ahLst/>
              <a:cxnLst/>
              <a:rect l="l" t="t" r="r" b="b"/>
              <a:pathLst>
                <a:path w="3516" h="3516" extrusionOk="0">
                  <a:moveTo>
                    <a:pt x="1758" y="1"/>
                  </a:moveTo>
                  <a:cubicBezTo>
                    <a:pt x="776" y="1"/>
                    <a:pt x="0" y="777"/>
                    <a:pt x="0" y="1758"/>
                  </a:cubicBezTo>
                  <a:cubicBezTo>
                    <a:pt x="0" y="2717"/>
                    <a:pt x="776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7" name="Google Shape;1627;p19"/>
            <p:cNvSpPr/>
            <p:nvPr/>
          </p:nvSpPr>
          <p:spPr>
            <a:xfrm>
              <a:off x="2281550" y="1156150"/>
              <a:ext cx="134700" cy="134700"/>
            </a:xfrm>
            <a:custGeom>
              <a:avLst/>
              <a:gdLst/>
              <a:ahLst/>
              <a:cxnLst/>
              <a:rect l="l" t="t" r="r" b="b"/>
              <a:pathLst>
                <a:path w="5388" h="5388" extrusionOk="0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2"/>
                    <a:pt x="3972" y="4999"/>
                    <a:pt x="2694" y="4999"/>
                  </a:cubicBezTo>
                  <a:cubicBezTo>
                    <a:pt x="1416" y="4999"/>
                    <a:pt x="366" y="3972"/>
                    <a:pt x="366" y="2694"/>
                  </a:cubicBezTo>
                  <a:cubicBezTo>
                    <a:pt x="366" y="1416"/>
                    <a:pt x="1416" y="366"/>
                    <a:pt x="2694" y="366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8" name="Google Shape;1628;p19"/>
            <p:cNvSpPr/>
            <p:nvPr/>
          </p:nvSpPr>
          <p:spPr>
            <a:xfrm>
              <a:off x="2304950" y="1179550"/>
              <a:ext cx="87325" cy="87900"/>
            </a:xfrm>
            <a:custGeom>
              <a:avLst/>
              <a:gdLst/>
              <a:ahLst/>
              <a:cxnLst/>
              <a:rect l="l" t="t" r="r" b="b"/>
              <a:pathLst>
                <a:path w="3493" h="3516" extrusionOk="0">
                  <a:moveTo>
                    <a:pt x="1758" y="0"/>
                  </a:moveTo>
                  <a:cubicBezTo>
                    <a:pt x="776" y="0"/>
                    <a:pt x="0" y="776"/>
                    <a:pt x="0" y="1758"/>
                  </a:cubicBezTo>
                  <a:cubicBezTo>
                    <a:pt x="0" y="2717"/>
                    <a:pt x="776" y="3515"/>
                    <a:pt x="1758" y="3515"/>
                  </a:cubicBezTo>
                  <a:cubicBezTo>
                    <a:pt x="2716" y="3515"/>
                    <a:pt x="3493" y="2717"/>
                    <a:pt x="3493" y="1758"/>
                  </a:cubicBezTo>
                  <a:cubicBezTo>
                    <a:pt x="3493" y="776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9" name="Google Shape;1629;p19"/>
            <p:cNvSpPr/>
            <p:nvPr/>
          </p:nvSpPr>
          <p:spPr>
            <a:xfrm>
              <a:off x="1577950" y="1004925"/>
              <a:ext cx="94750" cy="94750"/>
            </a:xfrm>
            <a:custGeom>
              <a:avLst/>
              <a:gdLst/>
              <a:ahLst/>
              <a:cxnLst/>
              <a:rect l="l" t="t" r="r" b="b"/>
              <a:pathLst>
                <a:path w="3790" h="3790" extrusionOk="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0" name="Google Shape;1630;p19"/>
            <p:cNvSpPr/>
            <p:nvPr/>
          </p:nvSpPr>
          <p:spPr>
            <a:xfrm>
              <a:off x="1595075" y="1022050"/>
              <a:ext cx="59950" cy="59950"/>
            </a:xfrm>
            <a:custGeom>
              <a:avLst/>
              <a:gdLst/>
              <a:ahLst/>
              <a:cxnLst/>
              <a:rect l="l" t="t" r="r" b="b"/>
              <a:pathLst>
                <a:path w="2398" h="2398" extrusionOk="0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1" name="Google Shape;1631;p19"/>
            <p:cNvSpPr/>
            <p:nvPr/>
          </p:nvSpPr>
          <p:spPr>
            <a:xfrm>
              <a:off x="2892125" y="1170425"/>
              <a:ext cx="106150" cy="106150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310" y="4246"/>
                    <a:pt x="4246" y="3287"/>
                    <a:pt x="4246" y="2123"/>
                  </a:cubicBezTo>
                  <a:cubicBezTo>
                    <a:pt x="4246" y="936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2" name="Google Shape;1632;p19"/>
            <p:cNvSpPr/>
            <p:nvPr/>
          </p:nvSpPr>
          <p:spPr>
            <a:xfrm>
              <a:off x="7004675" y="1366150"/>
              <a:ext cx="106150" cy="106150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36" y="0"/>
                    <a:pt x="0" y="959"/>
                    <a:pt x="0" y="2123"/>
                  </a:cubicBezTo>
                  <a:cubicBezTo>
                    <a:pt x="0" y="3310"/>
                    <a:pt x="936" y="4246"/>
                    <a:pt x="2123" y="4246"/>
                  </a:cubicBezTo>
                  <a:cubicBezTo>
                    <a:pt x="3287" y="4246"/>
                    <a:pt x="4246" y="3310"/>
                    <a:pt x="4246" y="2123"/>
                  </a:cubicBezTo>
                  <a:cubicBezTo>
                    <a:pt x="4246" y="959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3" name="Google Shape;1633;p19"/>
            <p:cNvSpPr/>
            <p:nvPr/>
          </p:nvSpPr>
          <p:spPr>
            <a:xfrm>
              <a:off x="6446600" y="2270600"/>
              <a:ext cx="106150" cy="106150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59" y="0"/>
                    <a:pt x="0" y="959"/>
                    <a:pt x="0" y="2123"/>
                  </a:cubicBezTo>
                  <a:cubicBezTo>
                    <a:pt x="0" y="3310"/>
                    <a:pt x="959" y="4246"/>
                    <a:pt x="2123" y="4246"/>
                  </a:cubicBezTo>
                  <a:cubicBezTo>
                    <a:pt x="3310" y="4246"/>
                    <a:pt x="4246" y="3310"/>
                    <a:pt x="4246" y="2123"/>
                  </a:cubicBezTo>
                  <a:cubicBezTo>
                    <a:pt x="4246" y="959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4" name="Google Shape;1634;p19"/>
            <p:cNvSpPr/>
            <p:nvPr/>
          </p:nvSpPr>
          <p:spPr>
            <a:xfrm>
              <a:off x="6258275" y="3300575"/>
              <a:ext cx="69650" cy="69650"/>
            </a:xfrm>
            <a:custGeom>
              <a:avLst/>
              <a:gdLst/>
              <a:ahLst/>
              <a:cxnLst/>
              <a:rect l="l" t="t" r="r" b="b"/>
              <a:pathLst>
                <a:path w="2786" h="2786" extrusionOk="0">
                  <a:moveTo>
                    <a:pt x="1393" y="1"/>
                  </a:moveTo>
                  <a:cubicBezTo>
                    <a:pt x="617" y="1"/>
                    <a:pt x="1" y="617"/>
                    <a:pt x="1" y="1393"/>
                  </a:cubicBezTo>
                  <a:cubicBezTo>
                    <a:pt x="1" y="2146"/>
                    <a:pt x="617" y="2786"/>
                    <a:pt x="1393" y="2786"/>
                  </a:cubicBezTo>
                  <a:cubicBezTo>
                    <a:pt x="2169" y="2786"/>
                    <a:pt x="2786" y="2146"/>
                    <a:pt x="2786" y="1393"/>
                  </a:cubicBezTo>
                  <a:cubicBezTo>
                    <a:pt x="2786" y="617"/>
                    <a:pt x="2169" y="1"/>
                    <a:pt x="1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5" name="Google Shape;1635;p19"/>
            <p:cNvSpPr/>
            <p:nvPr/>
          </p:nvSpPr>
          <p:spPr>
            <a:xfrm>
              <a:off x="4746100" y="3030675"/>
              <a:ext cx="69650" cy="69075"/>
            </a:xfrm>
            <a:custGeom>
              <a:avLst/>
              <a:gdLst/>
              <a:ahLst/>
              <a:cxnLst/>
              <a:rect l="l" t="t" r="r" b="b"/>
              <a:pathLst>
                <a:path w="2786" h="2763" extrusionOk="0">
                  <a:moveTo>
                    <a:pt x="1393" y="0"/>
                  </a:moveTo>
                  <a:cubicBezTo>
                    <a:pt x="617" y="0"/>
                    <a:pt x="1" y="617"/>
                    <a:pt x="1" y="1393"/>
                  </a:cubicBezTo>
                  <a:cubicBezTo>
                    <a:pt x="1" y="2146"/>
                    <a:pt x="617" y="2762"/>
                    <a:pt x="1393" y="2762"/>
                  </a:cubicBezTo>
                  <a:cubicBezTo>
                    <a:pt x="2169" y="2762"/>
                    <a:pt x="2786" y="2146"/>
                    <a:pt x="2786" y="1393"/>
                  </a:cubicBezTo>
                  <a:cubicBezTo>
                    <a:pt x="2786" y="617"/>
                    <a:pt x="2169" y="0"/>
                    <a:pt x="1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6" name="Google Shape;1636;p19"/>
            <p:cNvSpPr/>
            <p:nvPr/>
          </p:nvSpPr>
          <p:spPr>
            <a:xfrm>
              <a:off x="5111875" y="1378700"/>
              <a:ext cx="106175" cy="106150"/>
            </a:xfrm>
            <a:custGeom>
              <a:avLst/>
              <a:gdLst/>
              <a:ahLst/>
              <a:cxnLst/>
              <a:rect l="l" t="t" r="r" b="b"/>
              <a:pathLst>
                <a:path w="4247" h="4246" extrusionOk="0">
                  <a:moveTo>
                    <a:pt x="2124" y="0"/>
                  </a:moveTo>
                  <a:cubicBezTo>
                    <a:pt x="960" y="0"/>
                    <a:pt x="1" y="959"/>
                    <a:pt x="1" y="2123"/>
                  </a:cubicBezTo>
                  <a:cubicBezTo>
                    <a:pt x="1" y="3310"/>
                    <a:pt x="960" y="4246"/>
                    <a:pt x="2124" y="4246"/>
                  </a:cubicBezTo>
                  <a:cubicBezTo>
                    <a:pt x="3288" y="4246"/>
                    <a:pt x="4246" y="3310"/>
                    <a:pt x="4246" y="2123"/>
                  </a:cubicBezTo>
                  <a:cubicBezTo>
                    <a:pt x="4246" y="959"/>
                    <a:pt x="3288" y="0"/>
                    <a:pt x="21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7" name="Google Shape;1637;p19"/>
            <p:cNvSpPr/>
            <p:nvPr/>
          </p:nvSpPr>
          <p:spPr>
            <a:xfrm>
              <a:off x="5692225" y="1404950"/>
              <a:ext cx="75350" cy="74775"/>
            </a:xfrm>
            <a:custGeom>
              <a:avLst/>
              <a:gdLst/>
              <a:ahLst/>
              <a:cxnLst/>
              <a:rect l="l" t="t" r="r" b="b"/>
              <a:pathLst>
                <a:path w="3014" h="2991" extrusionOk="0">
                  <a:moveTo>
                    <a:pt x="1507" y="0"/>
                  </a:moveTo>
                  <a:cubicBezTo>
                    <a:pt x="685" y="0"/>
                    <a:pt x="0" y="662"/>
                    <a:pt x="0" y="1507"/>
                  </a:cubicBezTo>
                  <a:cubicBezTo>
                    <a:pt x="0" y="2328"/>
                    <a:pt x="685" y="2990"/>
                    <a:pt x="1507" y="2990"/>
                  </a:cubicBezTo>
                  <a:cubicBezTo>
                    <a:pt x="2328" y="2990"/>
                    <a:pt x="3013" y="2328"/>
                    <a:pt x="3013" y="1507"/>
                  </a:cubicBezTo>
                  <a:cubicBezTo>
                    <a:pt x="3013" y="662"/>
                    <a:pt x="2328" y="0"/>
                    <a:pt x="1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8" name="Google Shape;1638;p19"/>
            <p:cNvSpPr/>
            <p:nvPr/>
          </p:nvSpPr>
          <p:spPr>
            <a:xfrm>
              <a:off x="5821750" y="1469425"/>
              <a:ext cx="79350" cy="79350"/>
            </a:xfrm>
            <a:custGeom>
              <a:avLst/>
              <a:gdLst/>
              <a:ahLst/>
              <a:cxnLst/>
              <a:rect l="l" t="t" r="r" b="b"/>
              <a:pathLst>
                <a:path w="3174" h="3174" extrusionOk="0">
                  <a:moveTo>
                    <a:pt x="1598" y="1"/>
                  </a:moveTo>
                  <a:cubicBezTo>
                    <a:pt x="708" y="1"/>
                    <a:pt x="1" y="708"/>
                    <a:pt x="1" y="1575"/>
                  </a:cubicBezTo>
                  <a:cubicBezTo>
                    <a:pt x="1" y="2466"/>
                    <a:pt x="708" y="3173"/>
                    <a:pt x="1598" y="3173"/>
                  </a:cubicBezTo>
                  <a:cubicBezTo>
                    <a:pt x="2466" y="3173"/>
                    <a:pt x="3173" y="2466"/>
                    <a:pt x="3173" y="1575"/>
                  </a:cubicBezTo>
                  <a:cubicBezTo>
                    <a:pt x="3173" y="708"/>
                    <a:pt x="2466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9" name="Google Shape;1639;p19"/>
            <p:cNvSpPr/>
            <p:nvPr/>
          </p:nvSpPr>
          <p:spPr>
            <a:xfrm>
              <a:off x="3572900" y="2384150"/>
              <a:ext cx="139825" cy="139250"/>
            </a:xfrm>
            <a:custGeom>
              <a:avLst/>
              <a:gdLst/>
              <a:ahLst/>
              <a:cxnLst/>
              <a:rect l="l" t="t" r="r" b="b"/>
              <a:pathLst>
                <a:path w="5593" h="5570" extrusionOk="0">
                  <a:moveTo>
                    <a:pt x="2808" y="0"/>
                  </a:moveTo>
                  <a:cubicBezTo>
                    <a:pt x="1255" y="0"/>
                    <a:pt x="0" y="1233"/>
                    <a:pt x="0" y="2785"/>
                  </a:cubicBezTo>
                  <a:cubicBezTo>
                    <a:pt x="0" y="4314"/>
                    <a:pt x="1255" y="5570"/>
                    <a:pt x="2808" y="5570"/>
                  </a:cubicBezTo>
                  <a:cubicBezTo>
                    <a:pt x="4337" y="5570"/>
                    <a:pt x="5592" y="4314"/>
                    <a:pt x="5592" y="2785"/>
                  </a:cubicBezTo>
                  <a:cubicBezTo>
                    <a:pt x="5592" y="1233"/>
                    <a:pt x="4337" y="0"/>
                    <a:pt x="2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0" name="Google Shape;1640;p19"/>
            <p:cNvSpPr/>
            <p:nvPr/>
          </p:nvSpPr>
          <p:spPr>
            <a:xfrm>
              <a:off x="5419450" y="2995300"/>
              <a:ext cx="139825" cy="139825"/>
            </a:xfrm>
            <a:custGeom>
              <a:avLst/>
              <a:gdLst/>
              <a:ahLst/>
              <a:cxnLst/>
              <a:rect l="l" t="t" r="r" b="b"/>
              <a:pathLst>
                <a:path w="5593" h="5593" extrusionOk="0">
                  <a:moveTo>
                    <a:pt x="2785" y="0"/>
                  </a:moveTo>
                  <a:cubicBezTo>
                    <a:pt x="1256" y="0"/>
                    <a:pt x="1" y="1256"/>
                    <a:pt x="1" y="2808"/>
                  </a:cubicBezTo>
                  <a:cubicBezTo>
                    <a:pt x="1" y="4337"/>
                    <a:pt x="1256" y="5592"/>
                    <a:pt x="2785" y="5592"/>
                  </a:cubicBezTo>
                  <a:cubicBezTo>
                    <a:pt x="4338" y="5592"/>
                    <a:pt x="5593" y="4337"/>
                    <a:pt x="5593" y="2808"/>
                  </a:cubicBezTo>
                  <a:cubicBezTo>
                    <a:pt x="5593" y="1256"/>
                    <a:pt x="4338" y="0"/>
                    <a:pt x="27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1" name="Google Shape;1641;p19"/>
            <p:cNvSpPr/>
            <p:nvPr/>
          </p:nvSpPr>
          <p:spPr>
            <a:xfrm>
              <a:off x="3311550" y="1787275"/>
              <a:ext cx="65075" cy="65075"/>
            </a:xfrm>
            <a:custGeom>
              <a:avLst/>
              <a:gdLst/>
              <a:ahLst/>
              <a:cxnLst/>
              <a:rect l="l" t="t" r="r" b="b"/>
              <a:pathLst>
                <a:path w="2603" h="2603" extrusionOk="0">
                  <a:moveTo>
                    <a:pt x="1301" y="0"/>
                  </a:moveTo>
                  <a:cubicBezTo>
                    <a:pt x="594" y="0"/>
                    <a:pt x="0" y="571"/>
                    <a:pt x="0" y="1301"/>
                  </a:cubicBezTo>
                  <a:cubicBezTo>
                    <a:pt x="0" y="2009"/>
                    <a:pt x="594" y="2602"/>
                    <a:pt x="1301" y="2602"/>
                  </a:cubicBezTo>
                  <a:cubicBezTo>
                    <a:pt x="2009" y="2602"/>
                    <a:pt x="2602" y="2009"/>
                    <a:pt x="2602" y="1301"/>
                  </a:cubicBezTo>
                  <a:cubicBezTo>
                    <a:pt x="2602" y="571"/>
                    <a:pt x="2009" y="0"/>
                    <a:pt x="1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2" name="Google Shape;1642;p19"/>
            <p:cNvSpPr/>
            <p:nvPr/>
          </p:nvSpPr>
          <p:spPr>
            <a:xfrm>
              <a:off x="3501550" y="1519075"/>
              <a:ext cx="143825" cy="144400"/>
            </a:xfrm>
            <a:custGeom>
              <a:avLst/>
              <a:gdLst/>
              <a:ahLst/>
              <a:cxnLst/>
              <a:rect l="l" t="t" r="r" b="b"/>
              <a:pathLst>
                <a:path w="5753" h="5776" extrusionOk="0">
                  <a:moveTo>
                    <a:pt x="2877" y="388"/>
                  </a:moveTo>
                  <a:cubicBezTo>
                    <a:pt x="4246" y="388"/>
                    <a:pt x="5388" y="1507"/>
                    <a:pt x="5388" y="2899"/>
                  </a:cubicBezTo>
                  <a:cubicBezTo>
                    <a:pt x="5388" y="4269"/>
                    <a:pt x="4246" y="5410"/>
                    <a:pt x="2877" y="5410"/>
                  </a:cubicBezTo>
                  <a:cubicBezTo>
                    <a:pt x="1485" y="5410"/>
                    <a:pt x="366" y="4269"/>
                    <a:pt x="366" y="2899"/>
                  </a:cubicBezTo>
                  <a:cubicBezTo>
                    <a:pt x="366" y="1507"/>
                    <a:pt x="1485" y="388"/>
                    <a:pt x="2877" y="388"/>
                  </a:cubicBezTo>
                  <a:close/>
                  <a:moveTo>
                    <a:pt x="2877" y="0"/>
                  </a:moveTo>
                  <a:cubicBezTo>
                    <a:pt x="1279" y="0"/>
                    <a:pt x="1" y="1301"/>
                    <a:pt x="1" y="2899"/>
                  </a:cubicBezTo>
                  <a:cubicBezTo>
                    <a:pt x="1" y="4497"/>
                    <a:pt x="1279" y="5775"/>
                    <a:pt x="2877" y="5775"/>
                  </a:cubicBezTo>
                  <a:cubicBezTo>
                    <a:pt x="4475" y="5775"/>
                    <a:pt x="5753" y="4497"/>
                    <a:pt x="5753" y="2899"/>
                  </a:cubicBezTo>
                  <a:cubicBezTo>
                    <a:pt x="5753" y="1301"/>
                    <a:pt x="4475" y="0"/>
                    <a:pt x="2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3" name="Google Shape;1643;p19"/>
            <p:cNvSpPr/>
            <p:nvPr/>
          </p:nvSpPr>
          <p:spPr>
            <a:xfrm>
              <a:off x="3526675" y="1544750"/>
              <a:ext cx="93600" cy="93050"/>
            </a:xfrm>
            <a:custGeom>
              <a:avLst/>
              <a:gdLst/>
              <a:ahLst/>
              <a:cxnLst/>
              <a:rect l="l" t="t" r="r" b="b"/>
              <a:pathLst>
                <a:path w="3744" h="3722" extrusionOk="0">
                  <a:moveTo>
                    <a:pt x="1872" y="0"/>
                  </a:moveTo>
                  <a:cubicBezTo>
                    <a:pt x="845" y="0"/>
                    <a:pt x="0" y="845"/>
                    <a:pt x="0" y="1872"/>
                  </a:cubicBezTo>
                  <a:cubicBezTo>
                    <a:pt x="0" y="2899"/>
                    <a:pt x="845" y="3721"/>
                    <a:pt x="1872" y="3721"/>
                  </a:cubicBezTo>
                  <a:cubicBezTo>
                    <a:pt x="2899" y="3721"/>
                    <a:pt x="3744" y="2899"/>
                    <a:pt x="3744" y="1872"/>
                  </a:cubicBezTo>
                  <a:cubicBezTo>
                    <a:pt x="3744" y="845"/>
                    <a:pt x="2899" y="0"/>
                    <a:pt x="1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4" name="Google Shape;1644;p19"/>
            <p:cNvSpPr/>
            <p:nvPr/>
          </p:nvSpPr>
          <p:spPr>
            <a:xfrm>
              <a:off x="1930050" y="1563575"/>
              <a:ext cx="106150" cy="106175"/>
            </a:xfrm>
            <a:custGeom>
              <a:avLst/>
              <a:gdLst/>
              <a:ahLst/>
              <a:cxnLst/>
              <a:rect l="l" t="t" r="r" b="b"/>
              <a:pathLst>
                <a:path w="4246" h="4247" extrusionOk="0">
                  <a:moveTo>
                    <a:pt x="2123" y="1"/>
                  </a:moveTo>
                  <a:cubicBezTo>
                    <a:pt x="959" y="1"/>
                    <a:pt x="0" y="937"/>
                    <a:pt x="0" y="2123"/>
                  </a:cubicBezTo>
                  <a:cubicBezTo>
                    <a:pt x="0" y="3288"/>
                    <a:pt x="959" y="4246"/>
                    <a:pt x="2123" y="4246"/>
                  </a:cubicBezTo>
                  <a:cubicBezTo>
                    <a:pt x="3310" y="4246"/>
                    <a:pt x="4246" y="3288"/>
                    <a:pt x="4246" y="2123"/>
                  </a:cubicBezTo>
                  <a:cubicBezTo>
                    <a:pt x="4246" y="937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5" name="Google Shape;1645;p19"/>
            <p:cNvSpPr/>
            <p:nvPr/>
          </p:nvSpPr>
          <p:spPr>
            <a:xfrm>
              <a:off x="1621325" y="1563575"/>
              <a:ext cx="106175" cy="106175"/>
            </a:xfrm>
            <a:custGeom>
              <a:avLst/>
              <a:gdLst/>
              <a:ahLst/>
              <a:cxnLst/>
              <a:rect l="l" t="t" r="r" b="b"/>
              <a:pathLst>
                <a:path w="4247" h="4247" extrusionOk="0">
                  <a:moveTo>
                    <a:pt x="2123" y="1"/>
                  </a:moveTo>
                  <a:cubicBezTo>
                    <a:pt x="936" y="1"/>
                    <a:pt x="1" y="937"/>
                    <a:pt x="1" y="2123"/>
                  </a:cubicBezTo>
                  <a:cubicBezTo>
                    <a:pt x="1" y="3288"/>
                    <a:pt x="936" y="4246"/>
                    <a:pt x="2123" y="4246"/>
                  </a:cubicBezTo>
                  <a:cubicBezTo>
                    <a:pt x="3287" y="4246"/>
                    <a:pt x="4246" y="3288"/>
                    <a:pt x="4246" y="2123"/>
                  </a:cubicBezTo>
                  <a:cubicBezTo>
                    <a:pt x="4246" y="937"/>
                    <a:pt x="3287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6" name="Google Shape;1646;p19"/>
            <p:cNvSpPr/>
            <p:nvPr/>
          </p:nvSpPr>
          <p:spPr>
            <a:xfrm>
              <a:off x="944550" y="1765575"/>
              <a:ext cx="106175" cy="106175"/>
            </a:xfrm>
            <a:custGeom>
              <a:avLst/>
              <a:gdLst/>
              <a:ahLst/>
              <a:cxnLst/>
              <a:rect l="l" t="t" r="r" b="b"/>
              <a:pathLst>
                <a:path w="4247" h="4247" extrusionOk="0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7" name="Google Shape;1647;p19"/>
            <p:cNvSpPr/>
            <p:nvPr/>
          </p:nvSpPr>
          <p:spPr>
            <a:xfrm>
              <a:off x="496050" y="1323925"/>
              <a:ext cx="106150" cy="106150"/>
            </a:xfrm>
            <a:custGeom>
              <a:avLst/>
              <a:gdLst/>
              <a:ahLst/>
              <a:cxnLst/>
              <a:rect l="l" t="t" r="r" b="b"/>
              <a:pathLst>
                <a:path w="4246" h="4246" extrusionOk="0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8" name="Google Shape;1648;p19"/>
            <p:cNvSpPr/>
            <p:nvPr/>
          </p:nvSpPr>
          <p:spPr>
            <a:xfrm>
              <a:off x="3168300" y="1186975"/>
              <a:ext cx="72500" cy="73050"/>
            </a:xfrm>
            <a:custGeom>
              <a:avLst/>
              <a:gdLst/>
              <a:ahLst/>
              <a:cxnLst/>
              <a:rect l="l" t="t" r="r" b="b"/>
              <a:pathLst>
                <a:path w="2900" h="2922" extrusionOk="0">
                  <a:moveTo>
                    <a:pt x="1462" y="0"/>
                  </a:moveTo>
                  <a:cubicBezTo>
                    <a:pt x="640" y="0"/>
                    <a:pt x="1" y="639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1" y="2922"/>
                    <a:pt x="2900" y="2260"/>
                    <a:pt x="2900" y="1461"/>
                  </a:cubicBezTo>
                  <a:cubicBezTo>
                    <a:pt x="2900" y="639"/>
                    <a:pt x="2261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9" name="Google Shape;1649;p19"/>
            <p:cNvSpPr/>
            <p:nvPr/>
          </p:nvSpPr>
          <p:spPr>
            <a:xfrm>
              <a:off x="1238425" y="1362725"/>
              <a:ext cx="73075" cy="73050"/>
            </a:xfrm>
            <a:custGeom>
              <a:avLst/>
              <a:gdLst/>
              <a:ahLst/>
              <a:cxnLst/>
              <a:rect l="l" t="t" r="r" b="b"/>
              <a:pathLst>
                <a:path w="2923" h="2922" extrusionOk="0">
                  <a:moveTo>
                    <a:pt x="1462" y="0"/>
                  </a:moveTo>
                  <a:cubicBezTo>
                    <a:pt x="640" y="0"/>
                    <a:pt x="1" y="662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0" y="2922"/>
                    <a:pt x="2922" y="2260"/>
                    <a:pt x="2922" y="1461"/>
                  </a:cubicBezTo>
                  <a:cubicBezTo>
                    <a:pt x="2922" y="662"/>
                    <a:pt x="2260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0" name="Google Shape;1650;p19"/>
            <p:cNvSpPr/>
            <p:nvPr/>
          </p:nvSpPr>
          <p:spPr>
            <a:xfrm>
              <a:off x="2281550" y="832600"/>
              <a:ext cx="2995850" cy="9725"/>
            </a:xfrm>
            <a:custGeom>
              <a:avLst/>
              <a:gdLst/>
              <a:ahLst/>
              <a:cxnLst/>
              <a:rect l="l" t="t" r="r" b="b"/>
              <a:pathLst>
                <a:path w="119834" h="389" extrusionOk="0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1" name="Google Shape;1651;p19"/>
            <p:cNvSpPr/>
            <p:nvPr/>
          </p:nvSpPr>
          <p:spPr>
            <a:xfrm>
              <a:off x="2222775" y="800650"/>
              <a:ext cx="73075" cy="73050"/>
            </a:xfrm>
            <a:custGeom>
              <a:avLst/>
              <a:gdLst/>
              <a:ahLst/>
              <a:cxnLst/>
              <a:rect l="l" t="t" r="r" b="b"/>
              <a:pathLst>
                <a:path w="2923" h="2922" extrusionOk="0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2" name="Google Shape;1652;p19"/>
            <p:cNvSpPr/>
            <p:nvPr/>
          </p:nvSpPr>
          <p:spPr>
            <a:xfrm>
              <a:off x="5235725" y="800650"/>
              <a:ext cx="73050" cy="73050"/>
            </a:xfrm>
            <a:custGeom>
              <a:avLst/>
              <a:gdLst/>
              <a:ahLst/>
              <a:cxnLst/>
              <a:rect l="l" t="t" r="r" b="b"/>
              <a:pathLst>
                <a:path w="2922" h="2922" extrusionOk="0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3" name="Google Shape;1653;p19"/>
            <p:cNvSpPr/>
            <p:nvPr/>
          </p:nvSpPr>
          <p:spPr>
            <a:xfrm>
              <a:off x="5732175" y="319450"/>
              <a:ext cx="1118450" cy="1117475"/>
            </a:xfrm>
            <a:custGeom>
              <a:avLst/>
              <a:gdLst/>
              <a:ahLst/>
              <a:cxnLst/>
              <a:rect l="l" t="t" r="r" b="b"/>
              <a:pathLst>
                <a:path w="44738" h="44699" extrusionOk="0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4" name="Google Shape;1654;p19"/>
            <p:cNvSpPr/>
            <p:nvPr/>
          </p:nvSpPr>
          <p:spPr>
            <a:xfrm>
              <a:off x="5870250" y="381100"/>
              <a:ext cx="1118475" cy="1117450"/>
            </a:xfrm>
            <a:custGeom>
              <a:avLst/>
              <a:gdLst/>
              <a:ahLst/>
              <a:cxnLst/>
              <a:rect l="l" t="t" r="r" b="b"/>
              <a:pathLst>
                <a:path w="44739" h="44698" extrusionOk="0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5" name="Google Shape;1655;p19"/>
            <p:cNvSpPr/>
            <p:nvPr/>
          </p:nvSpPr>
          <p:spPr>
            <a:xfrm>
              <a:off x="4775775" y="1974875"/>
              <a:ext cx="2300825" cy="706600"/>
            </a:xfrm>
            <a:custGeom>
              <a:avLst/>
              <a:gdLst/>
              <a:ahLst/>
              <a:cxnLst/>
              <a:rect l="l" t="t" r="r" b="b"/>
              <a:pathLst>
                <a:path w="92033" h="28264" extrusionOk="0">
                  <a:moveTo>
                    <a:pt x="206" y="0"/>
                  </a:moveTo>
                  <a:cubicBezTo>
                    <a:pt x="155" y="0"/>
                    <a:pt x="104" y="17"/>
                    <a:pt x="69" y="51"/>
                  </a:cubicBezTo>
                  <a:cubicBezTo>
                    <a:pt x="1" y="120"/>
                    <a:pt x="1" y="234"/>
                    <a:pt x="69" y="325"/>
                  </a:cubicBezTo>
                  <a:lnTo>
                    <a:pt x="28007" y="28263"/>
                  </a:lnTo>
                  <a:lnTo>
                    <a:pt x="91850" y="28263"/>
                  </a:lnTo>
                  <a:cubicBezTo>
                    <a:pt x="91941" y="28263"/>
                    <a:pt x="92032" y="28172"/>
                    <a:pt x="92032" y="28058"/>
                  </a:cubicBezTo>
                  <a:cubicBezTo>
                    <a:pt x="92032" y="27967"/>
                    <a:pt x="91941" y="27875"/>
                    <a:pt x="91850" y="27875"/>
                  </a:cubicBezTo>
                  <a:lnTo>
                    <a:pt x="28167" y="27875"/>
                  </a:lnTo>
                  <a:lnTo>
                    <a:pt x="343" y="51"/>
                  </a:lnTo>
                  <a:cubicBezTo>
                    <a:pt x="309" y="17"/>
                    <a:pt x="258" y="0"/>
                    <a:pt x="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6" name="Google Shape;1656;p19"/>
            <p:cNvSpPr/>
            <p:nvPr/>
          </p:nvSpPr>
          <p:spPr>
            <a:xfrm>
              <a:off x="3518100" y="2023500"/>
              <a:ext cx="149550" cy="93050"/>
            </a:xfrm>
            <a:custGeom>
              <a:avLst/>
              <a:gdLst/>
              <a:ahLst/>
              <a:cxnLst/>
              <a:rect l="l" t="t" r="r" b="b"/>
              <a:pathLst>
                <a:path w="5982" h="3722" extrusionOk="0">
                  <a:moveTo>
                    <a:pt x="1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7" name="Google Shape;1657;p19"/>
            <p:cNvSpPr/>
            <p:nvPr/>
          </p:nvSpPr>
          <p:spPr>
            <a:xfrm>
              <a:off x="3630525" y="2023500"/>
              <a:ext cx="148950" cy="93050"/>
            </a:xfrm>
            <a:custGeom>
              <a:avLst/>
              <a:gdLst/>
              <a:ahLst/>
              <a:cxnLst/>
              <a:rect l="l" t="t" r="r" b="b"/>
              <a:pathLst>
                <a:path w="5958" h="3722" extrusionOk="0">
                  <a:moveTo>
                    <a:pt x="0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8" name="Google Shape;1658;p19"/>
            <p:cNvSpPr/>
            <p:nvPr/>
          </p:nvSpPr>
          <p:spPr>
            <a:xfrm>
              <a:off x="3742375" y="2023500"/>
              <a:ext cx="149525" cy="93050"/>
            </a:xfrm>
            <a:custGeom>
              <a:avLst/>
              <a:gdLst/>
              <a:ahLst/>
              <a:cxnLst/>
              <a:rect l="l" t="t" r="r" b="b"/>
              <a:pathLst>
                <a:path w="5981" h="3722" extrusionOk="0">
                  <a:moveTo>
                    <a:pt x="0" y="1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9" name="Google Shape;1659;p19"/>
            <p:cNvSpPr/>
            <p:nvPr/>
          </p:nvSpPr>
          <p:spPr>
            <a:xfrm>
              <a:off x="3854775" y="2023500"/>
              <a:ext cx="148975" cy="93050"/>
            </a:xfrm>
            <a:custGeom>
              <a:avLst/>
              <a:gdLst/>
              <a:ahLst/>
              <a:cxnLst/>
              <a:rect l="l" t="t" r="r" b="b"/>
              <a:pathLst>
                <a:path w="5959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0" name="Google Shape;1660;p19"/>
            <p:cNvSpPr/>
            <p:nvPr/>
          </p:nvSpPr>
          <p:spPr>
            <a:xfrm>
              <a:off x="3966625" y="2023500"/>
              <a:ext cx="148950" cy="93050"/>
            </a:xfrm>
            <a:custGeom>
              <a:avLst/>
              <a:gdLst/>
              <a:ahLst/>
              <a:cxnLst/>
              <a:rect l="l" t="t" r="r" b="b"/>
              <a:pathLst>
                <a:path w="5958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1" name="Google Shape;1661;p19"/>
            <p:cNvSpPr/>
            <p:nvPr/>
          </p:nvSpPr>
          <p:spPr>
            <a:xfrm>
              <a:off x="4078475" y="2023500"/>
              <a:ext cx="149525" cy="93050"/>
            </a:xfrm>
            <a:custGeom>
              <a:avLst/>
              <a:gdLst/>
              <a:ahLst/>
              <a:cxnLst/>
              <a:rect l="l" t="t" r="r" b="b"/>
              <a:pathLst>
                <a:path w="5981" h="3722" extrusionOk="0">
                  <a:moveTo>
                    <a:pt x="0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2" name="Google Shape;1662;p19"/>
            <p:cNvSpPr/>
            <p:nvPr/>
          </p:nvSpPr>
          <p:spPr>
            <a:xfrm>
              <a:off x="4190875" y="2023500"/>
              <a:ext cx="148975" cy="93050"/>
            </a:xfrm>
            <a:custGeom>
              <a:avLst/>
              <a:gdLst/>
              <a:ahLst/>
              <a:cxnLst/>
              <a:rect l="l" t="t" r="r" b="b"/>
              <a:pathLst>
                <a:path w="5959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3" name="Google Shape;1663;p19"/>
            <p:cNvSpPr/>
            <p:nvPr/>
          </p:nvSpPr>
          <p:spPr>
            <a:xfrm>
              <a:off x="4302725" y="2023500"/>
              <a:ext cx="149525" cy="93050"/>
            </a:xfrm>
            <a:custGeom>
              <a:avLst/>
              <a:gdLst/>
              <a:ahLst/>
              <a:cxnLst/>
              <a:rect l="l" t="t" r="r" b="b"/>
              <a:pathLst>
                <a:path w="5981" h="3722" extrusionOk="0">
                  <a:moveTo>
                    <a:pt x="1" y="1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4" name="Google Shape;1664;p19"/>
            <p:cNvSpPr/>
            <p:nvPr/>
          </p:nvSpPr>
          <p:spPr>
            <a:xfrm>
              <a:off x="2718075" y="2800150"/>
              <a:ext cx="276800" cy="172925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5" name="Google Shape;1665;p19"/>
            <p:cNvSpPr/>
            <p:nvPr/>
          </p:nvSpPr>
          <p:spPr>
            <a:xfrm>
              <a:off x="2925800" y="28001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0" y="0"/>
                  </a:moveTo>
                  <a:lnTo>
                    <a:pt x="6665" y="6916"/>
                  </a:lnTo>
                  <a:lnTo>
                    <a:pt x="11070" y="6916"/>
                  </a:lnTo>
                  <a:lnTo>
                    <a:pt x="4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6" name="Google Shape;1666;p19"/>
            <p:cNvSpPr/>
            <p:nvPr/>
          </p:nvSpPr>
          <p:spPr>
            <a:xfrm>
              <a:off x="3133500" y="28001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7" name="Google Shape;1667;p19"/>
            <p:cNvSpPr/>
            <p:nvPr/>
          </p:nvSpPr>
          <p:spPr>
            <a:xfrm>
              <a:off x="3341775" y="2800150"/>
              <a:ext cx="276800" cy="172925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1" y="0"/>
                  </a:moveTo>
                  <a:lnTo>
                    <a:pt x="6643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8" name="Google Shape;1668;p19"/>
            <p:cNvSpPr/>
            <p:nvPr/>
          </p:nvSpPr>
          <p:spPr>
            <a:xfrm>
              <a:off x="3549500" y="28001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0" y="0"/>
                  </a:moveTo>
                  <a:lnTo>
                    <a:pt x="6665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9" name="Google Shape;1669;p19"/>
            <p:cNvSpPr/>
            <p:nvPr/>
          </p:nvSpPr>
          <p:spPr>
            <a:xfrm>
              <a:off x="3757200" y="28001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0" name="Google Shape;1670;p19"/>
            <p:cNvSpPr/>
            <p:nvPr/>
          </p:nvSpPr>
          <p:spPr>
            <a:xfrm>
              <a:off x="6113925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1" name="Google Shape;1671;p19"/>
            <p:cNvSpPr/>
            <p:nvPr/>
          </p:nvSpPr>
          <p:spPr>
            <a:xfrm>
              <a:off x="5906200" y="435450"/>
              <a:ext cx="276800" cy="172925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2" name="Google Shape;1672;p19"/>
            <p:cNvSpPr/>
            <p:nvPr/>
          </p:nvSpPr>
          <p:spPr>
            <a:xfrm>
              <a:off x="5698500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3" name="Google Shape;1673;p19"/>
            <p:cNvSpPr/>
            <p:nvPr/>
          </p:nvSpPr>
          <p:spPr>
            <a:xfrm>
              <a:off x="5490225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4" name="Google Shape;1674;p19"/>
            <p:cNvSpPr/>
            <p:nvPr/>
          </p:nvSpPr>
          <p:spPr>
            <a:xfrm>
              <a:off x="5282500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5" name="Google Shape;1675;p19"/>
            <p:cNvSpPr/>
            <p:nvPr/>
          </p:nvSpPr>
          <p:spPr>
            <a:xfrm>
              <a:off x="5074800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6" name="Google Shape;1676;p19"/>
            <p:cNvSpPr/>
            <p:nvPr/>
          </p:nvSpPr>
          <p:spPr>
            <a:xfrm>
              <a:off x="4867075" y="435450"/>
              <a:ext cx="276800" cy="172925"/>
            </a:xfrm>
            <a:custGeom>
              <a:avLst/>
              <a:gdLst/>
              <a:ahLst/>
              <a:cxnLst/>
              <a:rect l="l" t="t" r="r" b="b"/>
              <a:pathLst>
                <a:path w="11072" h="6917" extrusionOk="0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7" name="Google Shape;1677;p19"/>
            <p:cNvSpPr/>
            <p:nvPr/>
          </p:nvSpPr>
          <p:spPr>
            <a:xfrm>
              <a:off x="4658800" y="435450"/>
              <a:ext cx="276775" cy="172925"/>
            </a:xfrm>
            <a:custGeom>
              <a:avLst/>
              <a:gdLst/>
              <a:ahLst/>
              <a:cxnLst/>
              <a:rect l="l" t="t" r="r" b="b"/>
              <a:pathLst>
                <a:path w="11071" h="6917" extrusionOk="0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8" name="Google Shape;1678;p19"/>
            <p:cNvSpPr/>
            <p:nvPr/>
          </p:nvSpPr>
          <p:spPr>
            <a:xfrm>
              <a:off x="4853400" y="927325"/>
              <a:ext cx="143250" cy="155250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9" name="Google Shape;1679;p19"/>
            <p:cNvSpPr/>
            <p:nvPr/>
          </p:nvSpPr>
          <p:spPr>
            <a:xfrm>
              <a:off x="4940700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0" name="Google Shape;1680;p19"/>
            <p:cNvSpPr/>
            <p:nvPr/>
          </p:nvSpPr>
          <p:spPr>
            <a:xfrm>
              <a:off x="5028000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1" name="Google Shape;1681;p19"/>
            <p:cNvSpPr/>
            <p:nvPr/>
          </p:nvSpPr>
          <p:spPr>
            <a:xfrm>
              <a:off x="5115300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2" name="Google Shape;1682;p19"/>
            <p:cNvSpPr/>
            <p:nvPr/>
          </p:nvSpPr>
          <p:spPr>
            <a:xfrm>
              <a:off x="52026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3" name="Google Shape;1683;p19"/>
            <p:cNvSpPr/>
            <p:nvPr/>
          </p:nvSpPr>
          <p:spPr>
            <a:xfrm>
              <a:off x="52899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4" name="Google Shape;1684;p19"/>
            <p:cNvSpPr/>
            <p:nvPr/>
          </p:nvSpPr>
          <p:spPr>
            <a:xfrm>
              <a:off x="53772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5" name="Google Shape;1685;p19"/>
            <p:cNvSpPr/>
            <p:nvPr/>
          </p:nvSpPr>
          <p:spPr>
            <a:xfrm>
              <a:off x="5465100" y="927325"/>
              <a:ext cx="143250" cy="155250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6" name="Google Shape;1686;p19"/>
            <p:cNvSpPr/>
            <p:nvPr/>
          </p:nvSpPr>
          <p:spPr>
            <a:xfrm>
              <a:off x="5552425" y="927325"/>
              <a:ext cx="143250" cy="155250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7" name="Google Shape;1687;p19"/>
            <p:cNvSpPr/>
            <p:nvPr/>
          </p:nvSpPr>
          <p:spPr>
            <a:xfrm>
              <a:off x="56397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8" name="Google Shape;1688;p19"/>
            <p:cNvSpPr/>
            <p:nvPr/>
          </p:nvSpPr>
          <p:spPr>
            <a:xfrm>
              <a:off x="5727025" y="927325"/>
              <a:ext cx="143825" cy="155250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689" name="Google Shape;1689;p19"/>
          <p:cNvGrpSpPr/>
          <p:nvPr/>
        </p:nvGrpSpPr>
        <p:grpSpPr>
          <a:xfrm>
            <a:off x="9629577" y="6091830"/>
            <a:ext cx="1174713" cy="387569"/>
            <a:chOff x="7222182" y="4568872"/>
            <a:chExt cx="881035" cy="290677"/>
          </a:xfrm>
        </p:grpSpPr>
        <p:sp>
          <p:nvSpPr>
            <p:cNvPr id="1690" name="Google Shape;1690;p19"/>
            <p:cNvSpPr/>
            <p:nvPr/>
          </p:nvSpPr>
          <p:spPr>
            <a:xfrm>
              <a:off x="7222182" y="4568872"/>
              <a:ext cx="148483" cy="290677"/>
            </a:xfrm>
            <a:custGeom>
              <a:avLst/>
              <a:gdLst/>
              <a:ahLst/>
              <a:cxnLst/>
              <a:rect l="l" t="t" r="r" b="b"/>
              <a:pathLst>
                <a:path w="1204" h="2357" fill="none" extrusionOk="0">
                  <a:moveTo>
                    <a:pt x="0" y="0"/>
                  </a:moveTo>
                  <a:lnTo>
                    <a:pt x="1203" y="1178"/>
                  </a:lnTo>
                  <a:lnTo>
                    <a:pt x="0" y="2356"/>
                  </a:lnTo>
                </a:path>
              </a:pathLst>
            </a:custGeom>
            <a:noFill/>
            <a:ln w="19050" cap="flat" cmpd="sng">
              <a:solidFill>
                <a:schemeClr val="accent5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1" name="Google Shape;1691;p19"/>
            <p:cNvSpPr/>
            <p:nvPr/>
          </p:nvSpPr>
          <p:spPr>
            <a:xfrm>
              <a:off x="7370543" y="4568872"/>
              <a:ext cx="145400" cy="290677"/>
            </a:xfrm>
            <a:custGeom>
              <a:avLst/>
              <a:gdLst/>
              <a:ahLst/>
              <a:cxnLst/>
              <a:rect l="l" t="t" r="r" b="b"/>
              <a:pathLst>
                <a:path w="1179" h="2357" fill="none" extrusionOk="0">
                  <a:moveTo>
                    <a:pt x="0" y="0"/>
                  </a:moveTo>
                  <a:lnTo>
                    <a:pt x="1178" y="1178"/>
                  </a:lnTo>
                  <a:lnTo>
                    <a:pt x="0" y="2356"/>
                  </a:lnTo>
                </a:path>
              </a:pathLst>
            </a:custGeom>
            <a:noFill/>
            <a:ln w="19050" cap="flat" cmpd="sng">
              <a:solidFill>
                <a:schemeClr val="accent5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2" name="Google Shape;1692;p19"/>
            <p:cNvSpPr/>
            <p:nvPr/>
          </p:nvSpPr>
          <p:spPr>
            <a:xfrm>
              <a:off x="7515820" y="4568872"/>
              <a:ext cx="148483" cy="290677"/>
            </a:xfrm>
            <a:custGeom>
              <a:avLst/>
              <a:gdLst/>
              <a:ahLst/>
              <a:cxnLst/>
              <a:rect l="l" t="t" r="r" b="b"/>
              <a:pathLst>
                <a:path w="1204" h="2357" fill="none" extrusionOk="0">
                  <a:moveTo>
                    <a:pt x="0" y="0"/>
                  </a:moveTo>
                  <a:lnTo>
                    <a:pt x="1203" y="1178"/>
                  </a:lnTo>
                  <a:lnTo>
                    <a:pt x="0" y="2356"/>
                  </a:lnTo>
                </a:path>
              </a:pathLst>
            </a:custGeom>
            <a:noFill/>
            <a:ln w="19050" cap="flat" cmpd="sng">
              <a:solidFill>
                <a:schemeClr val="accent5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3" name="Google Shape;1693;p19"/>
            <p:cNvSpPr/>
            <p:nvPr/>
          </p:nvSpPr>
          <p:spPr>
            <a:xfrm>
              <a:off x="7664180" y="4568872"/>
              <a:ext cx="145400" cy="290677"/>
            </a:xfrm>
            <a:custGeom>
              <a:avLst/>
              <a:gdLst/>
              <a:ahLst/>
              <a:cxnLst/>
              <a:rect l="l" t="t" r="r" b="b"/>
              <a:pathLst>
                <a:path w="1179" h="2357" fill="none" extrusionOk="0">
                  <a:moveTo>
                    <a:pt x="0" y="0"/>
                  </a:moveTo>
                  <a:lnTo>
                    <a:pt x="1178" y="1178"/>
                  </a:lnTo>
                  <a:lnTo>
                    <a:pt x="0" y="2356"/>
                  </a:lnTo>
                </a:path>
              </a:pathLst>
            </a:custGeom>
            <a:noFill/>
            <a:ln w="19050" cap="flat" cmpd="sng">
              <a:solidFill>
                <a:schemeClr val="accent5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4" name="Google Shape;1694;p19"/>
            <p:cNvSpPr/>
            <p:nvPr/>
          </p:nvSpPr>
          <p:spPr>
            <a:xfrm>
              <a:off x="7809457" y="4568872"/>
              <a:ext cx="148483" cy="290677"/>
            </a:xfrm>
            <a:custGeom>
              <a:avLst/>
              <a:gdLst/>
              <a:ahLst/>
              <a:cxnLst/>
              <a:rect l="l" t="t" r="r" b="b"/>
              <a:pathLst>
                <a:path w="1204" h="2357" fill="none" extrusionOk="0">
                  <a:moveTo>
                    <a:pt x="0" y="0"/>
                  </a:moveTo>
                  <a:lnTo>
                    <a:pt x="1203" y="1178"/>
                  </a:lnTo>
                  <a:lnTo>
                    <a:pt x="0" y="2356"/>
                  </a:lnTo>
                </a:path>
              </a:pathLst>
            </a:custGeom>
            <a:noFill/>
            <a:ln w="19050" cap="flat" cmpd="sng">
              <a:solidFill>
                <a:schemeClr val="accent5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5" name="Google Shape;1695;p19"/>
            <p:cNvSpPr/>
            <p:nvPr/>
          </p:nvSpPr>
          <p:spPr>
            <a:xfrm>
              <a:off x="7957817" y="4568872"/>
              <a:ext cx="145400" cy="290677"/>
            </a:xfrm>
            <a:custGeom>
              <a:avLst/>
              <a:gdLst/>
              <a:ahLst/>
              <a:cxnLst/>
              <a:rect l="l" t="t" r="r" b="b"/>
              <a:pathLst>
                <a:path w="1179" h="2357" fill="none" extrusionOk="0">
                  <a:moveTo>
                    <a:pt x="0" y="0"/>
                  </a:moveTo>
                  <a:lnTo>
                    <a:pt x="1178" y="1178"/>
                  </a:lnTo>
                  <a:lnTo>
                    <a:pt x="0" y="2356"/>
                  </a:lnTo>
                </a:path>
              </a:pathLst>
            </a:custGeom>
            <a:noFill/>
            <a:ln w="19050" cap="flat" cmpd="sng">
              <a:solidFill>
                <a:schemeClr val="accent5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96" name="Google Shape;1696;p19"/>
          <p:cNvSpPr txBox="1">
            <a:spLocks noGrp="1"/>
          </p:cNvSpPr>
          <p:nvPr>
            <p:ph type="title"/>
          </p:nvPr>
        </p:nvSpPr>
        <p:spPr>
          <a:xfrm>
            <a:off x="960000" y="615833"/>
            <a:ext cx="10272000" cy="65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697" name="Google Shape;1697;p19"/>
          <p:cNvSpPr txBox="1">
            <a:spLocks noGrp="1"/>
          </p:cNvSpPr>
          <p:nvPr>
            <p:ph type="subTitle" idx="1"/>
          </p:nvPr>
        </p:nvSpPr>
        <p:spPr>
          <a:xfrm>
            <a:off x="960001" y="2856557"/>
            <a:ext cx="2888400" cy="86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698" name="Google Shape;1698;p19"/>
          <p:cNvSpPr txBox="1">
            <a:spLocks noGrp="1"/>
          </p:cNvSpPr>
          <p:nvPr>
            <p:ph type="title" idx="2"/>
          </p:nvPr>
        </p:nvSpPr>
        <p:spPr>
          <a:xfrm>
            <a:off x="960012" y="2331033"/>
            <a:ext cx="2888400" cy="4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699" name="Google Shape;1699;p19"/>
          <p:cNvSpPr txBox="1">
            <a:spLocks noGrp="1"/>
          </p:cNvSpPr>
          <p:nvPr>
            <p:ph type="subTitle" idx="3"/>
          </p:nvPr>
        </p:nvSpPr>
        <p:spPr>
          <a:xfrm>
            <a:off x="960001" y="4907064"/>
            <a:ext cx="2888400" cy="86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700" name="Google Shape;1700;p19"/>
          <p:cNvSpPr txBox="1">
            <a:spLocks noGrp="1"/>
          </p:cNvSpPr>
          <p:nvPr>
            <p:ph type="title" idx="4"/>
          </p:nvPr>
        </p:nvSpPr>
        <p:spPr>
          <a:xfrm>
            <a:off x="960012" y="4381540"/>
            <a:ext cx="2888400" cy="4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701" name="Google Shape;1701;p19"/>
          <p:cNvSpPr txBox="1">
            <a:spLocks noGrp="1"/>
          </p:cNvSpPr>
          <p:nvPr>
            <p:ph type="subTitle" idx="5"/>
          </p:nvPr>
        </p:nvSpPr>
        <p:spPr>
          <a:xfrm>
            <a:off x="4651801" y="2856557"/>
            <a:ext cx="2888400" cy="86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702" name="Google Shape;1702;p19"/>
          <p:cNvSpPr txBox="1">
            <a:spLocks noGrp="1"/>
          </p:cNvSpPr>
          <p:nvPr>
            <p:ph type="title" idx="6"/>
          </p:nvPr>
        </p:nvSpPr>
        <p:spPr>
          <a:xfrm>
            <a:off x="4651812" y="2331033"/>
            <a:ext cx="2888400" cy="4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703" name="Google Shape;1703;p19"/>
          <p:cNvSpPr txBox="1">
            <a:spLocks noGrp="1"/>
          </p:cNvSpPr>
          <p:nvPr>
            <p:ph type="subTitle" idx="7"/>
          </p:nvPr>
        </p:nvSpPr>
        <p:spPr>
          <a:xfrm>
            <a:off x="4651801" y="4907064"/>
            <a:ext cx="2888400" cy="86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704" name="Google Shape;1704;p19"/>
          <p:cNvSpPr txBox="1">
            <a:spLocks noGrp="1"/>
          </p:cNvSpPr>
          <p:nvPr>
            <p:ph type="title" idx="8"/>
          </p:nvPr>
        </p:nvSpPr>
        <p:spPr>
          <a:xfrm>
            <a:off x="4651812" y="4381540"/>
            <a:ext cx="2888400" cy="4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705" name="Google Shape;1705;p19"/>
          <p:cNvSpPr txBox="1">
            <a:spLocks noGrp="1"/>
          </p:cNvSpPr>
          <p:nvPr>
            <p:ph type="subTitle" idx="9"/>
          </p:nvPr>
        </p:nvSpPr>
        <p:spPr>
          <a:xfrm>
            <a:off x="8343601" y="2856557"/>
            <a:ext cx="2888400" cy="86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706" name="Google Shape;1706;p19"/>
          <p:cNvSpPr txBox="1">
            <a:spLocks noGrp="1"/>
          </p:cNvSpPr>
          <p:nvPr>
            <p:ph type="title" idx="13"/>
          </p:nvPr>
        </p:nvSpPr>
        <p:spPr>
          <a:xfrm>
            <a:off x="8343612" y="2331033"/>
            <a:ext cx="2888400" cy="4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707" name="Google Shape;1707;p19"/>
          <p:cNvSpPr txBox="1">
            <a:spLocks noGrp="1"/>
          </p:cNvSpPr>
          <p:nvPr>
            <p:ph type="subTitle" idx="14"/>
          </p:nvPr>
        </p:nvSpPr>
        <p:spPr>
          <a:xfrm>
            <a:off x="8343601" y="4907064"/>
            <a:ext cx="2888400" cy="86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708" name="Google Shape;1708;p19"/>
          <p:cNvSpPr txBox="1">
            <a:spLocks noGrp="1"/>
          </p:cNvSpPr>
          <p:nvPr>
            <p:ph type="title" idx="15"/>
          </p:nvPr>
        </p:nvSpPr>
        <p:spPr>
          <a:xfrm>
            <a:off x="8343612" y="4381540"/>
            <a:ext cx="2888400" cy="4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3052854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0" name="Google Shape;1710;p20"/>
          <p:cNvGrpSpPr/>
          <p:nvPr/>
        </p:nvGrpSpPr>
        <p:grpSpPr>
          <a:xfrm>
            <a:off x="973969" y="6092016"/>
            <a:ext cx="2136199" cy="325957"/>
            <a:chOff x="1675453" y="-1233273"/>
            <a:chExt cx="1032712" cy="157579"/>
          </a:xfrm>
        </p:grpSpPr>
        <p:sp>
          <p:nvSpPr>
            <p:cNvPr id="1711" name="Google Shape;1711;p20"/>
            <p:cNvSpPr/>
            <p:nvPr/>
          </p:nvSpPr>
          <p:spPr>
            <a:xfrm flipH="1">
              <a:off x="2562766" y="-1233273"/>
              <a:ext cx="145399" cy="157579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2" name="Google Shape;1712;p20"/>
            <p:cNvSpPr/>
            <p:nvPr/>
          </p:nvSpPr>
          <p:spPr>
            <a:xfrm flipH="1">
              <a:off x="2473573" y="-1233273"/>
              <a:ext cx="145982" cy="157579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3" name="Google Shape;1713;p20"/>
            <p:cNvSpPr/>
            <p:nvPr/>
          </p:nvSpPr>
          <p:spPr>
            <a:xfrm flipH="1">
              <a:off x="2384964" y="-1233273"/>
              <a:ext cx="145982" cy="157579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4" name="Google Shape;1714;p20"/>
            <p:cNvSpPr/>
            <p:nvPr/>
          </p:nvSpPr>
          <p:spPr>
            <a:xfrm flipH="1">
              <a:off x="2296354" y="-1233273"/>
              <a:ext cx="145982" cy="157579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5" name="Google Shape;1715;p20"/>
            <p:cNvSpPr/>
            <p:nvPr/>
          </p:nvSpPr>
          <p:spPr>
            <a:xfrm flipH="1">
              <a:off x="2207719" y="-1233273"/>
              <a:ext cx="145982" cy="157579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6" name="Google Shape;1716;p20"/>
            <p:cNvSpPr/>
            <p:nvPr/>
          </p:nvSpPr>
          <p:spPr>
            <a:xfrm flipH="1">
              <a:off x="2119110" y="-1233273"/>
              <a:ext cx="145982" cy="157579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7" name="Google Shape;1717;p20"/>
            <p:cNvSpPr/>
            <p:nvPr/>
          </p:nvSpPr>
          <p:spPr>
            <a:xfrm flipH="1">
              <a:off x="2030500" y="-1233273"/>
              <a:ext cx="145982" cy="157579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8" name="Google Shape;1718;p20"/>
            <p:cNvSpPr/>
            <p:nvPr/>
          </p:nvSpPr>
          <p:spPr>
            <a:xfrm flipH="1">
              <a:off x="1941891" y="-1233273"/>
              <a:ext cx="145399" cy="157579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9" name="Google Shape;1719;p20"/>
            <p:cNvSpPr/>
            <p:nvPr/>
          </p:nvSpPr>
          <p:spPr>
            <a:xfrm flipH="1">
              <a:off x="1853256" y="-1233273"/>
              <a:ext cx="145399" cy="157579"/>
            </a:xfrm>
            <a:custGeom>
              <a:avLst/>
              <a:gdLst/>
              <a:ahLst/>
              <a:cxnLst/>
              <a:rect l="l" t="t" r="r" b="b"/>
              <a:pathLst>
                <a:path w="5730" h="6210" extrusionOk="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0" name="Google Shape;1720;p20"/>
            <p:cNvSpPr/>
            <p:nvPr/>
          </p:nvSpPr>
          <p:spPr>
            <a:xfrm flipH="1">
              <a:off x="1764063" y="-1233273"/>
              <a:ext cx="145982" cy="157579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1" name="Google Shape;1721;p20"/>
            <p:cNvSpPr/>
            <p:nvPr/>
          </p:nvSpPr>
          <p:spPr>
            <a:xfrm flipH="1">
              <a:off x="1675453" y="-1233273"/>
              <a:ext cx="145982" cy="157579"/>
            </a:xfrm>
            <a:custGeom>
              <a:avLst/>
              <a:gdLst/>
              <a:ahLst/>
              <a:cxnLst/>
              <a:rect l="l" t="t" r="r" b="b"/>
              <a:pathLst>
                <a:path w="5753" h="6210" extrusionOk="0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722" name="Google Shape;1722;p20"/>
          <p:cNvGrpSpPr/>
          <p:nvPr/>
        </p:nvGrpSpPr>
        <p:grpSpPr>
          <a:xfrm>
            <a:off x="11317867" y="3638634"/>
            <a:ext cx="2069533" cy="4633533"/>
            <a:chOff x="327125" y="2375600"/>
            <a:chExt cx="1552150" cy="3475150"/>
          </a:xfrm>
        </p:grpSpPr>
        <p:sp>
          <p:nvSpPr>
            <p:cNvPr id="1723" name="Google Shape;1723;p20"/>
            <p:cNvSpPr/>
            <p:nvPr/>
          </p:nvSpPr>
          <p:spPr>
            <a:xfrm>
              <a:off x="531425" y="2394425"/>
              <a:ext cx="115850" cy="3456325"/>
            </a:xfrm>
            <a:custGeom>
              <a:avLst/>
              <a:gdLst/>
              <a:ahLst/>
              <a:cxnLst/>
              <a:rect l="l" t="t" r="r" b="b"/>
              <a:pathLst>
                <a:path w="4634" h="138253" fill="none" extrusionOk="0">
                  <a:moveTo>
                    <a:pt x="3150" y="138253"/>
                  </a:moveTo>
                  <a:lnTo>
                    <a:pt x="3150" y="54872"/>
                  </a:lnTo>
                  <a:lnTo>
                    <a:pt x="0" y="51722"/>
                  </a:lnTo>
                  <a:lnTo>
                    <a:pt x="0" y="28714"/>
                  </a:lnTo>
                  <a:lnTo>
                    <a:pt x="4634" y="24058"/>
                  </a:lnTo>
                  <a:lnTo>
                    <a:pt x="4634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4" name="Google Shape;1724;p20"/>
            <p:cNvSpPr/>
            <p:nvPr/>
          </p:nvSpPr>
          <p:spPr>
            <a:xfrm>
              <a:off x="627275" y="2375600"/>
              <a:ext cx="39975" cy="39950"/>
            </a:xfrm>
            <a:custGeom>
              <a:avLst/>
              <a:gdLst/>
              <a:ahLst/>
              <a:cxnLst/>
              <a:rect l="l" t="t" r="r" b="b"/>
              <a:pathLst>
                <a:path w="1599" h="1598" extrusionOk="0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56" y="1598"/>
                    <a:pt x="1599" y="1233"/>
                    <a:pt x="1599" y="799"/>
                  </a:cubicBezTo>
                  <a:cubicBezTo>
                    <a:pt x="1599" y="365"/>
                    <a:pt x="1256" y="0"/>
                    <a:pt x="80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5" name="Google Shape;1725;p20"/>
            <p:cNvSpPr/>
            <p:nvPr/>
          </p:nvSpPr>
          <p:spPr>
            <a:xfrm>
              <a:off x="347100" y="2923975"/>
              <a:ext cx="112450" cy="2344175"/>
            </a:xfrm>
            <a:custGeom>
              <a:avLst/>
              <a:gdLst/>
              <a:ahLst/>
              <a:cxnLst/>
              <a:rect l="l" t="t" r="r" b="b"/>
              <a:pathLst>
                <a:path w="4498" h="93767" fill="none" extrusionOk="0">
                  <a:moveTo>
                    <a:pt x="4497" y="93766"/>
                  </a:moveTo>
                  <a:lnTo>
                    <a:pt x="4497" y="50855"/>
                  </a:lnTo>
                  <a:lnTo>
                    <a:pt x="1" y="46358"/>
                  </a:lnTo>
                  <a:lnTo>
                    <a:pt x="1" y="0"/>
                  </a:lnTo>
                </a:path>
              </a:pathLst>
            </a:custGeom>
            <a:solidFill>
              <a:schemeClr val="accent1"/>
            </a:solidFill>
            <a:ln w="13125" cap="flat" cmpd="sng">
              <a:solidFill>
                <a:schemeClr val="accent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6" name="Google Shape;1726;p20"/>
            <p:cNvSpPr/>
            <p:nvPr/>
          </p:nvSpPr>
          <p:spPr>
            <a:xfrm>
              <a:off x="327125" y="2904575"/>
              <a:ext cx="39975" cy="39950"/>
            </a:xfrm>
            <a:custGeom>
              <a:avLst/>
              <a:gdLst/>
              <a:ahLst/>
              <a:cxnLst/>
              <a:rect l="l" t="t" r="r" b="b"/>
              <a:pathLst>
                <a:path w="1599" h="1598" extrusionOk="0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55"/>
                    <a:pt x="366" y="1598"/>
                    <a:pt x="800" y="1598"/>
                  </a:cubicBezTo>
                  <a:cubicBezTo>
                    <a:pt x="1233" y="1598"/>
                    <a:pt x="1599" y="1255"/>
                    <a:pt x="1599" y="799"/>
                  </a:cubicBezTo>
                  <a:cubicBezTo>
                    <a:pt x="1599" y="365"/>
                    <a:pt x="1233" y="0"/>
                    <a:pt x="80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7" name="Google Shape;1727;p20"/>
            <p:cNvSpPr/>
            <p:nvPr/>
          </p:nvSpPr>
          <p:spPr>
            <a:xfrm>
              <a:off x="347100" y="2676875"/>
              <a:ext cx="192900" cy="374375"/>
            </a:xfrm>
            <a:custGeom>
              <a:avLst/>
              <a:gdLst/>
              <a:ahLst/>
              <a:cxnLst/>
              <a:rect l="l" t="t" r="r" b="b"/>
              <a:pathLst>
                <a:path w="7716" h="14975" fill="none" extrusionOk="0">
                  <a:moveTo>
                    <a:pt x="1" y="14974"/>
                  </a:moveTo>
                  <a:lnTo>
                    <a:pt x="7716" y="7259"/>
                  </a:lnTo>
                  <a:lnTo>
                    <a:pt x="7716" y="1"/>
                  </a:lnTo>
                </a:path>
              </a:pathLst>
            </a:custGeom>
            <a:solidFill>
              <a:schemeClr val="accent1"/>
            </a:solidFill>
            <a:ln w="13125" cap="flat" cmpd="sng">
              <a:solidFill>
                <a:schemeClr val="accent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8" name="Google Shape;1728;p20"/>
            <p:cNvSpPr/>
            <p:nvPr/>
          </p:nvSpPr>
          <p:spPr>
            <a:xfrm>
              <a:off x="520000" y="265805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9" name="Google Shape;1729;p20"/>
            <p:cNvSpPr/>
            <p:nvPr/>
          </p:nvSpPr>
          <p:spPr>
            <a:xfrm>
              <a:off x="347100" y="4357400"/>
              <a:ext cx="25" cy="971225"/>
            </a:xfrm>
            <a:custGeom>
              <a:avLst/>
              <a:gdLst/>
              <a:ahLst/>
              <a:cxnLst/>
              <a:rect l="l" t="t" r="r" b="b"/>
              <a:pathLst>
                <a:path w="1" h="38849" fill="none" extrusionOk="0">
                  <a:moveTo>
                    <a:pt x="1" y="38849"/>
                  </a:move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0" name="Google Shape;1730;p20"/>
            <p:cNvSpPr/>
            <p:nvPr/>
          </p:nvSpPr>
          <p:spPr>
            <a:xfrm>
              <a:off x="327125" y="433855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33" y="1599"/>
                    <a:pt x="1599" y="1234"/>
                    <a:pt x="1599" y="800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1" name="Google Shape;1731;p20"/>
            <p:cNvSpPr/>
            <p:nvPr/>
          </p:nvSpPr>
          <p:spPr>
            <a:xfrm>
              <a:off x="690625" y="3227550"/>
              <a:ext cx="172925" cy="2083400"/>
            </a:xfrm>
            <a:custGeom>
              <a:avLst/>
              <a:gdLst/>
              <a:ahLst/>
              <a:cxnLst/>
              <a:rect l="l" t="t" r="r" b="b"/>
              <a:pathLst>
                <a:path w="6917" h="83336" fill="none" extrusionOk="0">
                  <a:moveTo>
                    <a:pt x="6917" y="83335"/>
                  </a:moveTo>
                  <a:lnTo>
                    <a:pt x="0" y="76396"/>
                  </a:lnTo>
                  <a:lnTo>
                    <a:pt x="0" y="15841"/>
                  </a:lnTo>
                  <a:lnTo>
                    <a:pt x="4954" y="10865"/>
                  </a:lnTo>
                  <a:lnTo>
                    <a:pt x="4954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2" name="Google Shape;1732;p20"/>
            <p:cNvSpPr/>
            <p:nvPr/>
          </p:nvSpPr>
          <p:spPr>
            <a:xfrm>
              <a:off x="794475" y="3208700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56" y="1599"/>
                    <a:pt x="1598" y="1234"/>
                    <a:pt x="1598" y="800"/>
                  </a:cubicBezTo>
                  <a:cubicBezTo>
                    <a:pt x="1598" y="343"/>
                    <a:pt x="1256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3" name="Google Shape;1733;p20"/>
            <p:cNvSpPr/>
            <p:nvPr/>
          </p:nvSpPr>
          <p:spPr>
            <a:xfrm>
              <a:off x="776800" y="3899750"/>
              <a:ext cx="25" cy="1084800"/>
            </a:xfrm>
            <a:custGeom>
              <a:avLst/>
              <a:gdLst/>
              <a:ahLst/>
              <a:cxnLst/>
              <a:rect l="l" t="t" r="r" b="b"/>
              <a:pathLst>
                <a:path w="1" h="43392" fill="none" extrusionOk="0">
                  <a:moveTo>
                    <a:pt x="0" y="43391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4" name="Google Shape;1734;p20"/>
            <p:cNvSpPr/>
            <p:nvPr/>
          </p:nvSpPr>
          <p:spPr>
            <a:xfrm>
              <a:off x="756825" y="4963400"/>
              <a:ext cx="40525" cy="39975"/>
            </a:xfrm>
            <a:custGeom>
              <a:avLst/>
              <a:gdLst/>
              <a:ahLst/>
              <a:cxnLst/>
              <a:rect l="l" t="t" r="r" b="b"/>
              <a:pathLst>
                <a:path w="1621" h="1599" extrusionOk="0">
                  <a:moveTo>
                    <a:pt x="799" y="1"/>
                  </a:moveTo>
                  <a:cubicBezTo>
                    <a:pt x="365" y="1"/>
                    <a:pt x="0" y="366"/>
                    <a:pt x="0" y="800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800"/>
                  </a:cubicBezTo>
                  <a:cubicBezTo>
                    <a:pt x="1621" y="366"/>
                    <a:pt x="1256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5" name="Google Shape;1735;p20"/>
            <p:cNvSpPr/>
            <p:nvPr/>
          </p:nvSpPr>
          <p:spPr>
            <a:xfrm>
              <a:off x="756825" y="3880925"/>
              <a:ext cx="40525" cy="39950"/>
            </a:xfrm>
            <a:custGeom>
              <a:avLst/>
              <a:gdLst/>
              <a:ahLst/>
              <a:cxnLst/>
              <a:rect l="l" t="t" r="r" b="b"/>
              <a:pathLst>
                <a:path w="1621" h="1598" extrusionOk="0">
                  <a:moveTo>
                    <a:pt x="799" y="0"/>
                  </a:moveTo>
                  <a:cubicBezTo>
                    <a:pt x="365" y="0"/>
                    <a:pt x="0" y="342"/>
                    <a:pt x="0" y="799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799"/>
                  </a:cubicBezTo>
                  <a:cubicBezTo>
                    <a:pt x="1621" y="342"/>
                    <a:pt x="1256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6" name="Google Shape;1736;p20"/>
            <p:cNvSpPr/>
            <p:nvPr/>
          </p:nvSpPr>
          <p:spPr>
            <a:xfrm>
              <a:off x="861250" y="3692600"/>
              <a:ext cx="445675" cy="1618350"/>
            </a:xfrm>
            <a:custGeom>
              <a:avLst/>
              <a:gdLst/>
              <a:ahLst/>
              <a:cxnLst/>
              <a:rect l="l" t="t" r="r" b="b"/>
              <a:pathLst>
                <a:path w="17827" h="64734" fill="none" extrusionOk="0">
                  <a:moveTo>
                    <a:pt x="17827" y="64733"/>
                  </a:moveTo>
                  <a:lnTo>
                    <a:pt x="4314" y="51221"/>
                  </a:lnTo>
                  <a:lnTo>
                    <a:pt x="4314" y="28258"/>
                  </a:lnTo>
                  <a:lnTo>
                    <a:pt x="0" y="23944"/>
                  </a:lnTo>
                  <a:lnTo>
                    <a:pt x="0" y="1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7" name="Google Shape;1737;p20"/>
            <p:cNvSpPr/>
            <p:nvPr/>
          </p:nvSpPr>
          <p:spPr>
            <a:xfrm>
              <a:off x="841275" y="3673200"/>
              <a:ext cx="39975" cy="40550"/>
            </a:xfrm>
            <a:custGeom>
              <a:avLst/>
              <a:gdLst/>
              <a:ahLst/>
              <a:cxnLst/>
              <a:rect l="l" t="t" r="r" b="b"/>
              <a:pathLst>
                <a:path w="1599" h="1622" extrusionOk="0">
                  <a:moveTo>
                    <a:pt x="799" y="1"/>
                  </a:moveTo>
                  <a:cubicBezTo>
                    <a:pt x="343" y="1"/>
                    <a:pt x="0" y="366"/>
                    <a:pt x="0" y="800"/>
                  </a:cubicBezTo>
                  <a:cubicBezTo>
                    <a:pt x="0" y="1256"/>
                    <a:pt x="343" y="1621"/>
                    <a:pt x="799" y="1621"/>
                  </a:cubicBezTo>
                  <a:cubicBezTo>
                    <a:pt x="1233" y="1621"/>
                    <a:pt x="1598" y="1256"/>
                    <a:pt x="1598" y="800"/>
                  </a:cubicBezTo>
                  <a:cubicBezTo>
                    <a:pt x="1598" y="366"/>
                    <a:pt x="1233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8" name="Google Shape;1738;p20"/>
            <p:cNvSpPr/>
            <p:nvPr/>
          </p:nvSpPr>
          <p:spPr>
            <a:xfrm>
              <a:off x="969100" y="4182200"/>
              <a:ext cx="174625" cy="556975"/>
            </a:xfrm>
            <a:custGeom>
              <a:avLst/>
              <a:gdLst/>
              <a:ahLst/>
              <a:cxnLst/>
              <a:rect l="l" t="t" r="r" b="b"/>
              <a:pathLst>
                <a:path w="6985" h="22279" fill="none" extrusionOk="0">
                  <a:moveTo>
                    <a:pt x="0" y="22278"/>
                  </a:moveTo>
                  <a:lnTo>
                    <a:pt x="6985" y="15294"/>
                  </a:lnTo>
                  <a:lnTo>
                    <a:pt x="6985" y="1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9" name="Google Shape;1739;p20"/>
            <p:cNvSpPr/>
            <p:nvPr/>
          </p:nvSpPr>
          <p:spPr>
            <a:xfrm>
              <a:off x="1123725" y="4163375"/>
              <a:ext cx="39975" cy="39975"/>
            </a:xfrm>
            <a:custGeom>
              <a:avLst/>
              <a:gdLst/>
              <a:ahLst/>
              <a:cxnLst/>
              <a:rect l="l" t="t" r="r" b="b"/>
              <a:pathLst>
                <a:path w="1599" h="1599" extrusionOk="0">
                  <a:moveTo>
                    <a:pt x="800" y="1"/>
                  </a:moveTo>
                  <a:cubicBezTo>
                    <a:pt x="343" y="1"/>
                    <a:pt x="1" y="343"/>
                    <a:pt x="1" y="799"/>
                  </a:cubicBezTo>
                  <a:cubicBezTo>
                    <a:pt x="1" y="1233"/>
                    <a:pt x="343" y="1598"/>
                    <a:pt x="800" y="1598"/>
                  </a:cubicBezTo>
                  <a:cubicBezTo>
                    <a:pt x="1233" y="1598"/>
                    <a:pt x="1599" y="1233"/>
                    <a:pt x="1599" y="799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0" name="Google Shape;1740;p20"/>
            <p:cNvSpPr/>
            <p:nvPr/>
          </p:nvSpPr>
          <p:spPr>
            <a:xfrm>
              <a:off x="1393075" y="4882950"/>
              <a:ext cx="25" cy="428000"/>
            </a:xfrm>
            <a:custGeom>
              <a:avLst/>
              <a:gdLst/>
              <a:ahLst/>
              <a:cxnLst/>
              <a:rect l="l" t="t" r="r" b="b"/>
              <a:pathLst>
                <a:path w="1" h="17120" fill="none" extrusionOk="0">
                  <a:moveTo>
                    <a:pt x="0" y="17119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1" name="Google Shape;1741;p20"/>
            <p:cNvSpPr/>
            <p:nvPr/>
          </p:nvSpPr>
          <p:spPr>
            <a:xfrm>
              <a:off x="1373100" y="4864125"/>
              <a:ext cx="39975" cy="39950"/>
            </a:xfrm>
            <a:custGeom>
              <a:avLst/>
              <a:gdLst/>
              <a:ahLst/>
              <a:cxnLst/>
              <a:rect l="l" t="t" r="r" b="b"/>
              <a:pathLst>
                <a:path w="1599" h="1598" extrusionOk="0">
                  <a:moveTo>
                    <a:pt x="799" y="0"/>
                  </a:moveTo>
                  <a:cubicBezTo>
                    <a:pt x="343" y="0"/>
                    <a:pt x="1" y="365"/>
                    <a:pt x="1" y="799"/>
                  </a:cubicBezTo>
                  <a:cubicBezTo>
                    <a:pt x="1" y="1233"/>
                    <a:pt x="343" y="1598"/>
                    <a:pt x="799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5"/>
                    <a:pt x="1233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2" name="Google Shape;1742;p20"/>
            <p:cNvSpPr/>
            <p:nvPr/>
          </p:nvSpPr>
          <p:spPr>
            <a:xfrm>
              <a:off x="1714900" y="4922900"/>
              <a:ext cx="164375" cy="388050"/>
            </a:xfrm>
            <a:custGeom>
              <a:avLst/>
              <a:gdLst/>
              <a:ahLst/>
              <a:cxnLst/>
              <a:rect l="l" t="t" r="r" b="b"/>
              <a:pathLst>
                <a:path w="6575" h="15522" fill="none" extrusionOk="0">
                  <a:moveTo>
                    <a:pt x="6575" y="15521"/>
                  </a:moveTo>
                  <a:lnTo>
                    <a:pt x="6575" y="6574"/>
                  </a:ln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w="13125" cap="flat" cmpd="sng">
              <a:solidFill>
                <a:schemeClr val="accent2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3" name="Google Shape;1743;p20"/>
            <p:cNvSpPr/>
            <p:nvPr/>
          </p:nvSpPr>
          <p:spPr>
            <a:xfrm>
              <a:off x="1693800" y="4903475"/>
              <a:ext cx="43950" cy="40275"/>
            </a:xfrm>
            <a:custGeom>
              <a:avLst/>
              <a:gdLst/>
              <a:ahLst/>
              <a:cxnLst/>
              <a:rect l="l" t="t" r="r" b="b"/>
              <a:pathLst>
                <a:path w="1758" h="1611" extrusionOk="0">
                  <a:moveTo>
                    <a:pt x="868" y="1"/>
                  </a:moveTo>
                  <a:cubicBezTo>
                    <a:pt x="662" y="1"/>
                    <a:pt x="457" y="92"/>
                    <a:pt x="297" y="252"/>
                  </a:cubicBezTo>
                  <a:cubicBezTo>
                    <a:pt x="0" y="549"/>
                    <a:pt x="0" y="1074"/>
                    <a:pt x="297" y="1370"/>
                  </a:cubicBezTo>
                  <a:cubicBezTo>
                    <a:pt x="457" y="1530"/>
                    <a:pt x="662" y="1610"/>
                    <a:pt x="868" y="1610"/>
                  </a:cubicBezTo>
                  <a:cubicBezTo>
                    <a:pt x="1073" y="1610"/>
                    <a:pt x="1279" y="1530"/>
                    <a:pt x="1438" y="1370"/>
                  </a:cubicBezTo>
                  <a:cubicBezTo>
                    <a:pt x="1758" y="1074"/>
                    <a:pt x="1758" y="549"/>
                    <a:pt x="1438" y="252"/>
                  </a:cubicBezTo>
                  <a:cubicBezTo>
                    <a:pt x="1279" y="92"/>
                    <a:pt x="1073" y="1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744" name="Google Shape;1744;p20"/>
          <p:cNvGrpSpPr/>
          <p:nvPr/>
        </p:nvGrpSpPr>
        <p:grpSpPr>
          <a:xfrm>
            <a:off x="-486567" y="-3137999"/>
            <a:ext cx="12858667" cy="4510700"/>
            <a:chOff x="-364925" y="-2353500"/>
            <a:chExt cx="9644000" cy="3383025"/>
          </a:xfrm>
        </p:grpSpPr>
        <p:grpSp>
          <p:nvGrpSpPr>
            <p:cNvPr id="1745" name="Google Shape;1745;p20"/>
            <p:cNvGrpSpPr/>
            <p:nvPr/>
          </p:nvGrpSpPr>
          <p:grpSpPr>
            <a:xfrm>
              <a:off x="-364925" y="-2353500"/>
              <a:ext cx="9644000" cy="3383025"/>
              <a:chOff x="-364925" y="-1720950"/>
              <a:chExt cx="9644000" cy="3383025"/>
            </a:xfrm>
          </p:grpSpPr>
          <p:grpSp>
            <p:nvGrpSpPr>
              <p:cNvPr id="1746" name="Google Shape;1746;p20"/>
              <p:cNvGrpSpPr/>
              <p:nvPr/>
            </p:nvGrpSpPr>
            <p:grpSpPr>
              <a:xfrm flipH="1">
                <a:off x="-364925" y="-1720950"/>
                <a:ext cx="8364453" cy="3383025"/>
                <a:chOff x="-572625" y="294775"/>
                <a:chExt cx="8364453" cy="3383025"/>
              </a:xfrm>
            </p:grpSpPr>
            <p:sp>
              <p:nvSpPr>
                <p:cNvPr id="1747" name="Google Shape;1747;p20"/>
                <p:cNvSpPr/>
                <p:nvPr/>
              </p:nvSpPr>
              <p:spPr>
                <a:xfrm>
                  <a:off x="1686375" y="607200"/>
                  <a:ext cx="142125" cy="12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5" h="5182" extrusionOk="0">
                      <a:moveTo>
                        <a:pt x="2834" y="1"/>
                      </a:moveTo>
                      <a:cubicBezTo>
                        <a:pt x="2169" y="1"/>
                        <a:pt x="1507" y="252"/>
                        <a:pt x="1005" y="754"/>
                      </a:cubicBezTo>
                      <a:cubicBezTo>
                        <a:pt x="1" y="1781"/>
                        <a:pt x="1" y="3402"/>
                        <a:pt x="1005" y="4429"/>
                      </a:cubicBezTo>
                      <a:cubicBezTo>
                        <a:pt x="1507" y="4931"/>
                        <a:pt x="2169" y="5182"/>
                        <a:pt x="2834" y="5182"/>
                      </a:cubicBezTo>
                      <a:cubicBezTo>
                        <a:pt x="3499" y="5182"/>
                        <a:pt x="4166" y="4931"/>
                        <a:pt x="4680" y="4429"/>
                      </a:cubicBezTo>
                      <a:cubicBezTo>
                        <a:pt x="5684" y="3402"/>
                        <a:pt x="5684" y="1781"/>
                        <a:pt x="4680" y="754"/>
                      </a:cubicBezTo>
                      <a:cubicBezTo>
                        <a:pt x="4166" y="252"/>
                        <a:pt x="3499" y="1"/>
                        <a:pt x="283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48" name="Google Shape;1748;p20"/>
                <p:cNvSpPr/>
                <p:nvPr/>
              </p:nvSpPr>
              <p:spPr>
                <a:xfrm>
                  <a:off x="6609800" y="3191600"/>
                  <a:ext cx="148950" cy="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8" h="3721" extrusionOk="0">
                      <a:moveTo>
                        <a:pt x="0" y="0"/>
                      </a:moveTo>
                      <a:lnTo>
                        <a:pt x="3584" y="3721"/>
                      </a:lnTo>
                      <a:lnTo>
                        <a:pt x="5958" y="3721"/>
                      </a:lnTo>
                      <a:lnTo>
                        <a:pt x="237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49" name="Google Shape;1749;p20"/>
                <p:cNvSpPr/>
                <p:nvPr/>
              </p:nvSpPr>
              <p:spPr>
                <a:xfrm>
                  <a:off x="6721650" y="3191600"/>
                  <a:ext cx="149525" cy="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1" h="3721" extrusionOk="0">
                      <a:moveTo>
                        <a:pt x="0" y="0"/>
                      </a:moveTo>
                      <a:lnTo>
                        <a:pt x="3584" y="3721"/>
                      </a:lnTo>
                      <a:lnTo>
                        <a:pt x="5980" y="3721"/>
                      </a:lnTo>
                      <a:lnTo>
                        <a:pt x="237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50" name="Google Shape;1750;p20"/>
                <p:cNvSpPr/>
                <p:nvPr/>
              </p:nvSpPr>
              <p:spPr>
                <a:xfrm>
                  <a:off x="6834050" y="3191600"/>
                  <a:ext cx="148975" cy="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9" h="3721" extrusionOk="0">
                      <a:moveTo>
                        <a:pt x="1" y="0"/>
                      </a:moveTo>
                      <a:lnTo>
                        <a:pt x="3584" y="3721"/>
                      </a:lnTo>
                      <a:lnTo>
                        <a:pt x="5958" y="3721"/>
                      </a:lnTo>
                      <a:lnTo>
                        <a:pt x="237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51" name="Google Shape;1751;p20"/>
                <p:cNvSpPr/>
                <p:nvPr/>
              </p:nvSpPr>
              <p:spPr>
                <a:xfrm>
                  <a:off x="6945900" y="3191600"/>
                  <a:ext cx="148950" cy="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8" h="3721" extrusionOk="0">
                      <a:moveTo>
                        <a:pt x="0" y="0"/>
                      </a:moveTo>
                      <a:lnTo>
                        <a:pt x="3584" y="3721"/>
                      </a:lnTo>
                      <a:lnTo>
                        <a:pt x="5958" y="3721"/>
                      </a:lnTo>
                      <a:lnTo>
                        <a:pt x="237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52" name="Google Shape;1752;p20"/>
                <p:cNvSpPr/>
                <p:nvPr/>
              </p:nvSpPr>
              <p:spPr>
                <a:xfrm>
                  <a:off x="7057750" y="3191600"/>
                  <a:ext cx="149525" cy="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1" h="3721" extrusionOk="0">
                      <a:moveTo>
                        <a:pt x="0" y="0"/>
                      </a:moveTo>
                      <a:lnTo>
                        <a:pt x="3607" y="3721"/>
                      </a:lnTo>
                      <a:lnTo>
                        <a:pt x="5980" y="3721"/>
                      </a:lnTo>
                      <a:lnTo>
                        <a:pt x="239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53" name="Google Shape;1753;p20"/>
                <p:cNvSpPr/>
                <p:nvPr/>
              </p:nvSpPr>
              <p:spPr>
                <a:xfrm>
                  <a:off x="7170150" y="3191600"/>
                  <a:ext cx="148975" cy="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9" h="3721" extrusionOk="0">
                      <a:moveTo>
                        <a:pt x="1" y="0"/>
                      </a:moveTo>
                      <a:lnTo>
                        <a:pt x="3584" y="3721"/>
                      </a:lnTo>
                      <a:lnTo>
                        <a:pt x="5958" y="3721"/>
                      </a:lnTo>
                      <a:lnTo>
                        <a:pt x="237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54" name="Google Shape;1754;p20"/>
                <p:cNvSpPr/>
                <p:nvPr/>
              </p:nvSpPr>
              <p:spPr>
                <a:xfrm>
                  <a:off x="7282000" y="3191600"/>
                  <a:ext cx="149525" cy="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1" h="3721" extrusionOk="0">
                      <a:moveTo>
                        <a:pt x="1" y="0"/>
                      </a:moveTo>
                      <a:lnTo>
                        <a:pt x="3584" y="3721"/>
                      </a:lnTo>
                      <a:lnTo>
                        <a:pt x="5981" y="3721"/>
                      </a:lnTo>
                      <a:lnTo>
                        <a:pt x="237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55" name="Google Shape;1755;p20"/>
                <p:cNvSpPr/>
                <p:nvPr/>
              </p:nvSpPr>
              <p:spPr>
                <a:xfrm>
                  <a:off x="2406525" y="1218350"/>
                  <a:ext cx="5385303" cy="11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136" h="44419" extrusionOk="0">
                      <a:moveTo>
                        <a:pt x="183" y="0"/>
                      </a:moveTo>
                      <a:cubicBezTo>
                        <a:pt x="91" y="0"/>
                        <a:pt x="0" y="92"/>
                        <a:pt x="0" y="206"/>
                      </a:cubicBezTo>
                      <a:cubicBezTo>
                        <a:pt x="0" y="297"/>
                        <a:pt x="91" y="388"/>
                        <a:pt x="183" y="388"/>
                      </a:cubicBezTo>
                      <a:lnTo>
                        <a:pt x="31887" y="388"/>
                      </a:lnTo>
                      <a:lnTo>
                        <a:pt x="54507" y="23031"/>
                      </a:lnTo>
                      <a:lnTo>
                        <a:pt x="101870" y="23031"/>
                      </a:lnTo>
                      <a:lnTo>
                        <a:pt x="123257" y="44418"/>
                      </a:lnTo>
                      <a:lnTo>
                        <a:pt x="205930" y="44418"/>
                      </a:lnTo>
                      <a:cubicBezTo>
                        <a:pt x="206044" y="44418"/>
                        <a:pt x="206136" y="44327"/>
                        <a:pt x="206136" y="44213"/>
                      </a:cubicBezTo>
                      <a:cubicBezTo>
                        <a:pt x="206136" y="44122"/>
                        <a:pt x="206044" y="44030"/>
                        <a:pt x="205930" y="44030"/>
                      </a:cubicBezTo>
                      <a:lnTo>
                        <a:pt x="123417" y="44030"/>
                      </a:lnTo>
                      <a:lnTo>
                        <a:pt x="102029" y="22643"/>
                      </a:lnTo>
                      <a:lnTo>
                        <a:pt x="54667" y="22643"/>
                      </a:lnTo>
                      <a:lnTo>
                        <a:pt x="3202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56" name="Google Shape;1756;p20"/>
                <p:cNvSpPr/>
                <p:nvPr/>
              </p:nvSpPr>
              <p:spPr>
                <a:xfrm>
                  <a:off x="987925" y="355975"/>
                  <a:ext cx="6210225" cy="146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409" h="58736" extrusionOk="0">
                      <a:moveTo>
                        <a:pt x="248203" y="1"/>
                      </a:moveTo>
                      <a:cubicBezTo>
                        <a:pt x="248151" y="1"/>
                        <a:pt x="248100" y="18"/>
                        <a:pt x="248066" y="52"/>
                      </a:cubicBezTo>
                      <a:lnTo>
                        <a:pt x="196663" y="51455"/>
                      </a:lnTo>
                      <a:lnTo>
                        <a:pt x="175778" y="51455"/>
                      </a:lnTo>
                      <a:lnTo>
                        <a:pt x="155760" y="31460"/>
                      </a:lnTo>
                      <a:lnTo>
                        <a:pt x="121112" y="31460"/>
                      </a:lnTo>
                      <a:lnTo>
                        <a:pt x="94200" y="58371"/>
                      </a:lnTo>
                      <a:lnTo>
                        <a:pt x="183" y="58371"/>
                      </a:lnTo>
                      <a:cubicBezTo>
                        <a:pt x="92" y="58371"/>
                        <a:pt x="0" y="58439"/>
                        <a:pt x="0" y="58553"/>
                      </a:cubicBezTo>
                      <a:cubicBezTo>
                        <a:pt x="0" y="58645"/>
                        <a:pt x="92" y="58736"/>
                        <a:pt x="183" y="58736"/>
                      </a:cubicBezTo>
                      <a:lnTo>
                        <a:pt x="94360" y="58736"/>
                      </a:lnTo>
                      <a:lnTo>
                        <a:pt x="121248" y="31848"/>
                      </a:lnTo>
                      <a:lnTo>
                        <a:pt x="155623" y="31848"/>
                      </a:lnTo>
                      <a:lnTo>
                        <a:pt x="175618" y="51843"/>
                      </a:lnTo>
                      <a:lnTo>
                        <a:pt x="196823" y="51843"/>
                      </a:lnTo>
                      <a:lnTo>
                        <a:pt x="248340" y="326"/>
                      </a:lnTo>
                      <a:cubicBezTo>
                        <a:pt x="248408" y="235"/>
                        <a:pt x="248408" y="121"/>
                        <a:pt x="248340" y="52"/>
                      </a:cubicBezTo>
                      <a:cubicBezTo>
                        <a:pt x="248306" y="18"/>
                        <a:pt x="248254" y="1"/>
                        <a:pt x="24820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57" name="Google Shape;1757;p20"/>
                <p:cNvSpPr/>
                <p:nvPr/>
              </p:nvSpPr>
              <p:spPr>
                <a:xfrm>
                  <a:off x="1265250" y="1389550"/>
                  <a:ext cx="6299250" cy="195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970" h="78200" extrusionOk="0">
                      <a:moveTo>
                        <a:pt x="389" y="0"/>
                      </a:moveTo>
                      <a:cubicBezTo>
                        <a:pt x="160" y="0"/>
                        <a:pt x="1" y="183"/>
                        <a:pt x="1" y="388"/>
                      </a:cubicBezTo>
                      <a:cubicBezTo>
                        <a:pt x="1" y="593"/>
                        <a:pt x="160" y="776"/>
                        <a:pt x="389" y="776"/>
                      </a:cubicBezTo>
                      <a:lnTo>
                        <a:pt x="66217" y="776"/>
                      </a:lnTo>
                      <a:lnTo>
                        <a:pt x="89179" y="23738"/>
                      </a:lnTo>
                      <a:lnTo>
                        <a:pt x="125197" y="23738"/>
                      </a:lnTo>
                      <a:lnTo>
                        <a:pt x="179659" y="78199"/>
                      </a:lnTo>
                      <a:lnTo>
                        <a:pt x="251581" y="78199"/>
                      </a:lnTo>
                      <a:cubicBezTo>
                        <a:pt x="251787" y="78199"/>
                        <a:pt x="251969" y="78040"/>
                        <a:pt x="251969" y="77834"/>
                      </a:cubicBezTo>
                      <a:cubicBezTo>
                        <a:pt x="251969" y="77606"/>
                        <a:pt x="251787" y="77446"/>
                        <a:pt x="251581" y="77446"/>
                      </a:cubicBezTo>
                      <a:lnTo>
                        <a:pt x="179978" y="77446"/>
                      </a:lnTo>
                      <a:lnTo>
                        <a:pt x="125517" y="22962"/>
                      </a:lnTo>
                      <a:lnTo>
                        <a:pt x="89499" y="22962"/>
                      </a:lnTo>
                      <a:lnTo>
                        <a:pt x="6653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58" name="Google Shape;1758;p20"/>
                <p:cNvSpPr/>
                <p:nvPr/>
              </p:nvSpPr>
              <p:spPr>
                <a:xfrm>
                  <a:off x="1631600" y="1974425"/>
                  <a:ext cx="6160000" cy="109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6400" h="43826" extrusionOk="0">
                      <a:moveTo>
                        <a:pt x="183" y="1"/>
                      </a:moveTo>
                      <a:cubicBezTo>
                        <a:pt x="69" y="1"/>
                        <a:pt x="0" y="92"/>
                        <a:pt x="0" y="206"/>
                      </a:cubicBezTo>
                      <a:cubicBezTo>
                        <a:pt x="0" y="298"/>
                        <a:pt x="69" y="389"/>
                        <a:pt x="183" y="389"/>
                      </a:cubicBezTo>
                      <a:lnTo>
                        <a:pt x="61286" y="389"/>
                      </a:lnTo>
                      <a:lnTo>
                        <a:pt x="104723" y="43825"/>
                      </a:lnTo>
                      <a:lnTo>
                        <a:pt x="165210" y="43825"/>
                      </a:lnTo>
                      <a:lnTo>
                        <a:pt x="207414" y="1599"/>
                      </a:lnTo>
                      <a:lnTo>
                        <a:pt x="246217" y="1599"/>
                      </a:lnTo>
                      <a:cubicBezTo>
                        <a:pt x="246308" y="1599"/>
                        <a:pt x="246400" y="1507"/>
                        <a:pt x="246400" y="1416"/>
                      </a:cubicBezTo>
                      <a:cubicBezTo>
                        <a:pt x="246400" y="1302"/>
                        <a:pt x="246308" y="1233"/>
                        <a:pt x="246217" y="1233"/>
                      </a:cubicBezTo>
                      <a:lnTo>
                        <a:pt x="207254" y="1233"/>
                      </a:lnTo>
                      <a:lnTo>
                        <a:pt x="165050" y="43437"/>
                      </a:lnTo>
                      <a:lnTo>
                        <a:pt x="104883" y="43437"/>
                      </a:lnTo>
                      <a:lnTo>
                        <a:pt x="61446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59" name="Google Shape;1759;p20"/>
                <p:cNvSpPr/>
                <p:nvPr/>
              </p:nvSpPr>
              <p:spPr>
                <a:xfrm>
                  <a:off x="1978550" y="331575"/>
                  <a:ext cx="4691750" cy="128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670" h="51587" extrusionOk="0">
                      <a:moveTo>
                        <a:pt x="187453" y="1"/>
                      </a:moveTo>
                      <a:cubicBezTo>
                        <a:pt x="187407" y="1"/>
                        <a:pt x="187362" y="24"/>
                        <a:pt x="187327" y="69"/>
                      </a:cubicBezTo>
                      <a:lnTo>
                        <a:pt x="143594" y="43780"/>
                      </a:lnTo>
                      <a:lnTo>
                        <a:pt x="103992" y="43780"/>
                      </a:lnTo>
                      <a:lnTo>
                        <a:pt x="87444" y="27232"/>
                      </a:lnTo>
                      <a:lnTo>
                        <a:pt x="46838" y="27232"/>
                      </a:lnTo>
                      <a:lnTo>
                        <a:pt x="22871" y="51198"/>
                      </a:lnTo>
                      <a:lnTo>
                        <a:pt x="183" y="51198"/>
                      </a:lnTo>
                      <a:cubicBezTo>
                        <a:pt x="91" y="51198"/>
                        <a:pt x="0" y="51289"/>
                        <a:pt x="0" y="51403"/>
                      </a:cubicBezTo>
                      <a:cubicBezTo>
                        <a:pt x="0" y="51495"/>
                        <a:pt x="91" y="51586"/>
                        <a:pt x="183" y="51586"/>
                      </a:cubicBezTo>
                      <a:lnTo>
                        <a:pt x="23031" y="51586"/>
                      </a:lnTo>
                      <a:lnTo>
                        <a:pt x="46997" y="27620"/>
                      </a:lnTo>
                      <a:lnTo>
                        <a:pt x="87284" y="27620"/>
                      </a:lnTo>
                      <a:lnTo>
                        <a:pt x="103833" y="44168"/>
                      </a:lnTo>
                      <a:lnTo>
                        <a:pt x="143754" y="44168"/>
                      </a:lnTo>
                      <a:lnTo>
                        <a:pt x="187579" y="321"/>
                      </a:lnTo>
                      <a:cubicBezTo>
                        <a:pt x="187670" y="252"/>
                        <a:pt x="187670" y="138"/>
                        <a:pt x="187579" y="69"/>
                      </a:cubicBezTo>
                      <a:cubicBezTo>
                        <a:pt x="187544" y="24"/>
                        <a:pt x="187499" y="1"/>
                        <a:pt x="18745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60" name="Google Shape;1760;p20"/>
                <p:cNvSpPr/>
                <p:nvPr/>
              </p:nvSpPr>
              <p:spPr>
                <a:xfrm>
                  <a:off x="937150" y="2104550"/>
                  <a:ext cx="6622775" cy="15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911" h="60419" extrusionOk="0">
                      <a:moveTo>
                        <a:pt x="183" y="0"/>
                      </a:moveTo>
                      <a:cubicBezTo>
                        <a:pt x="91" y="0"/>
                        <a:pt x="0" y="69"/>
                        <a:pt x="0" y="183"/>
                      </a:cubicBezTo>
                      <a:cubicBezTo>
                        <a:pt x="0" y="297"/>
                        <a:pt x="91" y="365"/>
                        <a:pt x="183" y="365"/>
                      </a:cubicBezTo>
                      <a:lnTo>
                        <a:pt x="57177" y="365"/>
                      </a:lnTo>
                      <a:lnTo>
                        <a:pt x="70941" y="14129"/>
                      </a:lnTo>
                      <a:lnTo>
                        <a:pt x="129214" y="14129"/>
                      </a:lnTo>
                      <a:lnTo>
                        <a:pt x="175504" y="60419"/>
                      </a:lnTo>
                      <a:lnTo>
                        <a:pt x="203419" y="60419"/>
                      </a:lnTo>
                      <a:lnTo>
                        <a:pt x="232316" y="31499"/>
                      </a:lnTo>
                      <a:lnTo>
                        <a:pt x="264705" y="31499"/>
                      </a:lnTo>
                      <a:cubicBezTo>
                        <a:pt x="264819" y="31499"/>
                        <a:pt x="264911" y="31430"/>
                        <a:pt x="264911" y="31316"/>
                      </a:cubicBezTo>
                      <a:cubicBezTo>
                        <a:pt x="264911" y="31225"/>
                        <a:pt x="264819" y="31134"/>
                        <a:pt x="264705" y="31134"/>
                      </a:cubicBezTo>
                      <a:lnTo>
                        <a:pt x="232156" y="31134"/>
                      </a:lnTo>
                      <a:lnTo>
                        <a:pt x="203259" y="60031"/>
                      </a:lnTo>
                      <a:lnTo>
                        <a:pt x="175664" y="60031"/>
                      </a:lnTo>
                      <a:lnTo>
                        <a:pt x="129374" y="13764"/>
                      </a:lnTo>
                      <a:lnTo>
                        <a:pt x="71101" y="13764"/>
                      </a:lnTo>
                      <a:lnTo>
                        <a:pt x="5733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61" name="Google Shape;1761;p20"/>
                <p:cNvSpPr/>
                <p:nvPr/>
              </p:nvSpPr>
              <p:spPr>
                <a:xfrm>
                  <a:off x="1664700" y="294775"/>
                  <a:ext cx="3135650" cy="7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26" h="30667" extrusionOk="0">
                      <a:moveTo>
                        <a:pt x="125014" y="1"/>
                      </a:moveTo>
                      <a:cubicBezTo>
                        <a:pt x="124917" y="1"/>
                        <a:pt x="124820" y="35"/>
                        <a:pt x="124741" y="103"/>
                      </a:cubicBezTo>
                      <a:lnTo>
                        <a:pt x="111936" y="12931"/>
                      </a:lnTo>
                      <a:lnTo>
                        <a:pt x="47020" y="12931"/>
                      </a:lnTo>
                      <a:lnTo>
                        <a:pt x="30016" y="29913"/>
                      </a:lnTo>
                      <a:lnTo>
                        <a:pt x="388" y="29913"/>
                      </a:lnTo>
                      <a:cubicBezTo>
                        <a:pt x="160" y="29913"/>
                        <a:pt x="0" y="30073"/>
                        <a:pt x="0" y="30301"/>
                      </a:cubicBezTo>
                      <a:cubicBezTo>
                        <a:pt x="0" y="30507"/>
                        <a:pt x="160" y="30666"/>
                        <a:pt x="388" y="30666"/>
                      </a:cubicBezTo>
                      <a:lnTo>
                        <a:pt x="30335" y="30666"/>
                      </a:lnTo>
                      <a:lnTo>
                        <a:pt x="47340" y="13685"/>
                      </a:lnTo>
                      <a:lnTo>
                        <a:pt x="112255" y="13685"/>
                      </a:lnTo>
                      <a:lnTo>
                        <a:pt x="125288" y="651"/>
                      </a:lnTo>
                      <a:cubicBezTo>
                        <a:pt x="125425" y="514"/>
                        <a:pt x="125425" y="263"/>
                        <a:pt x="125288" y="103"/>
                      </a:cubicBezTo>
                      <a:cubicBezTo>
                        <a:pt x="125208" y="35"/>
                        <a:pt x="125111" y="1"/>
                        <a:pt x="12501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62" name="Google Shape;1762;p20"/>
                <p:cNvSpPr/>
                <p:nvPr/>
              </p:nvSpPr>
              <p:spPr>
                <a:xfrm>
                  <a:off x="100600" y="2193550"/>
                  <a:ext cx="3410675" cy="530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427" h="21229" extrusionOk="0">
                      <a:moveTo>
                        <a:pt x="20748" y="1"/>
                      </a:moveTo>
                      <a:lnTo>
                        <a:pt x="160" y="20589"/>
                      </a:lnTo>
                      <a:cubicBezTo>
                        <a:pt x="0" y="20726"/>
                        <a:pt x="0" y="20977"/>
                        <a:pt x="160" y="21114"/>
                      </a:cubicBezTo>
                      <a:cubicBezTo>
                        <a:pt x="228" y="21205"/>
                        <a:pt x="342" y="21228"/>
                        <a:pt x="434" y="21228"/>
                      </a:cubicBezTo>
                      <a:cubicBezTo>
                        <a:pt x="525" y="21228"/>
                        <a:pt x="616" y="21205"/>
                        <a:pt x="708" y="21114"/>
                      </a:cubicBezTo>
                      <a:lnTo>
                        <a:pt x="21045" y="777"/>
                      </a:lnTo>
                      <a:lnTo>
                        <a:pt x="85390" y="777"/>
                      </a:lnTo>
                      <a:lnTo>
                        <a:pt x="103307" y="18672"/>
                      </a:lnTo>
                      <a:lnTo>
                        <a:pt x="136039" y="18672"/>
                      </a:lnTo>
                      <a:cubicBezTo>
                        <a:pt x="136267" y="18672"/>
                        <a:pt x="136427" y="18512"/>
                        <a:pt x="136427" y="18307"/>
                      </a:cubicBezTo>
                      <a:cubicBezTo>
                        <a:pt x="136427" y="18078"/>
                        <a:pt x="136267" y="17919"/>
                        <a:pt x="136039" y="17919"/>
                      </a:cubicBezTo>
                      <a:lnTo>
                        <a:pt x="103627" y="17919"/>
                      </a:lnTo>
                      <a:lnTo>
                        <a:pt x="8570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63" name="Google Shape;1763;p20"/>
                <p:cNvSpPr/>
                <p:nvPr/>
              </p:nvSpPr>
              <p:spPr>
                <a:xfrm>
                  <a:off x="106300" y="832600"/>
                  <a:ext cx="2024625" cy="39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85" h="15819" extrusionOk="0">
                      <a:moveTo>
                        <a:pt x="206" y="1"/>
                      </a:moveTo>
                      <a:cubicBezTo>
                        <a:pt x="92" y="1"/>
                        <a:pt x="0" y="92"/>
                        <a:pt x="0" y="183"/>
                      </a:cubicBezTo>
                      <a:cubicBezTo>
                        <a:pt x="0" y="297"/>
                        <a:pt x="92" y="389"/>
                        <a:pt x="206" y="389"/>
                      </a:cubicBezTo>
                      <a:lnTo>
                        <a:pt x="37297" y="389"/>
                      </a:lnTo>
                      <a:lnTo>
                        <a:pt x="52750" y="15818"/>
                      </a:lnTo>
                      <a:lnTo>
                        <a:pt x="80779" y="15818"/>
                      </a:lnTo>
                      <a:cubicBezTo>
                        <a:pt x="80893" y="15818"/>
                        <a:pt x="80985" y="15727"/>
                        <a:pt x="80985" y="15636"/>
                      </a:cubicBezTo>
                      <a:cubicBezTo>
                        <a:pt x="80985" y="15522"/>
                        <a:pt x="80893" y="15430"/>
                        <a:pt x="80779" y="15430"/>
                      </a:cubicBezTo>
                      <a:lnTo>
                        <a:pt x="52909" y="15430"/>
                      </a:lnTo>
                      <a:lnTo>
                        <a:pt x="3745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64" name="Google Shape;1764;p20"/>
                <p:cNvSpPr/>
                <p:nvPr/>
              </p:nvSpPr>
              <p:spPr>
                <a:xfrm>
                  <a:off x="24125" y="1108225"/>
                  <a:ext cx="1654850" cy="51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194" h="20521" extrusionOk="0">
                      <a:moveTo>
                        <a:pt x="183" y="0"/>
                      </a:moveTo>
                      <a:cubicBezTo>
                        <a:pt x="92" y="0"/>
                        <a:pt x="1" y="91"/>
                        <a:pt x="1" y="206"/>
                      </a:cubicBezTo>
                      <a:cubicBezTo>
                        <a:pt x="1" y="297"/>
                        <a:pt x="92" y="388"/>
                        <a:pt x="183" y="388"/>
                      </a:cubicBezTo>
                      <a:lnTo>
                        <a:pt x="25245" y="388"/>
                      </a:lnTo>
                      <a:lnTo>
                        <a:pt x="45377" y="20520"/>
                      </a:lnTo>
                      <a:lnTo>
                        <a:pt x="66011" y="20520"/>
                      </a:lnTo>
                      <a:cubicBezTo>
                        <a:pt x="66103" y="20520"/>
                        <a:pt x="66194" y="20429"/>
                        <a:pt x="66194" y="20337"/>
                      </a:cubicBezTo>
                      <a:cubicBezTo>
                        <a:pt x="66194" y="20223"/>
                        <a:pt x="66103" y="20132"/>
                        <a:pt x="66011" y="20132"/>
                      </a:cubicBezTo>
                      <a:lnTo>
                        <a:pt x="45537" y="20132"/>
                      </a:lnTo>
                      <a:lnTo>
                        <a:pt x="2540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65" name="Google Shape;1765;p20"/>
                <p:cNvSpPr/>
                <p:nvPr/>
              </p:nvSpPr>
              <p:spPr>
                <a:xfrm>
                  <a:off x="24125" y="1371850"/>
                  <a:ext cx="979225" cy="451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69" h="18079" extrusionOk="0">
                      <a:moveTo>
                        <a:pt x="183" y="0"/>
                      </a:moveTo>
                      <a:cubicBezTo>
                        <a:pt x="92" y="0"/>
                        <a:pt x="1" y="92"/>
                        <a:pt x="1" y="206"/>
                      </a:cubicBezTo>
                      <a:cubicBezTo>
                        <a:pt x="1" y="297"/>
                        <a:pt x="92" y="388"/>
                        <a:pt x="183" y="388"/>
                      </a:cubicBezTo>
                      <a:lnTo>
                        <a:pt x="21182" y="388"/>
                      </a:lnTo>
                      <a:lnTo>
                        <a:pt x="38826" y="18010"/>
                      </a:lnTo>
                      <a:cubicBezTo>
                        <a:pt x="38849" y="18055"/>
                        <a:pt x="38895" y="18078"/>
                        <a:pt x="38940" y="18078"/>
                      </a:cubicBezTo>
                      <a:cubicBezTo>
                        <a:pt x="39009" y="18078"/>
                        <a:pt x="39055" y="18055"/>
                        <a:pt x="39077" y="18010"/>
                      </a:cubicBezTo>
                      <a:cubicBezTo>
                        <a:pt x="39169" y="17941"/>
                        <a:pt x="39169" y="17827"/>
                        <a:pt x="39077" y="17736"/>
                      </a:cubicBezTo>
                      <a:lnTo>
                        <a:pt x="2134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66" name="Google Shape;1766;p20"/>
                <p:cNvSpPr/>
                <p:nvPr/>
              </p:nvSpPr>
              <p:spPr>
                <a:xfrm>
                  <a:off x="5585500" y="1408375"/>
                  <a:ext cx="1529900" cy="580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96" h="23214" extrusionOk="0">
                      <a:moveTo>
                        <a:pt x="49121" y="0"/>
                      </a:moveTo>
                      <a:lnTo>
                        <a:pt x="26661" y="22460"/>
                      </a:lnTo>
                      <a:lnTo>
                        <a:pt x="389" y="22460"/>
                      </a:lnTo>
                      <a:cubicBezTo>
                        <a:pt x="161" y="22460"/>
                        <a:pt x="1" y="22620"/>
                        <a:pt x="1" y="22848"/>
                      </a:cubicBezTo>
                      <a:cubicBezTo>
                        <a:pt x="1" y="23054"/>
                        <a:pt x="161" y="23214"/>
                        <a:pt x="389" y="23214"/>
                      </a:cubicBezTo>
                      <a:lnTo>
                        <a:pt x="26980" y="23214"/>
                      </a:lnTo>
                      <a:lnTo>
                        <a:pt x="49441" y="776"/>
                      </a:lnTo>
                      <a:lnTo>
                        <a:pt x="60808" y="776"/>
                      </a:lnTo>
                      <a:cubicBezTo>
                        <a:pt x="61013" y="776"/>
                        <a:pt x="61196" y="594"/>
                        <a:pt x="61196" y="388"/>
                      </a:cubicBezTo>
                      <a:cubicBezTo>
                        <a:pt x="61196" y="183"/>
                        <a:pt x="61013" y="0"/>
                        <a:pt x="608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67" name="Google Shape;1767;p20"/>
                <p:cNvSpPr/>
                <p:nvPr/>
              </p:nvSpPr>
              <p:spPr>
                <a:xfrm>
                  <a:off x="5953000" y="3543100"/>
                  <a:ext cx="134700" cy="13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8" h="5388" extrusionOk="0">
                      <a:moveTo>
                        <a:pt x="2694" y="366"/>
                      </a:moveTo>
                      <a:cubicBezTo>
                        <a:pt x="3972" y="366"/>
                        <a:pt x="5022" y="1416"/>
                        <a:pt x="5022" y="2694"/>
                      </a:cubicBezTo>
                      <a:cubicBezTo>
                        <a:pt x="5022" y="3949"/>
                        <a:pt x="3972" y="4999"/>
                        <a:pt x="2694" y="4999"/>
                      </a:cubicBezTo>
                      <a:cubicBezTo>
                        <a:pt x="1416" y="4999"/>
                        <a:pt x="388" y="3949"/>
                        <a:pt x="388" y="2694"/>
                      </a:cubicBezTo>
                      <a:cubicBezTo>
                        <a:pt x="388" y="1416"/>
                        <a:pt x="1416" y="366"/>
                        <a:pt x="2694" y="366"/>
                      </a:cubicBezTo>
                      <a:close/>
                      <a:moveTo>
                        <a:pt x="2694" y="1"/>
                      </a:moveTo>
                      <a:cubicBezTo>
                        <a:pt x="1210" y="1"/>
                        <a:pt x="0" y="1187"/>
                        <a:pt x="0" y="2694"/>
                      </a:cubicBezTo>
                      <a:cubicBezTo>
                        <a:pt x="0" y="4178"/>
                        <a:pt x="1210" y="5387"/>
                        <a:pt x="2694" y="5387"/>
                      </a:cubicBezTo>
                      <a:cubicBezTo>
                        <a:pt x="4177" y="5387"/>
                        <a:pt x="5387" y="4178"/>
                        <a:pt x="5387" y="2694"/>
                      </a:cubicBezTo>
                      <a:cubicBezTo>
                        <a:pt x="5387" y="1187"/>
                        <a:pt x="4177" y="1"/>
                        <a:pt x="269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68" name="Google Shape;1768;p20"/>
                <p:cNvSpPr/>
                <p:nvPr/>
              </p:nvSpPr>
              <p:spPr>
                <a:xfrm>
                  <a:off x="5976400" y="3566500"/>
                  <a:ext cx="87900" cy="8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6" h="3493" extrusionOk="0">
                      <a:moveTo>
                        <a:pt x="1758" y="0"/>
                      </a:moveTo>
                      <a:cubicBezTo>
                        <a:pt x="799" y="0"/>
                        <a:pt x="0" y="776"/>
                        <a:pt x="0" y="1758"/>
                      </a:cubicBezTo>
                      <a:cubicBezTo>
                        <a:pt x="0" y="2717"/>
                        <a:pt x="799" y="3493"/>
                        <a:pt x="1758" y="3493"/>
                      </a:cubicBezTo>
                      <a:cubicBezTo>
                        <a:pt x="2739" y="3493"/>
                        <a:pt x="3515" y="2717"/>
                        <a:pt x="3515" y="1758"/>
                      </a:cubicBezTo>
                      <a:cubicBezTo>
                        <a:pt x="3515" y="776"/>
                        <a:pt x="2739" y="0"/>
                        <a:pt x="175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69" name="Google Shape;1769;p20"/>
                <p:cNvSpPr/>
                <p:nvPr/>
              </p:nvSpPr>
              <p:spPr>
                <a:xfrm>
                  <a:off x="5421175" y="2256325"/>
                  <a:ext cx="134700" cy="13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8" h="5388" extrusionOk="0">
                      <a:moveTo>
                        <a:pt x="2694" y="389"/>
                      </a:moveTo>
                      <a:cubicBezTo>
                        <a:pt x="3972" y="389"/>
                        <a:pt x="4999" y="1416"/>
                        <a:pt x="4999" y="2694"/>
                      </a:cubicBezTo>
                      <a:cubicBezTo>
                        <a:pt x="4999" y="3972"/>
                        <a:pt x="3972" y="5022"/>
                        <a:pt x="2694" y="5022"/>
                      </a:cubicBezTo>
                      <a:cubicBezTo>
                        <a:pt x="1415" y="5022"/>
                        <a:pt x="365" y="3972"/>
                        <a:pt x="365" y="2694"/>
                      </a:cubicBezTo>
                      <a:cubicBezTo>
                        <a:pt x="365" y="1416"/>
                        <a:pt x="1415" y="389"/>
                        <a:pt x="2694" y="389"/>
                      </a:cubicBezTo>
                      <a:close/>
                      <a:moveTo>
                        <a:pt x="2694" y="1"/>
                      </a:moveTo>
                      <a:cubicBezTo>
                        <a:pt x="1210" y="1"/>
                        <a:pt x="0" y="1210"/>
                        <a:pt x="0" y="2694"/>
                      </a:cubicBezTo>
                      <a:cubicBezTo>
                        <a:pt x="0" y="4178"/>
                        <a:pt x="1210" y="5387"/>
                        <a:pt x="2694" y="5387"/>
                      </a:cubicBezTo>
                      <a:cubicBezTo>
                        <a:pt x="4177" y="5387"/>
                        <a:pt x="5387" y="4178"/>
                        <a:pt x="5387" y="2694"/>
                      </a:cubicBezTo>
                      <a:cubicBezTo>
                        <a:pt x="5387" y="1210"/>
                        <a:pt x="4177" y="1"/>
                        <a:pt x="269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70" name="Google Shape;1770;p20"/>
                <p:cNvSpPr/>
                <p:nvPr/>
              </p:nvSpPr>
              <p:spPr>
                <a:xfrm>
                  <a:off x="5444575" y="2279725"/>
                  <a:ext cx="87900" cy="8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6" h="3516" extrusionOk="0">
                      <a:moveTo>
                        <a:pt x="1758" y="0"/>
                      </a:moveTo>
                      <a:cubicBezTo>
                        <a:pt x="776" y="0"/>
                        <a:pt x="0" y="799"/>
                        <a:pt x="0" y="1758"/>
                      </a:cubicBezTo>
                      <a:cubicBezTo>
                        <a:pt x="0" y="2739"/>
                        <a:pt x="776" y="3516"/>
                        <a:pt x="1758" y="3516"/>
                      </a:cubicBezTo>
                      <a:cubicBezTo>
                        <a:pt x="2716" y="3516"/>
                        <a:pt x="3515" y="2739"/>
                        <a:pt x="3515" y="1758"/>
                      </a:cubicBezTo>
                      <a:cubicBezTo>
                        <a:pt x="3515" y="799"/>
                        <a:pt x="2716" y="0"/>
                        <a:pt x="175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71" name="Google Shape;1771;p20"/>
                <p:cNvSpPr/>
                <p:nvPr/>
              </p:nvSpPr>
              <p:spPr>
                <a:xfrm>
                  <a:off x="5459400" y="1912225"/>
                  <a:ext cx="134700" cy="13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8" h="5388" extrusionOk="0">
                      <a:moveTo>
                        <a:pt x="2694" y="366"/>
                      </a:moveTo>
                      <a:cubicBezTo>
                        <a:pt x="3972" y="366"/>
                        <a:pt x="4999" y="1416"/>
                        <a:pt x="4999" y="2694"/>
                      </a:cubicBezTo>
                      <a:cubicBezTo>
                        <a:pt x="4999" y="3973"/>
                        <a:pt x="3972" y="5000"/>
                        <a:pt x="2694" y="5000"/>
                      </a:cubicBezTo>
                      <a:cubicBezTo>
                        <a:pt x="1416" y="5000"/>
                        <a:pt x="389" y="3973"/>
                        <a:pt x="389" y="2694"/>
                      </a:cubicBezTo>
                      <a:cubicBezTo>
                        <a:pt x="389" y="1416"/>
                        <a:pt x="1416" y="366"/>
                        <a:pt x="2694" y="366"/>
                      </a:cubicBezTo>
                      <a:close/>
                      <a:moveTo>
                        <a:pt x="2694" y="1"/>
                      </a:moveTo>
                      <a:cubicBezTo>
                        <a:pt x="1210" y="1"/>
                        <a:pt x="1" y="1211"/>
                        <a:pt x="1" y="2694"/>
                      </a:cubicBezTo>
                      <a:cubicBezTo>
                        <a:pt x="1" y="4178"/>
                        <a:pt x="1210" y="5388"/>
                        <a:pt x="2694" y="5388"/>
                      </a:cubicBezTo>
                      <a:cubicBezTo>
                        <a:pt x="4178" y="5388"/>
                        <a:pt x="5387" y="4178"/>
                        <a:pt x="5387" y="2694"/>
                      </a:cubicBezTo>
                      <a:cubicBezTo>
                        <a:pt x="5387" y="1211"/>
                        <a:pt x="4178" y="1"/>
                        <a:pt x="269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72" name="Google Shape;1772;p20"/>
                <p:cNvSpPr/>
                <p:nvPr/>
              </p:nvSpPr>
              <p:spPr>
                <a:xfrm>
                  <a:off x="5482800" y="1935625"/>
                  <a:ext cx="87900" cy="8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6" h="3516" extrusionOk="0">
                      <a:moveTo>
                        <a:pt x="1758" y="1"/>
                      </a:moveTo>
                      <a:cubicBezTo>
                        <a:pt x="799" y="1"/>
                        <a:pt x="0" y="777"/>
                        <a:pt x="0" y="1758"/>
                      </a:cubicBezTo>
                      <a:cubicBezTo>
                        <a:pt x="0" y="2717"/>
                        <a:pt x="799" y="3516"/>
                        <a:pt x="1758" y="3516"/>
                      </a:cubicBezTo>
                      <a:cubicBezTo>
                        <a:pt x="2739" y="3516"/>
                        <a:pt x="3515" y="2717"/>
                        <a:pt x="3515" y="1758"/>
                      </a:cubicBezTo>
                      <a:cubicBezTo>
                        <a:pt x="3515" y="777"/>
                        <a:pt x="2739" y="1"/>
                        <a:pt x="175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73" name="Google Shape;1773;p20"/>
                <p:cNvSpPr/>
                <p:nvPr/>
              </p:nvSpPr>
              <p:spPr>
                <a:xfrm>
                  <a:off x="4736975" y="1935625"/>
                  <a:ext cx="87900" cy="8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6" h="3516" extrusionOk="0">
                      <a:moveTo>
                        <a:pt x="1758" y="1"/>
                      </a:moveTo>
                      <a:cubicBezTo>
                        <a:pt x="777" y="1"/>
                        <a:pt x="1" y="777"/>
                        <a:pt x="1" y="1758"/>
                      </a:cubicBezTo>
                      <a:cubicBezTo>
                        <a:pt x="1" y="2717"/>
                        <a:pt x="777" y="3516"/>
                        <a:pt x="1758" y="3516"/>
                      </a:cubicBezTo>
                      <a:cubicBezTo>
                        <a:pt x="2717" y="3516"/>
                        <a:pt x="3516" y="2717"/>
                        <a:pt x="3516" y="1758"/>
                      </a:cubicBezTo>
                      <a:cubicBezTo>
                        <a:pt x="3516" y="777"/>
                        <a:pt x="2717" y="1"/>
                        <a:pt x="175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74" name="Google Shape;1774;p20"/>
                <p:cNvSpPr/>
                <p:nvPr/>
              </p:nvSpPr>
              <p:spPr>
                <a:xfrm>
                  <a:off x="7044625" y="2632950"/>
                  <a:ext cx="87900" cy="8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6" h="3493" extrusionOk="0">
                      <a:moveTo>
                        <a:pt x="1758" y="0"/>
                      </a:moveTo>
                      <a:cubicBezTo>
                        <a:pt x="799" y="0"/>
                        <a:pt x="0" y="776"/>
                        <a:pt x="0" y="1735"/>
                      </a:cubicBezTo>
                      <a:cubicBezTo>
                        <a:pt x="0" y="2716"/>
                        <a:pt x="799" y="3493"/>
                        <a:pt x="1758" y="3493"/>
                      </a:cubicBezTo>
                      <a:cubicBezTo>
                        <a:pt x="2739" y="3493"/>
                        <a:pt x="3515" y="2716"/>
                        <a:pt x="3515" y="1735"/>
                      </a:cubicBezTo>
                      <a:cubicBezTo>
                        <a:pt x="3515" y="776"/>
                        <a:pt x="2739" y="0"/>
                        <a:pt x="175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75" name="Google Shape;1775;p20"/>
                <p:cNvSpPr/>
                <p:nvPr/>
              </p:nvSpPr>
              <p:spPr>
                <a:xfrm>
                  <a:off x="4222850" y="1085400"/>
                  <a:ext cx="134675" cy="1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7" h="5387" extrusionOk="0">
                      <a:moveTo>
                        <a:pt x="2694" y="388"/>
                      </a:moveTo>
                      <a:cubicBezTo>
                        <a:pt x="3972" y="388"/>
                        <a:pt x="5022" y="1415"/>
                        <a:pt x="5022" y="2694"/>
                      </a:cubicBezTo>
                      <a:cubicBezTo>
                        <a:pt x="5022" y="3972"/>
                        <a:pt x="3972" y="4999"/>
                        <a:pt x="2694" y="4999"/>
                      </a:cubicBezTo>
                      <a:cubicBezTo>
                        <a:pt x="1415" y="4999"/>
                        <a:pt x="388" y="3972"/>
                        <a:pt x="388" y="2694"/>
                      </a:cubicBezTo>
                      <a:cubicBezTo>
                        <a:pt x="388" y="1415"/>
                        <a:pt x="1415" y="388"/>
                        <a:pt x="2694" y="388"/>
                      </a:cubicBezTo>
                      <a:close/>
                      <a:moveTo>
                        <a:pt x="2694" y="0"/>
                      </a:moveTo>
                      <a:cubicBezTo>
                        <a:pt x="1210" y="0"/>
                        <a:pt x="0" y="1210"/>
                        <a:pt x="0" y="2694"/>
                      </a:cubicBezTo>
                      <a:cubicBezTo>
                        <a:pt x="0" y="4177"/>
                        <a:pt x="1210" y="5387"/>
                        <a:pt x="2694" y="5387"/>
                      </a:cubicBezTo>
                      <a:cubicBezTo>
                        <a:pt x="4177" y="5387"/>
                        <a:pt x="5387" y="4177"/>
                        <a:pt x="5387" y="2694"/>
                      </a:cubicBezTo>
                      <a:cubicBezTo>
                        <a:pt x="5387" y="1210"/>
                        <a:pt x="4177" y="0"/>
                        <a:pt x="269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76" name="Google Shape;1776;p20"/>
                <p:cNvSpPr/>
                <p:nvPr/>
              </p:nvSpPr>
              <p:spPr>
                <a:xfrm>
                  <a:off x="4246800" y="1108775"/>
                  <a:ext cx="87350" cy="8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4" h="3517" extrusionOk="0">
                      <a:moveTo>
                        <a:pt x="1736" y="1"/>
                      </a:moveTo>
                      <a:cubicBezTo>
                        <a:pt x="777" y="1"/>
                        <a:pt x="1" y="800"/>
                        <a:pt x="1" y="1759"/>
                      </a:cubicBezTo>
                      <a:cubicBezTo>
                        <a:pt x="1" y="2717"/>
                        <a:pt x="777" y="3516"/>
                        <a:pt x="1736" y="3516"/>
                      </a:cubicBezTo>
                      <a:cubicBezTo>
                        <a:pt x="2717" y="3516"/>
                        <a:pt x="3493" y="2717"/>
                        <a:pt x="3493" y="1759"/>
                      </a:cubicBezTo>
                      <a:cubicBezTo>
                        <a:pt x="3493" y="800"/>
                        <a:pt x="2717" y="1"/>
                        <a:pt x="173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77" name="Google Shape;1777;p20"/>
                <p:cNvSpPr/>
                <p:nvPr/>
              </p:nvSpPr>
              <p:spPr>
                <a:xfrm>
                  <a:off x="3502700" y="2585000"/>
                  <a:ext cx="134700" cy="13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8" h="5388" extrusionOk="0">
                      <a:moveTo>
                        <a:pt x="2694" y="389"/>
                      </a:moveTo>
                      <a:cubicBezTo>
                        <a:pt x="3972" y="389"/>
                        <a:pt x="4999" y="1416"/>
                        <a:pt x="4999" y="2694"/>
                      </a:cubicBezTo>
                      <a:cubicBezTo>
                        <a:pt x="4999" y="3973"/>
                        <a:pt x="3972" y="5000"/>
                        <a:pt x="2694" y="5000"/>
                      </a:cubicBezTo>
                      <a:cubicBezTo>
                        <a:pt x="1416" y="5000"/>
                        <a:pt x="389" y="3973"/>
                        <a:pt x="389" y="2694"/>
                      </a:cubicBezTo>
                      <a:cubicBezTo>
                        <a:pt x="389" y="1416"/>
                        <a:pt x="1416" y="389"/>
                        <a:pt x="2694" y="389"/>
                      </a:cubicBezTo>
                      <a:close/>
                      <a:moveTo>
                        <a:pt x="2694" y="1"/>
                      </a:moveTo>
                      <a:cubicBezTo>
                        <a:pt x="1210" y="1"/>
                        <a:pt x="1" y="1211"/>
                        <a:pt x="1" y="2694"/>
                      </a:cubicBezTo>
                      <a:cubicBezTo>
                        <a:pt x="1" y="4178"/>
                        <a:pt x="1210" y="5388"/>
                        <a:pt x="2694" y="5388"/>
                      </a:cubicBezTo>
                      <a:cubicBezTo>
                        <a:pt x="4178" y="5388"/>
                        <a:pt x="5387" y="4178"/>
                        <a:pt x="5387" y="2694"/>
                      </a:cubicBezTo>
                      <a:cubicBezTo>
                        <a:pt x="5387" y="1211"/>
                        <a:pt x="4178" y="1"/>
                        <a:pt x="269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78" name="Google Shape;1778;p20"/>
                <p:cNvSpPr/>
                <p:nvPr/>
              </p:nvSpPr>
              <p:spPr>
                <a:xfrm>
                  <a:off x="3526100" y="2608400"/>
                  <a:ext cx="87900" cy="8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6" h="3516" extrusionOk="0">
                      <a:moveTo>
                        <a:pt x="1758" y="1"/>
                      </a:moveTo>
                      <a:cubicBezTo>
                        <a:pt x="776" y="1"/>
                        <a:pt x="0" y="777"/>
                        <a:pt x="0" y="1758"/>
                      </a:cubicBezTo>
                      <a:cubicBezTo>
                        <a:pt x="0" y="2717"/>
                        <a:pt x="776" y="3516"/>
                        <a:pt x="1758" y="3516"/>
                      </a:cubicBezTo>
                      <a:cubicBezTo>
                        <a:pt x="2717" y="3516"/>
                        <a:pt x="3516" y="2717"/>
                        <a:pt x="3516" y="1758"/>
                      </a:cubicBezTo>
                      <a:cubicBezTo>
                        <a:pt x="3516" y="777"/>
                        <a:pt x="2717" y="1"/>
                        <a:pt x="175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79" name="Google Shape;1779;p20"/>
                <p:cNvSpPr/>
                <p:nvPr/>
              </p:nvSpPr>
              <p:spPr>
                <a:xfrm>
                  <a:off x="2281550" y="1156150"/>
                  <a:ext cx="134700" cy="13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8" h="5388" extrusionOk="0">
                      <a:moveTo>
                        <a:pt x="2694" y="366"/>
                      </a:moveTo>
                      <a:cubicBezTo>
                        <a:pt x="3972" y="366"/>
                        <a:pt x="4999" y="1416"/>
                        <a:pt x="4999" y="2694"/>
                      </a:cubicBezTo>
                      <a:cubicBezTo>
                        <a:pt x="4999" y="3972"/>
                        <a:pt x="3972" y="4999"/>
                        <a:pt x="2694" y="4999"/>
                      </a:cubicBezTo>
                      <a:cubicBezTo>
                        <a:pt x="1416" y="4999"/>
                        <a:pt x="366" y="3972"/>
                        <a:pt x="366" y="2694"/>
                      </a:cubicBezTo>
                      <a:cubicBezTo>
                        <a:pt x="366" y="1416"/>
                        <a:pt x="1416" y="366"/>
                        <a:pt x="2694" y="366"/>
                      </a:cubicBezTo>
                      <a:close/>
                      <a:moveTo>
                        <a:pt x="2694" y="0"/>
                      </a:moveTo>
                      <a:cubicBezTo>
                        <a:pt x="1210" y="0"/>
                        <a:pt x="0" y="1210"/>
                        <a:pt x="0" y="2694"/>
                      </a:cubicBezTo>
                      <a:cubicBezTo>
                        <a:pt x="0" y="4178"/>
                        <a:pt x="1210" y="5387"/>
                        <a:pt x="2694" y="5387"/>
                      </a:cubicBezTo>
                      <a:cubicBezTo>
                        <a:pt x="4177" y="5387"/>
                        <a:pt x="5387" y="4178"/>
                        <a:pt x="5387" y="2694"/>
                      </a:cubicBezTo>
                      <a:cubicBezTo>
                        <a:pt x="5387" y="1210"/>
                        <a:pt x="4177" y="0"/>
                        <a:pt x="269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80" name="Google Shape;1780;p20"/>
                <p:cNvSpPr/>
                <p:nvPr/>
              </p:nvSpPr>
              <p:spPr>
                <a:xfrm>
                  <a:off x="2304950" y="1179550"/>
                  <a:ext cx="87325" cy="8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3" h="3516" extrusionOk="0">
                      <a:moveTo>
                        <a:pt x="1758" y="0"/>
                      </a:moveTo>
                      <a:cubicBezTo>
                        <a:pt x="776" y="0"/>
                        <a:pt x="0" y="776"/>
                        <a:pt x="0" y="1758"/>
                      </a:cubicBezTo>
                      <a:cubicBezTo>
                        <a:pt x="0" y="2717"/>
                        <a:pt x="776" y="3515"/>
                        <a:pt x="1758" y="3515"/>
                      </a:cubicBezTo>
                      <a:cubicBezTo>
                        <a:pt x="2716" y="3515"/>
                        <a:pt x="3493" y="2717"/>
                        <a:pt x="3493" y="1758"/>
                      </a:cubicBezTo>
                      <a:cubicBezTo>
                        <a:pt x="3493" y="776"/>
                        <a:pt x="2716" y="0"/>
                        <a:pt x="175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81" name="Google Shape;1781;p20"/>
                <p:cNvSpPr/>
                <p:nvPr/>
              </p:nvSpPr>
              <p:spPr>
                <a:xfrm>
                  <a:off x="1577950" y="1004925"/>
                  <a:ext cx="94750" cy="94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0" h="3790" extrusionOk="0">
                      <a:moveTo>
                        <a:pt x="1895" y="366"/>
                      </a:moveTo>
                      <a:cubicBezTo>
                        <a:pt x="2717" y="366"/>
                        <a:pt x="3402" y="1051"/>
                        <a:pt x="3402" y="1895"/>
                      </a:cubicBezTo>
                      <a:cubicBezTo>
                        <a:pt x="3402" y="2717"/>
                        <a:pt x="2717" y="3402"/>
                        <a:pt x="1895" y="3402"/>
                      </a:cubicBezTo>
                      <a:cubicBezTo>
                        <a:pt x="1051" y="3402"/>
                        <a:pt x="366" y="2717"/>
                        <a:pt x="366" y="1895"/>
                      </a:cubicBezTo>
                      <a:cubicBezTo>
                        <a:pt x="366" y="1051"/>
                        <a:pt x="1051" y="366"/>
                        <a:pt x="1895" y="366"/>
                      </a:cubicBezTo>
                      <a:close/>
                      <a:moveTo>
                        <a:pt x="1895" y="1"/>
                      </a:moveTo>
                      <a:cubicBezTo>
                        <a:pt x="845" y="1"/>
                        <a:pt x="1" y="845"/>
                        <a:pt x="1" y="1895"/>
                      </a:cubicBezTo>
                      <a:cubicBezTo>
                        <a:pt x="1" y="2922"/>
                        <a:pt x="845" y="3790"/>
                        <a:pt x="1895" y="3790"/>
                      </a:cubicBezTo>
                      <a:cubicBezTo>
                        <a:pt x="2922" y="3790"/>
                        <a:pt x="3790" y="2922"/>
                        <a:pt x="3790" y="1895"/>
                      </a:cubicBezTo>
                      <a:cubicBezTo>
                        <a:pt x="3790" y="845"/>
                        <a:pt x="2922" y="1"/>
                        <a:pt x="189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82" name="Google Shape;1782;p20"/>
                <p:cNvSpPr/>
                <p:nvPr/>
              </p:nvSpPr>
              <p:spPr>
                <a:xfrm>
                  <a:off x="1595075" y="1022050"/>
                  <a:ext cx="59950" cy="5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8" h="2398" extrusionOk="0">
                      <a:moveTo>
                        <a:pt x="1210" y="1"/>
                      </a:moveTo>
                      <a:cubicBezTo>
                        <a:pt x="548" y="1"/>
                        <a:pt x="1" y="548"/>
                        <a:pt x="1" y="1210"/>
                      </a:cubicBezTo>
                      <a:cubicBezTo>
                        <a:pt x="1" y="1872"/>
                        <a:pt x="548" y="2397"/>
                        <a:pt x="1210" y="2397"/>
                      </a:cubicBezTo>
                      <a:cubicBezTo>
                        <a:pt x="1872" y="2397"/>
                        <a:pt x="2397" y="1872"/>
                        <a:pt x="2397" y="1210"/>
                      </a:cubicBezTo>
                      <a:cubicBezTo>
                        <a:pt x="2397" y="548"/>
                        <a:pt x="1872" y="1"/>
                        <a:pt x="121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83" name="Google Shape;1783;p20"/>
                <p:cNvSpPr/>
                <p:nvPr/>
              </p:nvSpPr>
              <p:spPr>
                <a:xfrm>
                  <a:off x="2892125" y="1170425"/>
                  <a:ext cx="106150" cy="10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6" h="4246" extrusionOk="0">
                      <a:moveTo>
                        <a:pt x="2123" y="0"/>
                      </a:moveTo>
                      <a:cubicBezTo>
                        <a:pt x="959" y="0"/>
                        <a:pt x="0" y="936"/>
                        <a:pt x="0" y="2123"/>
                      </a:cubicBezTo>
                      <a:cubicBezTo>
                        <a:pt x="0" y="3287"/>
                        <a:pt x="959" y="4246"/>
                        <a:pt x="2123" y="4246"/>
                      </a:cubicBezTo>
                      <a:cubicBezTo>
                        <a:pt x="3310" y="4246"/>
                        <a:pt x="4246" y="3287"/>
                        <a:pt x="4246" y="2123"/>
                      </a:cubicBezTo>
                      <a:cubicBezTo>
                        <a:pt x="4246" y="936"/>
                        <a:pt x="3310" y="0"/>
                        <a:pt x="21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84" name="Google Shape;1784;p20"/>
                <p:cNvSpPr/>
                <p:nvPr/>
              </p:nvSpPr>
              <p:spPr>
                <a:xfrm>
                  <a:off x="7004675" y="1366150"/>
                  <a:ext cx="106150" cy="10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6" h="4246" extrusionOk="0">
                      <a:moveTo>
                        <a:pt x="2123" y="0"/>
                      </a:moveTo>
                      <a:cubicBezTo>
                        <a:pt x="936" y="0"/>
                        <a:pt x="0" y="959"/>
                        <a:pt x="0" y="2123"/>
                      </a:cubicBezTo>
                      <a:cubicBezTo>
                        <a:pt x="0" y="3310"/>
                        <a:pt x="936" y="4246"/>
                        <a:pt x="2123" y="4246"/>
                      </a:cubicBezTo>
                      <a:cubicBezTo>
                        <a:pt x="3287" y="4246"/>
                        <a:pt x="4246" y="3310"/>
                        <a:pt x="4246" y="2123"/>
                      </a:cubicBezTo>
                      <a:cubicBezTo>
                        <a:pt x="4246" y="959"/>
                        <a:pt x="3287" y="0"/>
                        <a:pt x="21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85" name="Google Shape;1785;p20"/>
                <p:cNvSpPr/>
                <p:nvPr/>
              </p:nvSpPr>
              <p:spPr>
                <a:xfrm>
                  <a:off x="6446600" y="2270600"/>
                  <a:ext cx="106150" cy="10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6" h="4246" extrusionOk="0">
                      <a:moveTo>
                        <a:pt x="2123" y="0"/>
                      </a:moveTo>
                      <a:cubicBezTo>
                        <a:pt x="959" y="0"/>
                        <a:pt x="0" y="959"/>
                        <a:pt x="0" y="2123"/>
                      </a:cubicBezTo>
                      <a:cubicBezTo>
                        <a:pt x="0" y="3310"/>
                        <a:pt x="959" y="4246"/>
                        <a:pt x="2123" y="4246"/>
                      </a:cubicBezTo>
                      <a:cubicBezTo>
                        <a:pt x="3310" y="4246"/>
                        <a:pt x="4246" y="3310"/>
                        <a:pt x="4246" y="2123"/>
                      </a:cubicBezTo>
                      <a:cubicBezTo>
                        <a:pt x="4246" y="959"/>
                        <a:pt x="3310" y="0"/>
                        <a:pt x="212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86" name="Google Shape;1786;p20"/>
                <p:cNvSpPr/>
                <p:nvPr/>
              </p:nvSpPr>
              <p:spPr>
                <a:xfrm>
                  <a:off x="6258275" y="3300575"/>
                  <a:ext cx="69650" cy="6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6" h="2786" extrusionOk="0">
                      <a:moveTo>
                        <a:pt x="1393" y="1"/>
                      </a:moveTo>
                      <a:cubicBezTo>
                        <a:pt x="617" y="1"/>
                        <a:pt x="1" y="617"/>
                        <a:pt x="1" y="1393"/>
                      </a:cubicBezTo>
                      <a:cubicBezTo>
                        <a:pt x="1" y="2146"/>
                        <a:pt x="617" y="2786"/>
                        <a:pt x="1393" y="2786"/>
                      </a:cubicBezTo>
                      <a:cubicBezTo>
                        <a:pt x="2169" y="2786"/>
                        <a:pt x="2786" y="2146"/>
                        <a:pt x="2786" y="1393"/>
                      </a:cubicBezTo>
                      <a:cubicBezTo>
                        <a:pt x="2786" y="617"/>
                        <a:pt x="2169" y="1"/>
                        <a:pt x="13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87" name="Google Shape;1787;p20"/>
                <p:cNvSpPr/>
                <p:nvPr/>
              </p:nvSpPr>
              <p:spPr>
                <a:xfrm>
                  <a:off x="4746100" y="3030675"/>
                  <a:ext cx="69650" cy="6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6" h="2763" extrusionOk="0">
                      <a:moveTo>
                        <a:pt x="1393" y="0"/>
                      </a:moveTo>
                      <a:cubicBezTo>
                        <a:pt x="617" y="0"/>
                        <a:pt x="1" y="617"/>
                        <a:pt x="1" y="1393"/>
                      </a:cubicBezTo>
                      <a:cubicBezTo>
                        <a:pt x="1" y="2146"/>
                        <a:pt x="617" y="2762"/>
                        <a:pt x="1393" y="2762"/>
                      </a:cubicBezTo>
                      <a:cubicBezTo>
                        <a:pt x="2169" y="2762"/>
                        <a:pt x="2786" y="2146"/>
                        <a:pt x="2786" y="1393"/>
                      </a:cubicBezTo>
                      <a:cubicBezTo>
                        <a:pt x="2786" y="617"/>
                        <a:pt x="2169" y="0"/>
                        <a:pt x="139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88" name="Google Shape;1788;p20"/>
                <p:cNvSpPr/>
                <p:nvPr/>
              </p:nvSpPr>
              <p:spPr>
                <a:xfrm>
                  <a:off x="5111875" y="1378700"/>
                  <a:ext cx="106175" cy="10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7" h="4246" extrusionOk="0">
                      <a:moveTo>
                        <a:pt x="2124" y="0"/>
                      </a:moveTo>
                      <a:cubicBezTo>
                        <a:pt x="960" y="0"/>
                        <a:pt x="1" y="959"/>
                        <a:pt x="1" y="2123"/>
                      </a:cubicBezTo>
                      <a:cubicBezTo>
                        <a:pt x="1" y="3310"/>
                        <a:pt x="960" y="4246"/>
                        <a:pt x="2124" y="4246"/>
                      </a:cubicBezTo>
                      <a:cubicBezTo>
                        <a:pt x="3288" y="4246"/>
                        <a:pt x="4246" y="3310"/>
                        <a:pt x="4246" y="2123"/>
                      </a:cubicBezTo>
                      <a:cubicBezTo>
                        <a:pt x="4246" y="959"/>
                        <a:pt x="3288" y="0"/>
                        <a:pt x="21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89" name="Google Shape;1789;p20"/>
                <p:cNvSpPr/>
                <p:nvPr/>
              </p:nvSpPr>
              <p:spPr>
                <a:xfrm>
                  <a:off x="5692225" y="1404950"/>
                  <a:ext cx="75350" cy="7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4" h="2991" extrusionOk="0">
                      <a:moveTo>
                        <a:pt x="1507" y="0"/>
                      </a:moveTo>
                      <a:cubicBezTo>
                        <a:pt x="685" y="0"/>
                        <a:pt x="0" y="662"/>
                        <a:pt x="0" y="1507"/>
                      </a:cubicBezTo>
                      <a:cubicBezTo>
                        <a:pt x="0" y="2328"/>
                        <a:pt x="685" y="2990"/>
                        <a:pt x="1507" y="2990"/>
                      </a:cubicBezTo>
                      <a:cubicBezTo>
                        <a:pt x="2328" y="2990"/>
                        <a:pt x="3013" y="2328"/>
                        <a:pt x="3013" y="1507"/>
                      </a:cubicBezTo>
                      <a:cubicBezTo>
                        <a:pt x="3013" y="662"/>
                        <a:pt x="2328" y="0"/>
                        <a:pt x="150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90" name="Google Shape;1790;p20"/>
                <p:cNvSpPr/>
                <p:nvPr/>
              </p:nvSpPr>
              <p:spPr>
                <a:xfrm>
                  <a:off x="5821750" y="1469425"/>
                  <a:ext cx="79350" cy="7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4" h="3174" extrusionOk="0">
                      <a:moveTo>
                        <a:pt x="1598" y="1"/>
                      </a:moveTo>
                      <a:cubicBezTo>
                        <a:pt x="708" y="1"/>
                        <a:pt x="1" y="708"/>
                        <a:pt x="1" y="1575"/>
                      </a:cubicBezTo>
                      <a:cubicBezTo>
                        <a:pt x="1" y="2466"/>
                        <a:pt x="708" y="3173"/>
                        <a:pt x="1598" y="3173"/>
                      </a:cubicBezTo>
                      <a:cubicBezTo>
                        <a:pt x="2466" y="3173"/>
                        <a:pt x="3173" y="2466"/>
                        <a:pt x="3173" y="1575"/>
                      </a:cubicBezTo>
                      <a:cubicBezTo>
                        <a:pt x="3173" y="708"/>
                        <a:pt x="2466" y="1"/>
                        <a:pt x="159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91" name="Google Shape;1791;p20"/>
                <p:cNvSpPr/>
                <p:nvPr/>
              </p:nvSpPr>
              <p:spPr>
                <a:xfrm>
                  <a:off x="3572900" y="2384150"/>
                  <a:ext cx="139825" cy="13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93" h="5570" extrusionOk="0">
                      <a:moveTo>
                        <a:pt x="2808" y="0"/>
                      </a:moveTo>
                      <a:cubicBezTo>
                        <a:pt x="1255" y="0"/>
                        <a:pt x="0" y="1233"/>
                        <a:pt x="0" y="2785"/>
                      </a:cubicBezTo>
                      <a:cubicBezTo>
                        <a:pt x="0" y="4314"/>
                        <a:pt x="1255" y="5570"/>
                        <a:pt x="2808" y="5570"/>
                      </a:cubicBezTo>
                      <a:cubicBezTo>
                        <a:pt x="4337" y="5570"/>
                        <a:pt x="5592" y="4314"/>
                        <a:pt x="5592" y="2785"/>
                      </a:cubicBezTo>
                      <a:cubicBezTo>
                        <a:pt x="5592" y="1233"/>
                        <a:pt x="4337" y="0"/>
                        <a:pt x="280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92" name="Google Shape;1792;p20"/>
                <p:cNvSpPr/>
                <p:nvPr/>
              </p:nvSpPr>
              <p:spPr>
                <a:xfrm>
                  <a:off x="5419450" y="2995300"/>
                  <a:ext cx="139825" cy="13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93" h="5593" extrusionOk="0">
                      <a:moveTo>
                        <a:pt x="2785" y="0"/>
                      </a:moveTo>
                      <a:cubicBezTo>
                        <a:pt x="1256" y="0"/>
                        <a:pt x="1" y="1256"/>
                        <a:pt x="1" y="2808"/>
                      </a:cubicBezTo>
                      <a:cubicBezTo>
                        <a:pt x="1" y="4337"/>
                        <a:pt x="1256" y="5592"/>
                        <a:pt x="2785" y="5592"/>
                      </a:cubicBezTo>
                      <a:cubicBezTo>
                        <a:pt x="4338" y="5592"/>
                        <a:pt x="5593" y="4337"/>
                        <a:pt x="5593" y="2808"/>
                      </a:cubicBezTo>
                      <a:cubicBezTo>
                        <a:pt x="5593" y="1256"/>
                        <a:pt x="4338" y="0"/>
                        <a:pt x="278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93" name="Google Shape;1793;p20"/>
                <p:cNvSpPr/>
                <p:nvPr/>
              </p:nvSpPr>
              <p:spPr>
                <a:xfrm>
                  <a:off x="3311550" y="1787275"/>
                  <a:ext cx="65075" cy="6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3" h="2603" extrusionOk="0">
                      <a:moveTo>
                        <a:pt x="1301" y="0"/>
                      </a:moveTo>
                      <a:cubicBezTo>
                        <a:pt x="594" y="0"/>
                        <a:pt x="0" y="571"/>
                        <a:pt x="0" y="1301"/>
                      </a:cubicBezTo>
                      <a:cubicBezTo>
                        <a:pt x="0" y="2009"/>
                        <a:pt x="594" y="2602"/>
                        <a:pt x="1301" y="2602"/>
                      </a:cubicBezTo>
                      <a:cubicBezTo>
                        <a:pt x="2009" y="2602"/>
                        <a:pt x="2602" y="2009"/>
                        <a:pt x="2602" y="1301"/>
                      </a:cubicBezTo>
                      <a:cubicBezTo>
                        <a:pt x="2602" y="571"/>
                        <a:pt x="2009" y="0"/>
                        <a:pt x="130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94" name="Google Shape;1794;p20"/>
                <p:cNvSpPr/>
                <p:nvPr/>
              </p:nvSpPr>
              <p:spPr>
                <a:xfrm>
                  <a:off x="3501550" y="1519075"/>
                  <a:ext cx="143825" cy="14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3" h="5776" extrusionOk="0">
                      <a:moveTo>
                        <a:pt x="2877" y="388"/>
                      </a:moveTo>
                      <a:cubicBezTo>
                        <a:pt x="4246" y="388"/>
                        <a:pt x="5388" y="1507"/>
                        <a:pt x="5388" y="2899"/>
                      </a:cubicBezTo>
                      <a:cubicBezTo>
                        <a:pt x="5388" y="4269"/>
                        <a:pt x="4246" y="5410"/>
                        <a:pt x="2877" y="5410"/>
                      </a:cubicBezTo>
                      <a:cubicBezTo>
                        <a:pt x="1485" y="5410"/>
                        <a:pt x="366" y="4269"/>
                        <a:pt x="366" y="2899"/>
                      </a:cubicBezTo>
                      <a:cubicBezTo>
                        <a:pt x="366" y="1507"/>
                        <a:pt x="1485" y="388"/>
                        <a:pt x="2877" y="388"/>
                      </a:cubicBezTo>
                      <a:close/>
                      <a:moveTo>
                        <a:pt x="2877" y="0"/>
                      </a:moveTo>
                      <a:cubicBezTo>
                        <a:pt x="1279" y="0"/>
                        <a:pt x="1" y="1301"/>
                        <a:pt x="1" y="2899"/>
                      </a:cubicBezTo>
                      <a:cubicBezTo>
                        <a:pt x="1" y="4497"/>
                        <a:pt x="1279" y="5775"/>
                        <a:pt x="2877" y="5775"/>
                      </a:cubicBezTo>
                      <a:cubicBezTo>
                        <a:pt x="4475" y="5775"/>
                        <a:pt x="5753" y="4497"/>
                        <a:pt x="5753" y="2899"/>
                      </a:cubicBezTo>
                      <a:cubicBezTo>
                        <a:pt x="5753" y="1301"/>
                        <a:pt x="4475" y="0"/>
                        <a:pt x="287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95" name="Google Shape;1795;p20"/>
                <p:cNvSpPr/>
                <p:nvPr/>
              </p:nvSpPr>
              <p:spPr>
                <a:xfrm>
                  <a:off x="3526675" y="1544750"/>
                  <a:ext cx="93600" cy="9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44" h="3722" extrusionOk="0">
                      <a:moveTo>
                        <a:pt x="1872" y="0"/>
                      </a:moveTo>
                      <a:cubicBezTo>
                        <a:pt x="845" y="0"/>
                        <a:pt x="0" y="845"/>
                        <a:pt x="0" y="1872"/>
                      </a:cubicBezTo>
                      <a:cubicBezTo>
                        <a:pt x="0" y="2899"/>
                        <a:pt x="845" y="3721"/>
                        <a:pt x="1872" y="3721"/>
                      </a:cubicBezTo>
                      <a:cubicBezTo>
                        <a:pt x="2899" y="3721"/>
                        <a:pt x="3744" y="2899"/>
                        <a:pt x="3744" y="1872"/>
                      </a:cubicBezTo>
                      <a:cubicBezTo>
                        <a:pt x="3744" y="845"/>
                        <a:pt x="2899" y="0"/>
                        <a:pt x="187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96" name="Google Shape;1796;p20"/>
                <p:cNvSpPr/>
                <p:nvPr/>
              </p:nvSpPr>
              <p:spPr>
                <a:xfrm>
                  <a:off x="1930050" y="1563575"/>
                  <a:ext cx="106150" cy="10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6" h="4247" extrusionOk="0">
                      <a:moveTo>
                        <a:pt x="2123" y="1"/>
                      </a:moveTo>
                      <a:cubicBezTo>
                        <a:pt x="959" y="1"/>
                        <a:pt x="0" y="937"/>
                        <a:pt x="0" y="2123"/>
                      </a:cubicBezTo>
                      <a:cubicBezTo>
                        <a:pt x="0" y="3288"/>
                        <a:pt x="959" y="4246"/>
                        <a:pt x="2123" y="4246"/>
                      </a:cubicBezTo>
                      <a:cubicBezTo>
                        <a:pt x="3310" y="4246"/>
                        <a:pt x="4246" y="3288"/>
                        <a:pt x="4246" y="2123"/>
                      </a:cubicBezTo>
                      <a:cubicBezTo>
                        <a:pt x="4246" y="937"/>
                        <a:pt x="3310" y="1"/>
                        <a:pt x="212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97" name="Google Shape;1797;p20"/>
                <p:cNvSpPr/>
                <p:nvPr/>
              </p:nvSpPr>
              <p:spPr>
                <a:xfrm>
                  <a:off x="1621325" y="1563575"/>
                  <a:ext cx="106175" cy="10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7" h="4247" extrusionOk="0">
                      <a:moveTo>
                        <a:pt x="2123" y="1"/>
                      </a:moveTo>
                      <a:cubicBezTo>
                        <a:pt x="936" y="1"/>
                        <a:pt x="1" y="937"/>
                        <a:pt x="1" y="2123"/>
                      </a:cubicBezTo>
                      <a:cubicBezTo>
                        <a:pt x="1" y="3288"/>
                        <a:pt x="936" y="4246"/>
                        <a:pt x="2123" y="4246"/>
                      </a:cubicBezTo>
                      <a:cubicBezTo>
                        <a:pt x="3287" y="4246"/>
                        <a:pt x="4246" y="3288"/>
                        <a:pt x="4246" y="2123"/>
                      </a:cubicBezTo>
                      <a:cubicBezTo>
                        <a:pt x="4246" y="937"/>
                        <a:pt x="3287" y="1"/>
                        <a:pt x="212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98" name="Google Shape;1798;p20"/>
                <p:cNvSpPr/>
                <p:nvPr/>
              </p:nvSpPr>
              <p:spPr>
                <a:xfrm>
                  <a:off x="944550" y="1765575"/>
                  <a:ext cx="106175" cy="10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7" h="4247" extrusionOk="0">
                      <a:moveTo>
                        <a:pt x="2123" y="1"/>
                      </a:moveTo>
                      <a:cubicBezTo>
                        <a:pt x="959" y="1"/>
                        <a:pt x="1" y="960"/>
                        <a:pt x="1" y="2124"/>
                      </a:cubicBezTo>
                      <a:cubicBezTo>
                        <a:pt x="1" y="3311"/>
                        <a:pt x="959" y="4246"/>
                        <a:pt x="2123" y="4246"/>
                      </a:cubicBezTo>
                      <a:cubicBezTo>
                        <a:pt x="3310" y="4246"/>
                        <a:pt x="4246" y="3311"/>
                        <a:pt x="4246" y="2124"/>
                      </a:cubicBezTo>
                      <a:cubicBezTo>
                        <a:pt x="4246" y="960"/>
                        <a:pt x="3310" y="1"/>
                        <a:pt x="212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799" name="Google Shape;1799;p20"/>
                <p:cNvSpPr/>
                <p:nvPr/>
              </p:nvSpPr>
              <p:spPr>
                <a:xfrm>
                  <a:off x="-572625" y="2889150"/>
                  <a:ext cx="106150" cy="10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6" h="4246" extrusionOk="0">
                      <a:moveTo>
                        <a:pt x="2123" y="0"/>
                      </a:moveTo>
                      <a:cubicBezTo>
                        <a:pt x="959" y="0"/>
                        <a:pt x="0" y="936"/>
                        <a:pt x="0" y="2123"/>
                      </a:cubicBezTo>
                      <a:cubicBezTo>
                        <a:pt x="0" y="3287"/>
                        <a:pt x="959" y="4246"/>
                        <a:pt x="2123" y="4246"/>
                      </a:cubicBezTo>
                      <a:cubicBezTo>
                        <a:pt x="3287" y="4246"/>
                        <a:pt x="4246" y="3287"/>
                        <a:pt x="4246" y="2123"/>
                      </a:cubicBezTo>
                      <a:cubicBezTo>
                        <a:pt x="4246" y="936"/>
                        <a:pt x="3287" y="0"/>
                        <a:pt x="21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00" name="Google Shape;1800;p20"/>
                <p:cNvSpPr/>
                <p:nvPr/>
              </p:nvSpPr>
              <p:spPr>
                <a:xfrm>
                  <a:off x="3168300" y="1186975"/>
                  <a:ext cx="72500" cy="7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0" h="2922" extrusionOk="0">
                      <a:moveTo>
                        <a:pt x="1462" y="0"/>
                      </a:moveTo>
                      <a:cubicBezTo>
                        <a:pt x="640" y="0"/>
                        <a:pt x="1" y="639"/>
                        <a:pt x="1" y="1461"/>
                      </a:cubicBezTo>
                      <a:cubicBezTo>
                        <a:pt x="1" y="2260"/>
                        <a:pt x="640" y="2922"/>
                        <a:pt x="1462" y="2922"/>
                      </a:cubicBezTo>
                      <a:cubicBezTo>
                        <a:pt x="2261" y="2922"/>
                        <a:pt x="2900" y="2260"/>
                        <a:pt x="2900" y="1461"/>
                      </a:cubicBezTo>
                      <a:cubicBezTo>
                        <a:pt x="2900" y="639"/>
                        <a:pt x="2261" y="0"/>
                        <a:pt x="146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01" name="Google Shape;1801;p20"/>
                <p:cNvSpPr/>
                <p:nvPr/>
              </p:nvSpPr>
              <p:spPr>
                <a:xfrm>
                  <a:off x="1238425" y="1362725"/>
                  <a:ext cx="73075" cy="7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3" h="2922" extrusionOk="0">
                      <a:moveTo>
                        <a:pt x="1462" y="0"/>
                      </a:moveTo>
                      <a:cubicBezTo>
                        <a:pt x="640" y="0"/>
                        <a:pt x="1" y="662"/>
                        <a:pt x="1" y="1461"/>
                      </a:cubicBezTo>
                      <a:cubicBezTo>
                        <a:pt x="1" y="2260"/>
                        <a:pt x="640" y="2922"/>
                        <a:pt x="1462" y="2922"/>
                      </a:cubicBezTo>
                      <a:cubicBezTo>
                        <a:pt x="2260" y="2922"/>
                        <a:pt x="2922" y="2260"/>
                        <a:pt x="2922" y="1461"/>
                      </a:cubicBezTo>
                      <a:cubicBezTo>
                        <a:pt x="2922" y="662"/>
                        <a:pt x="2260" y="0"/>
                        <a:pt x="146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02" name="Google Shape;1802;p20"/>
                <p:cNvSpPr/>
                <p:nvPr/>
              </p:nvSpPr>
              <p:spPr>
                <a:xfrm>
                  <a:off x="2281550" y="832600"/>
                  <a:ext cx="2995850" cy="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834" h="389" extrusionOk="0">
                      <a:moveTo>
                        <a:pt x="183" y="1"/>
                      </a:moveTo>
                      <a:cubicBezTo>
                        <a:pt x="69" y="1"/>
                        <a:pt x="0" y="92"/>
                        <a:pt x="0" y="183"/>
                      </a:cubicBezTo>
                      <a:cubicBezTo>
                        <a:pt x="0" y="297"/>
                        <a:pt x="69" y="389"/>
                        <a:pt x="183" y="389"/>
                      </a:cubicBezTo>
                      <a:lnTo>
                        <a:pt x="119628" y="389"/>
                      </a:lnTo>
                      <a:cubicBezTo>
                        <a:pt x="119742" y="389"/>
                        <a:pt x="119833" y="297"/>
                        <a:pt x="119833" y="183"/>
                      </a:cubicBezTo>
                      <a:cubicBezTo>
                        <a:pt x="119833" y="92"/>
                        <a:pt x="119742" y="1"/>
                        <a:pt x="11962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03" name="Google Shape;1803;p20"/>
                <p:cNvSpPr/>
                <p:nvPr/>
              </p:nvSpPr>
              <p:spPr>
                <a:xfrm>
                  <a:off x="2222775" y="800650"/>
                  <a:ext cx="73075" cy="7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3" h="2922" extrusionOk="0">
                      <a:moveTo>
                        <a:pt x="1461" y="0"/>
                      </a:moveTo>
                      <a:cubicBezTo>
                        <a:pt x="640" y="0"/>
                        <a:pt x="0" y="662"/>
                        <a:pt x="0" y="1461"/>
                      </a:cubicBezTo>
                      <a:cubicBezTo>
                        <a:pt x="0" y="2283"/>
                        <a:pt x="640" y="2922"/>
                        <a:pt x="1461" y="2922"/>
                      </a:cubicBezTo>
                      <a:cubicBezTo>
                        <a:pt x="2260" y="2922"/>
                        <a:pt x="2922" y="2283"/>
                        <a:pt x="2922" y="1461"/>
                      </a:cubicBezTo>
                      <a:cubicBezTo>
                        <a:pt x="2922" y="662"/>
                        <a:pt x="2260" y="0"/>
                        <a:pt x="146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04" name="Google Shape;1804;p20"/>
                <p:cNvSpPr/>
                <p:nvPr/>
              </p:nvSpPr>
              <p:spPr>
                <a:xfrm>
                  <a:off x="5235725" y="800650"/>
                  <a:ext cx="73050" cy="7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2" h="2922" extrusionOk="0">
                      <a:moveTo>
                        <a:pt x="1461" y="0"/>
                      </a:moveTo>
                      <a:cubicBezTo>
                        <a:pt x="662" y="0"/>
                        <a:pt x="0" y="662"/>
                        <a:pt x="0" y="1461"/>
                      </a:cubicBezTo>
                      <a:cubicBezTo>
                        <a:pt x="0" y="2283"/>
                        <a:pt x="662" y="2922"/>
                        <a:pt x="1461" y="2922"/>
                      </a:cubicBezTo>
                      <a:cubicBezTo>
                        <a:pt x="2283" y="2922"/>
                        <a:pt x="2922" y="2283"/>
                        <a:pt x="2922" y="1461"/>
                      </a:cubicBezTo>
                      <a:cubicBezTo>
                        <a:pt x="2922" y="662"/>
                        <a:pt x="2283" y="0"/>
                        <a:pt x="146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05" name="Google Shape;1805;p20"/>
                <p:cNvSpPr/>
                <p:nvPr/>
              </p:nvSpPr>
              <p:spPr>
                <a:xfrm>
                  <a:off x="5732175" y="319450"/>
                  <a:ext cx="1118450" cy="111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38" h="44699" extrusionOk="0">
                      <a:moveTo>
                        <a:pt x="44532" y="1"/>
                      </a:moveTo>
                      <a:cubicBezTo>
                        <a:pt x="44481" y="1"/>
                        <a:pt x="44430" y="18"/>
                        <a:pt x="44395" y="52"/>
                      </a:cubicBezTo>
                      <a:lnTo>
                        <a:pt x="91" y="44356"/>
                      </a:lnTo>
                      <a:cubicBezTo>
                        <a:pt x="0" y="44447"/>
                        <a:pt x="0" y="44562"/>
                        <a:pt x="91" y="44630"/>
                      </a:cubicBezTo>
                      <a:cubicBezTo>
                        <a:pt x="114" y="44676"/>
                        <a:pt x="160" y="44699"/>
                        <a:pt x="228" y="44699"/>
                      </a:cubicBezTo>
                      <a:cubicBezTo>
                        <a:pt x="274" y="44699"/>
                        <a:pt x="320" y="44676"/>
                        <a:pt x="342" y="44630"/>
                      </a:cubicBezTo>
                      <a:lnTo>
                        <a:pt x="44669" y="326"/>
                      </a:lnTo>
                      <a:cubicBezTo>
                        <a:pt x="44738" y="258"/>
                        <a:pt x="44738" y="121"/>
                        <a:pt x="44669" y="52"/>
                      </a:cubicBezTo>
                      <a:cubicBezTo>
                        <a:pt x="44635" y="18"/>
                        <a:pt x="44584" y="1"/>
                        <a:pt x="4453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06" name="Google Shape;1806;p20"/>
                <p:cNvSpPr/>
                <p:nvPr/>
              </p:nvSpPr>
              <p:spPr>
                <a:xfrm>
                  <a:off x="5870250" y="381100"/>
                  <a:ext cx="1118475" cy="11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39" h="44698" extrusionOk="0">
                      <a:moveTo>
                        <a:pt x="44522" y="0"/>
                      </a:moveTo>
                      <a:cubicBezTo>
                        <a:pt x="44476" y="0"/>
                        <a:pt x="44430" y="17"/>
                        <a:pt x="44396" y="51"/>
                      </a:cubicBezTo>
                      <a:lnTo>
                        <a:pt x="69" y="44378"/>
                      </a:lnTo>
                      <a:cubicBezTo>
                        <a:pt x="1" y="44447"/>
                        <a:pt x="1" y="44561"/>
                        <a:pt x="69" y="44629"/>
                      </a:cubicBezTo>
                      <a:cubicBezTo>
                        <a:pt x="115" y="44675"/>
                        <a:pt x="161" y="44698"/>
                        <a:pt x="206" y="44698"/>
                      </a:cubicBezTo>
                      <a:cubicBezTo>
                        <a:pt x="252" y="44698"/>
                        <a:pt x="298" y="44675"/>
                        <a:pt x="343" y="44629"/>
                      </a:cubicBezTo>
                      <a:lnTo>
                        <a:pt x="44647" y="325"/>
                      </a:lnTo>
                      <a:cubicBezTo>
                        <a:pt x="44738" y="257"/>
                        <a:pt x="44738" y="120"/>
                        <a:pt x="44647" y="51"/>
                      </a:cubicBezTo>
                      <a:cubicBezTo>
                        <a:pt x="44613" y="17"/>
                        <a:pt x="44567" y="0"/>
                        <a:pt x="4452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07" name="Google Shape;1807;p20"/>
                <p:cNvSpPr/>
                <p:nvPr/>
              </p:nvSpPr>
              <p:spPr>
                <a:xfrm>
                  <a:off x="4775775" y="1974875"/>
                  <a:ext cx="2300825" cy="70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033" h="28264" extrusionOk="0">
                      <a:moveTo>
                        <a:pt x="206" y="0"/>
                      </a:moveTo>
                      <a:cubicBezTo>
                        <a:pt x="155" y="0"/>
                        <a:pt x="104" y="17"/>
                        <a:pt x="69" y="51"/>
                      </a:cubicBezTo>
                      <a:cubicBezTo>
                        <a:pt x="1" y="120"/>
                        <a:pt x="1" y="234"/>
                        <a:pt x="69" y="325"/>
                      </a:cubicBezTo>
                      <a:lnTo>
                        <a:pt x="28007" y="28263"/>
                      </a:lnTo>
                      <a:lnTo>
                        <a:pt x="91850" y="28263"/>
                      </a:lnTo>
                      <a:cubicBezTo>
                        <a:pt x="91941" y="28263"/>
                        <a:pt x="92032" y="28172"/>
                        <a:pt x="92032" y="28058"/>
                      </a:cubicBezTo>
                      <a:cubicBezTo>
                        <a:pt x="92032" y="27967"/>
                        <a:pt x="91941" y="27875"/>
                        <a:pt x="91850" y="27875"/>
                      </a:cubicBezTo>
                      <a:lnTo>
                        <a:pt x="28167" y="27875"/>
                      </a:lnTo>
                      <a:lnTo>
                        <a:pt x="343" y="51"/>
                      </a:lnTo>
                      <a:cubicBezTo>
                        <a:pt x="309" y="17"/>
                        <a:pt x="258" y="0"/>
                        <a:pt x="2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08" name="Google Shape;1808;p20"/>
                <p:cNvSpPr/>
                <p:nvPr/>
              </p:nvSpPr>
              <p:spPr>
                <a:xfrm>
                  <a:off x="3518100" y="2023500"/>
                  <a:ext cx="149550" cy="9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2" h="3722" extrusionOk="0">
                      <a:moveTo>
                        <a:pt x="1" y="1"/>
                      </a:moveTo>
                      <a:lnTo>
                        <a:pt x="3607" y="3721"/>
                      </a:lnTo>
                      <a:lnTo>
                        <a:pt x="5981" y="3721"/>
                      </a:lnTo>
                      <a:lnTo>
                        <a:pt x="239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09" name="Google Shape;1809;p20"/>
                <p:cNvSpPr/>
                <p:nvPr/>
              </p:nvSpPr>
              <p:spPr>
                <a:xfrm>
                  <a:off x="3630525" y="2023500"/>
                  <a:ext cx="148950" cy="9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8" h="3722" extrusionOk="0">
                      <a:moveTo>
                        <a:pt x="0" y="1"/>
                      </a:moveTo>
                      <a:lnTo>
                        <a:pt x="3584" y="3721"/>
                      </a:lnTo>
                      <a:lnTo>
                        <a:pt x="5958" y="3721"/>
                      </a:lnTo>
                      <a:lnTo>
                        <a:pt x="237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10" name="Google Shape;1810;p20"/>
                <p:cNvSpPr/>
                <p:nvPr/>
              </p:nvSpPr>
              <p:spPr>
                <a:xfrm>
                  <a:off x="3742375" y="2023500"/>
                  <a:ext cx="149525" cy="9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1" h="3722" extrusionOk="0">
                      <a:moveTo>
                        <a:pt x="0" y="1"/>
                      </a:moveTo>
                      <a:lnTo>
                        <a:pt x="3584" y="3721"/>
                      </a:lnTo>
                      <a:lnTo>
                        <a:pt x="5980" y="3721"/>
                      </a:lnTo>
                      <a:lnTo>
                        <a:pt x="237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11" name="Google Shape;1811;p20"/>
                <p:cNvSpPr/>
                <p:nvPr/>
              </p:nvSpPr>
              <p:spPr>
                <a:xfrm>
                  <a:off x="3854775" y="2023500"/>
                  <a:ext cx="148975" cy="9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9" h="3722" extrusionOk="0">
                      <a:moveTo>
                        <a:pt x="1" y="1"/>
                      </a:moveTo>
                      <a:lnTo>
                        <a:pt x="3584" y="3721"/>
                      </a:lnTo>
                      <a:lnTo>
                        <a:pt x="5958" y="3721"/>
                      </a:lnTo>
                      <a:lnTo>
                        <a:pt x="237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12" name="Google Shape;1812;p20"/>
                <p:cNvSpPr/>
                <p:nvPr/>
              </p:nvSpPr>
              <p:spPr>
                <a:xfrm>
                  <a:off x="3966625" y="2023500"/>
                  <a:ext cx="148950" cy="9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8" h="3722" extrusionOk="0">
                      <a:moveTo>
                        <a:pt x="1" y="1"/>
                      </a:moveTo>
                      <a:lnTo>
                        <a:pt x="3584" y="3721"/>
                      </a:lnTo>
                      <a:lnTo>
                        <a:pt x="5958" y="3721"/>
                      </a:lnTo>
                      <a:lnTo>
                        <a:pt x="237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13" name="Google Shape;1813;p20"/>
                <p:cNvSpPr/>
                <p:nvPr/>
              </p:nvSpPr>
              <p:spPr>
                <a:xfrm>
                  <a:off x="4078475" y="2023500"/>
                  <a:ext cx="149525" cy="9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1" h="3722" extrusionOk="0">
                      <a:moveTo>
                        <a:pt x="0" y="1"/>
                      </a:moveTo>
                      <a:lnTo>
                        <a:pt x="3607" y="3721"/>
                      </a:lnTo>
                      <a:lnTo>
                        <a:pt x="5981" y="3721"/>
                      </a:lnTo>
                      <a:lnTo>
                        <a:pt x="239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14" name="Google Shape;1814;p20"/>
                <p:cNvSpPr/>
                <p:nvPr/>
              </p:nvSpPr>
              <p:spPr>
                <a:xfrm>
                  <a:off x="4190875" y="2023500"/>
                  <a:ext cx="148975" cy="9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9" h="3722" extrusionOk="0">
                      <a:moveTo>
                        <a:pt x="1" y="1"/>
                      </a:moveTo>
                      <a:lnTo>
                        <a:pt x="3584" y="3721"/>
                      </a:lnTo>
                      <a:lnTo>
                        <a:pt x="5958" y="3721"/>
                      </a:lnTo>
                      <a:lnTo>
                        <a:pt x="237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15" name="Google Shape;1815;p20"/>
                <p:cNvSpPr/>
                <p:nvPr/>
              </p:nvSpPr>
              <p:spPr>
                <a:xfrm>
                  <a:off x="4302725" y="2023500"/>
                  <a:ext cx="149525" cy="9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1" h="3722" extrusionOk="0">
                      <a:moveTo>
                        <a:pt x="1" y="1"/>
                      </a:moveTo>
                      <a:lnTo>
                        <a:pt x="3584" y="3721"/>
                      </a:lnTo>
                      <a:lnTo>
                        <a:pt x="5981" y="3721"/>
                      </a:lnTo>
                      <a:lnTo>
                        <a:pt x="237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16" name="Google Shape;1816;p20"/>
                <p:cNvSpPr/>
                <p:nvPr/>
              </p:nvSpPr>
              <p:spPr>
                <a:xfrm>
                  <a:off x="2718075" y="2800150"/>
                  <a:ext cx="276800" cy="17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72" h="6917" extrusionOk="0">
                      <a:moveTo>
                        <a:pt x="1" y="0"/>
                      </a:moveTo>
                      <a:lnTo>
                        <a:pt x="6666" y="6916"/>
                      </a:lnTo>
                      <a:lnTo>
                        <a:pt x="11071" y="6916"/>
                      </a:lnTo>
                      <a:lnTo>
                        <a:pt x="440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17" name="Google Shape;1817;p20"/>
                <p:cNvSpPr/>
                <p:nvPr/>
              </p:nvSpPr>
              <p:spPr>
                <a:xfrm>
                  <a:off x="2925800" y="2800150"/>
                  <a:ext cx="276775" cy="17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71" h="6917" extrusionOk="0">
                      <a:moveTo>
                        <a:pt x="0" y="0"/>
                      </a:moveTo>
                      <a:lnTo>
                        <a:pt x="6665" y="6916"/>
                      </a:lnTo>
                      <a:lnTo>
                        <a:pt x="11070" y="6916"/>
                      </a:lnTo>
                      <a:lnTo>
                        <a:pt x="440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18" name="Google Shape;1818;p20"/>
                <p:cNvSpPr/>
                <p:nvPr/>
              </p:nvSpPr>
              <p:spPr>
                <a:xfrm>
                  <a:off x="3133500" y="2800150"/>
                  <a:ext cx="276775" cy="17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71" h="6917" extrusionOk="0">
                      <a:moveTo>
                        <a:pt x="1" y="0"/>
                      </a:moveTo>
                      <a:lnTo>
                        <a:pt x="6666" y="6916"/>
                      </a:lnTo>
                      <a:lnTo>
                        <a:pt x="11071" y="6916"/>
                      </a:lnTo>
                      <a:lnTo>
                        <a:pt x="442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19" name="Google Shape;1819;p20"/>
                <p:cNvSpPr/>
                <p:nvPr/>
              </p:nvSpPr>
              <p:spPr>
                <a:xfrm>
                  <a:off x="3341775" y="2800150"/>
                  <a:ext cx="276800" cy="17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72" h="6917" extrusionOk="0">
                      <a:moveTo>
                        <a:pt x="1" y="0"/>
                      </a:moveTo>
                      <a:lnTo>
                        <a:pt x="6643" y="6916"/>
                      </a:lnTo>
                      <a:lnTo>
                        <a:pt x="11071" y="6916"/>
                      </a:lnTo>
                      <a:lnTo>
                        <a:pt x="440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20" name="Google Shape;1820;p20"/>
                <p:cNvSpPr/>
                <p:nvPr/>
              </p:nvSpPr>
              <p:spPr>
                <a:xfrm>
                  <a:off x="3549500" y="2800150"/>
                  <a:ext cx="276775" cy="17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71" h="6917" extrusionOk="0">
                      <a:moveTo>
                        <a:pt x="0" y="0"/>
                      </a:moveTo>
                      <a:lnTo>
                        <a:pt x="6665" y="6916"/>
                      </a:lnTo>
                      <a:lnTo>
                        <a:pt x="11071" y="6916"/>
                      </a:lnTo>
                      <a:lnTo>
                        <a:pt x="440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21" name="Google Shape;1821;p20"/>
                <p:cNvSpPr/>
                <p:nvPr/>
              </p:nvSpPr>
              <p:spPr>
                <a:xfrm>
                  <a:off x="3757200" y="2800150"/>
                  <a:ext cx="276775" cy="17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71" h="6917" extrusionOk="0">
                      <a:moveTo>
                        <a:pt x="1" y="0"/>
                      </a:moveTo>
                      <a:lnTo>
                        <a:pt x="6666" y="6916"/>
                      </a:lnTo>
                      <a:lnTo>
                        <a:pt x="11071" y="6916"/>
                      </a:lnTo>
                      <a:lnTo>
                        <a:pt x="440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22" name="Google Shape;1822;p20"/>
                <p:cNvSpPr/>
                <p:nvPr/>
              </p:nvSpPr>
              <p:spPr>
                <a:xfrm>
                  <a:off x="6113925" y="435450"/>
                  <a:ext cx="276775" cy="17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71" h="6917" extrusionOk="0">
                      <a:moveTo>
                        <a:pt x="6665" y="0"/>
                      </a:moveTo>
                      <a:lnTo>
                        <a:pt x="0" y="6916"/>
                      </a:lnTo>
                      <a:lnTo>
                        <a:pt x="4428" y="6916"/>
                      </a:lnTo>
                      <a:lnTo>
                        <a:pt x="1107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23" name="Google Shape;1823;p20"/>
                <p:cNvSpPr/>
                <p:nvPr/>
              </p:nvSpPr>
              <p:spPr>
                <a:xfrm>
                  <a:off x="5906200" y="435450"/>
                  <a:ext cx="276800" cy="17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72" h="6917" extrusionOk="0">
                      <a:moveTo>
                        <a:pt x="6666" y="0"/>
                      </a:moveTo>
                      <a:lnTo>
                        <a:pt x="1" y="6916"/>
                      </a:lnTo>
                      <a:lnTo>
                        <a:pt x="4406" y="6916"/>
                      </a:lnTo>
                      <a:lnTo>
                        <a:pt x="1107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24" name="Google Shape;1824;p20"/>
                <p:cNvSpPr/>
                <p:nvPr/>
              </p:nvSpPr>
              <p:spPr>
                <a:xfrm>
                  <a:off x="5698500" y="435450"/>
                  <a:ext cx="276775" cy="17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71" h="6917" extrusionOk="0">
                      <a:moveTo>
                        <a:pt x="6643" y="0"/>
                      </a:moveTo>
                      <a:lnTo>
                        <a:pt x="0" y="6916"/>
                      </a:lnTo>
                      <a:lnTo>
                        <a:pt x="4406" y="6916"/>
                      </a:lnTo>
                      <a:lnTo>
                        <a:pt x="1107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25" name="Google Shape;1825;p20"/>
                <p:cNvSpPr/>
                <p:nvPr/>
              </p:nvSpPr>
              <p:spPr>
                <a:xfrm>
                  <a:off x="5490225" y="435450"/>
                  <a:ext cx="276775" cy="17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71" h="6917" extrusionOk="0">
                      <a:moveTo>
                        <a:pt x="6665" y="0"/>
                      </a:moveTo>
                      <a:lnTo>
                        <a:pt x="0" y="6916"/>
                      </a:lnTo>
                      <a:lnTo>
                        <a:pt x="4428" y="6916"/>
                      </a:lnTo>
                      <a:lnTo>
                        <a:pt x="1107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26" name="Google Shape;1826;p20"/>
                <p:cNvSpPr/>
                <p:nvPr/>
              </p:nvSpPr>
              <p:spPr>
                <a:xfrm>
                  <a:off x="5282500" y="435450"/>
                  <a:ext cx="276775" cy="17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71" h="6917" extrusionOk="0">
                      <a:moveTo>
                        <a:pt x="6666" y="0"/>
                      </a:moveTo>
                      <a:lnTo>
                        <a:pt x="1" y="6916"/>
                      </a:lnTo>
                      <a:lnTo>
                        <a:pt x="4406" y="6916"/>
                      </a:lnTo>
                      <a:lnTo>
                        <a:pt x="1107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27" name="Google Shape;1827;p20"/>
                <p:cNvSpPr/>
                <p:nvPr/>
              </p:nvSpPr>
              <p:spPr>
                <a:xfrm>
                  <a:off x="5074800" y="435450"/>
                  <a:ext cx="276775" cy="17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71" h="6917" extrusionOk="0">
                      <a:moveTo>
                        <a:pt x="6665" y="0"/>
                      </a:moveTo>
                      <a:lnTo>
                        <a:pt x="0" y="6916"/>
                      </a:lnTo>
                      <a:lnTo>
                        <a:pt x="4406" y="6916"/>
                      </a:lnTo>
                      <a:lnTo>
                        <a:pt x="1107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28" name="Google Shape;1828;p20"/>
                <p:cNvSpPr/>
                <p:nvPr/>
              </p:nvSpPr>
              <p:spPr>
                <a:xfrm>
                  <a:off x="4867075" y="435450"/>
                  <a:ext cx="276800" cy="17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72" h="6917" extrusionOk="0">
                      <a:moveTo>
                        <a:pt x="6643" y="0"/>
                      </a:moveTo>
                      <a:lnTo>
                        <a:pt x="1" y="6916"/>
                      </a:lnTo>
                      <a:lnTo>
                        <a:pt x="4406" y="6916"/>
                      </a:lnTo>
                      <a:lnTo>
                        <a:pt x="1107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29" name="Google Shape;1829;p20"/>
                <p:cNvSpPr/>
                <p:nvPr/>
              </p:nvSpPr>
              <p:spPr>
                <a:xfrm>
                  <a:off x="4658800" y="435450"/>
                  <a:ext cx="276775" cy="17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71" h="6917" extrusionOk="0">
                      <a:moveTo>
                        <a:pt x="6666" y="0"/>
                      </a:moveTo>
                      <a:lnTo>
                        <a:pt x="1" y="6916"/>
                      </a:lnTo>
                      <a:lnTo>
                        <a:pt x="4429" y="6916"/>
                      </a:lnTo>
                      <a:lnTo>
                        <a:pt x="1107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30" name="Google Shape;1830;p20"/>
                <p:cNvSpPr/>
                <p:nvPr/>
              </p:nvSpPr>
              <p:spPr>
                <a:xfrm>
                  <a:off x="4853400" y="927325"/>
                  <a:ext cx="143250" cy="15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0" h="6210" extrusionOk="0">
                      <a:moveTo>
                        <a:pt x="0" y="1"/>
                      </a:moveTo>
                      <a:lnTo>
                        <a:pt x="3492" y="3265"/>
                      </a:lnTo>
                      <a:lnTo>
                        <a:pt x="365" y="6209"/>
                      </a:lnTo>
                      <a:lnTo>
                        <a:pt x="2602" y="6209"/>
                      </a:lnTo>
                      <a:lnTo>
                        <a:pt x="5729" y="3265"/>
                      </a:lnTo>
                      <a:lnTo>
                        <a:pt x="223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31" name="Google Shape;1831;p20"/>
                <p:cNvSpPr/>
                <p:nvPr/>
              </p:nvSpPr>
              <p:spPr>
                <a:xfrm>
                  <a:off x="4940700" y="927325"/>
                  <a:ext cx="143825" cy="15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3" h="6210" extrusionOk="0">
                      <a:moveTo>
                        <a:pt x="0" y="1"/>
                      </a:moveTo>
                      <a:lnTo>
                        <a:pt x="3493" y="3265"/>
                      </a:lnTo>
                      <a:lnTo>
                        <a:pt x="366" y="6209"/>
                      </a:lnTo>
                      <a:lnTo>
                        <a:pt x="2602" y="6209"/>
                      </a:lnTo>
                      <a:lnTo>
                        <a:pt x="5752" y="3265"/>
                      </a:lnTo>
                      <a:lnTo>
                        <a:pt x="223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32" name="Google Shape;1832;p20"/>
                <p:cNvSpPr/>
                <p:nvPr/>
              </p:nvSpPr>
              <p:spPr>
                <a:xfrm>
                  <a:off x="5028000" y="927325"/>
                  <a:ext cx="143825" cy="15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3" h="6210" extrusionOk="0">
                      <a:moveTo>
                        <a:pt x="1" y="1"/>
                      </a:moveTo>
                      <a:lnTo>
                        <a:pt x="3516" y="3265"/>
                      </a:lnTo>
                      <a:lnTo>
                        <a:pt x="366" y="6209"/>
                      </a:lnTo>
                      <a:lnTo>
                        <a:pt x="2603" y="6209"/>
                      </a:lnTo>
                      <a:lnTo>
                        <a:pt x="5753" y="3265"/>
                      </a:lnTo>
                      <a:lnTo>
                        <a:pt x="223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33" name="Google Shape;1833;p20"/>
                <p:cNvSpPr/>
                <p:nvPr/>
              </p:nvSpPr>
              <p:spPr>
                <a:xfrm>
                  <a:off x="5115300" y="927325"/>
                  <a:ext cx="143825" cy="15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3" h="6210" extrusionOk="0">
                      <a:moveTo>
                        <a:pt x="1" y="1"/>
                      </a:moveTo>
                      <a:lnTo>
                        <a:pt x="3516" y="3265"/>
                      </a:lnTo>
                      <a:lnTo>
                        <a:pt x="366" y="6209"/>
                      </a:lnTo>
                      <a:lnTo>
                        <a:pt x="2626" y="6209"/>
                      </a:lnTo>
                      <a:lnTo>
                        <a:pt x="5753" y="3265"/>
                      </a:lnTo>
                      <a:lnTo>
                        <a:pt x="223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34" name="Google Shape;1834;p20"/>
                <p:cNvSpPr/>
                <p:nvPr/>
              </p:nvSpPr>
              <p:spPr>
                <a:xfrm>
                  <a:off x="5202625" y="927325"/>
                  <a:ext cx="143825" cy="15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3" h="6210" extrusionOk="0">
                      <a:moveTo>
                        <a:pt x="0" y="1"/>
                      </a:moveTo>
                      <a:lnTo>
                        <a:pt x="3515" y="3265"/>
                      </a:lnTo>
                      <a:lnTo>
                        <a:pt x="388" y="6209"/>
                      </a:lnTo>
                      <a:lnTo>
                        <a:pt x="2625" y="6209"/>
                      </a:lnTo>
                      <a:lnTo>
                        <a:pt x="5752" y="3265"/>
                      </a:lnTo>
                      <a:lnTo>
                        <a:pt x="223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35" name="Google Shape;1835;p20"/>
                <p:cNvSpPr/>
                <p:nvPr/>
              </p:nvSpPr>
              <p:spPr>
                <a:xfrm>
                  <a:off x="5289925" y="927325"/>
                  <a:ext cx="143825" cy="15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3" h="6210" extrusionOk="0">
                      <a:moveTo>
                        <a:pt x="0" y="1"/>
                      </a:moveTo>
                      <a:lnTo>
                        <a:pt x="3516" y="3265"/>
                      </a:lnTo>
                      <a:lnTo>
                        <a:pt x="388" y="6209"/>
                      </a:lnTo>
                      <a:lnTo>
                        <a:pt x="2625" y="6209"/>
                      </a:lnTo>
                      <a:lnTo>
                        <a:pt x="5752" y="3265"/>
                      </a:lnTo>
                      <a:lnTo>
                        <a:pt x="223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36" name="Google Shape;1836;p20"/>
                <p:cNvSpPr/>
                <p:nvPr/>
              </p:nvSpPr>
              <p:spPr>
                <a:xfrm>
                  <a:off x="5377225" y="927325"/>
                  <a:ext cx="143825" cy="15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3" h="6210" extrusionOk="0">
                      <a:moveTo>
                        <a:pt x="1" y="1"/>
                      </a:moveTo>
                      <a:lnTo>
                        <a:pt x="3516" y="3265"/>
                      </a:lnTo>
                      <a:lnTo>
                        <a:pt x="389" y="6209"/>
                      </a:lnTo>
                      <a:lnTo>
                        <a:pt x="2626" y="6209"/>
                      </a:lnTo>
                      <a:lnTo>
                        <a:pt x="5753" y="3265"/>
                      </a:lnTo>
                      <a:lnTo>
                        <a:pt x="223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37" name="Google Shape;1837;p20"/>
                <p:cNvSpPr/>
                <p:nvPr/>
              </p:nvSpPr>
              <p:spPr>
                <a:xfrm>
                  <a:off x="5465100" y="927325"/>
                  <a:ext cx="143250" cy="15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0" h="6210" extrusionOk="0">
                      <a:moveTo>
                        <a:pt x="1" y="1"/>
                      </a:moveTo>
                      <a:lnTo>
                        <a:pt x="3493" y="3265"/>
                      </a:lnTo>
                      <a:lnTo>
                        <a:pt x="366" y="6209"/>
                      </a:lnTo>
                      <a:lnTo>
                        <a:pt x="2603" y="6209"/>
                      </a:lnTo>
                      <a:lnTo>
                        <a:pt x="5730" y="3265"/>
                      </a:lnTo>
                      <a:lnTo>
                        <a:pt x="223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38" name="Google Shape;1838;p20"/>
                <p:cNvSpPr/>
                <p:nvPr/>
              </p:nvSpPr>
              <p:spPr>
                <a:xfrm>
                  <a:off x="5552425" y="927325"/>
                  <a:ext cx="143250" cy="15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0" h="6210" extrusionOk="0">
                      <a:moveTo>
                        <a:pt x="0" y="1"/>
                      </a:moveTo>
                      <a:lnTo>
                        <a:pt x="3492" y="3265"/>
                      </a:lnTo>
                      <a:lnTo>
                        <a:pt x="365" y="6209"/>
                      </a:lnTo>
                      <a:lnTo>
                        <a:pt x="2602" y="6209"/>
                      </a:lnTo>
                      <a:lnTo>
                        <a:pt x="5729" y="3265"/>
                      </a:lnTo>
                      <a:lnTo>
                        <a:pt x="223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39" name="Google Shape;1839;p20"/>
                <p:cNvSpPr/>
                <p:nvPr/>
              </p:nvSpPr>
              <p:spPr>
                <a:xfrm>
                  <a:off x="5639725" y="927325"/>
                  <a:ext cx="143825" cy="15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3" h="6210" extrusionOk="0">
                      <a:moveTo>
                        <a:pt x="0" y="1"/>
                      </a:moveTo>
                      <a:lnTo>
                        <a:pt x="3493" y="3265"/>
                      </a:lnTo>
                      <a:lnTo>
                        <a:pt x="366" y="6209"/>
                      </a:lnTo>
                      <a:lnTo>
                        <a:pt x="2602" y="6209"/>
                      </a:lnTo>
                      <a:lnTo>
                        <a:pt x="5752" y="3265"/>
                      </a:lnTo>
                      <a:lnTo>
                        <a:pt x="223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40" name="Google Shape;1840;p20"/>
                <p:cNvSpPr/>
                <p:nvPr/>
              </p:nvSpPr>
              <p:spPr>
                <a:xfrm>
                  <a:off x="5727025" y="927325"/>
                  <a:ext cx="143825" cy="15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3" h="6210" extrusionOk="0">
                      <a:moveTo>
                        <a:pt x="1" y="1"/>
                      </a:moveTo>
                      <a:lnTo>
                        <a:pt x="3516" y="3265"/>
                      </a:lnTo>
                      <a:lnTo>
                        <a:pt x="366" y="6209"/>
                      </a:lnTo>
                      <a:lnTo>
                        <a:pt x="2603" y="6209"/>
                      </a:lnTo>
                      <a:lnTo>
                        <a:pt x="5753" y="3265"/>
                      </a:lnTo>
                      <a:lnTo>
                        <a:pt x="223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cxnSp>
            <p:nvCxnSpPr>
              <p:cNvPr id="1841" name="Google Shape;1841;p20"/>
              <p:cNvCxnSpPr/>
              <p:nvPr/>
            </p:nvCxnSpPr>
            <p:spPr>
              <a:xfrm>
                <a:off x="7315575" y="705500"/>
                <a:ext cx="1963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842" name="Google Shape;1842;p20"/>
            <p:cNvSpPr/>
            <p:nvPr/>
          </p:nvSpPr>
          <p:spPr>
            <a:xfrm flipH="1">
              <a:off x="6008353" y="-39875"/>
              <a:ext cx="3135650" cy="766675"/>
            </a:xfrm>
            <a:custGeom>
              <a:avLst/>
              <a:gdLst/>
              <a:ahLst/>
              <a:cxnLst/>
              <a:rect l="l" t="t" r="r" b="b"/>
              <a:pathLst>
                <a:path w="125426" h="30667" extrusionOk="0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43" name="Google Shape;1843;p20"/>
          <p:cNvSpPr txBox="1">
            <a:spLocks noGrp="1"/>
          </p:cNvSpPr>
          <p:nvPr>
            <p:ph type="title"/>
          </p:nvPr>
        </p:nvSpPr>
        <p:spPr>
          <a:xfrm>
            <a:off x="960000" y="418900"/>
            <a:ext cx="10272000" cy="119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844" name="Google Shape;1844;p20"/>
          <p:cNvSpPr txBox="1">
            <a:spLocks noGrp="1"/>
          </p:cNvSpPr>
          <p:nvPr>
            <p:ph type="subTitle" idx="1"/>
          </p:nvPr>
        </p:nvSpPr>
        <p:spPr>
          <a:xfrm>
            <a:off x="4651800" y="2637767"/>
            <a:ext cx="2888400" cy="211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1845" name="Google Shape;1845;p20"/>
          <p:cNvSpPr txBox="1"/>
          <p:nvPr/>
        </p:nvSpPr>
        <p:spPr>
          <a:xfrm>
            <a:off x="3324000" y="5049600"/>
            <a:ext cx="55440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lang="en" sz="1600" b="1">
                <a:solidFill>
                  <a:schemeClr val="dk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lang="en" sz="1600" b="1">
                <a:solidFill>
                  <a:schemeClr val="dk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lang="en" sz="1600" b="1">
                <a:solidFill>
                  <a:schemeClr val="dk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48180901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133835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960000" y="4917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6246740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A0FFD-B8F4-4939-BF04-A2887998725F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6961F84-2839-46FE-AFB2-CBB7C518F8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957719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"/>
          <p:cNvSpPr txBox="1">
            <a:spLocks noGrp="1"/>
          </p:cNvSpPr>
          <p:nvPr>
            <p:ph type="subTitle" idx="1"/>
          </p:nvPr>
        </p:nvSpPr>
        <p:spPr>
          <a:xfrm>
            <a:off x="7502233" y="2588568"/>
            <a:ext cx="3188800" cy="621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2"/>
          </p:nvPr>
        </p:nvSpPr>
        <p:spPr>
          <a:xfrm>
            <a:off x="1505733" y="4201468"/>
            <a:ext cx="3188800" cy="62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1500133" y="3725367"/>
            <a:ext cx="3194400" cy="351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283" name="Google Shape;283;p20"/>
          <p:cNvSpPr txBox="1">
            <a:spLocks noGrp="1"/>
          </p:cNvSpPr>
          <p:nvPr>
            <p:ph type="title" idx="3"/>
          </p:nvPr>
        </p:nvSpPr>
        <p:spPr>
          <a:xfrm>
            <a:off x="7502233" y="2110067"/>
            <a:ext cx="3194400" cy="35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pt-BR" smtClean="0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9478605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108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4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60.xml"/><Relationship Id="rId18" Type="http://schemas.openxmlformats.org/officeDocument/2006/relationships/slideLayout" Target="../slideLayouts/slideLayout65.xml"/><Relationship Id="rId26" Type="http://schemas.openxmlformats.org/officeDocument/2006/relationships/slideLayout" Target="../slideLayouts/slideLayout73.xml"/><Relationship Id="rId3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68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17" Type="http://schemas.openxmlformats.org/officeDocument/2006/relationships/slideLayout" Target="../slideLayouts/slideLayout64.xml"/><Relationship Id="rId25" Type="http://schemas.openxmlformats.org/officeDocument/2006/relationships/slideLayout" Target="../slideLayouts/slideLayout72.xml"/><Relationship Id="rId2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63.xml"/><Relationship Id="rId20" Type="http://schemas.openxmlformats.org/officeDocument/2006/relationships/slideLayout" Target="../slideLayouts/slideLayout67.xml"/><Relationship Id="rId29" Type="http://schemas.openxmlformats.org/officeDocument/2006/relationships/slideLayout" Target="../slideLayouts/slideLayout76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24" Type="http://schemas.openxmlformats.org/officeDocument/2006/relationships/slideLayout" Target="../slideLayouts/slideLayout71.xml"/><Relationship Id="rId5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62.xml"/><Relationship Id="rId23" Type="http://schemas.openxmlformats.org/officeDocument/2006/relationships/slideLayout" Target="../slideLayouts/slideLayout70.xml"/><Relationship Id="rId28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57.xml"/><Relationship Id="rId19" Type="http://schemas.openxmlformats.org/officeDocument/2006/relationships/slideLayout" Target="../slideLayouts/slideLayout66.xml"/><Relationship Id="rId31" Type="http://schemas.openxmlformats.org/officeDocument/2006/relationships/image" Target="../media/image1.jpg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61.xml"/><Relationship Id="rId22" Type="http://schemas.openxmlformats.org/officeDocument/2006/relationships/slideLayout" Target="../slideLayouts/slideLayout69.xml"/><Relationship Id="rId27" Type="http://schemas.openxmlformats.org/officeDocument/2006/relationships/slideLayout" Target="../slideLayouts/slideLayout74.xml"/><Relationship Id="rId30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slideLayout" Target="../slideLayouts/slideLayout90.xml"/><Relationship Id="rId18" Type="http://schemas.openxmlformats.org/officeDocument/2006/relationships/slideLayout" Target="../slideLayouts/slideLayout95.xml"/><Relationship Id="rId3" Type="http://schemas.openxmlformats.org/officeDocument/2006/relationships/slideLayout" Target="../slideLayouts/slideLayout80.xml"/><Relationship Id="rId21" Type="http://schemas.openxmlformats.org/officeDocument/2006/relationships/slideLayout" Target="../slideLayouts/slideLayout98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17" Type="http://schemas.openxmlformats.org/officeDocument/2006/relationships/slideLayout" Target="../slideLayouts/slideLayout94.xml"/><Relationship Id="rId2" Type="http://schemas.openxmlformats.org/officeDocument/2006/relationships/slideLayout" Target="../slideLayouts/slideLayout79.xml"/><Relationship Id="rId16" Type="http://schemas.openxmlformats.org/officeDocument/2006/relationships/slideLayout" Target="../slideLayouts/slideLayout93.xml"/><Relationship Id="rId20" Type="http://schemas.openxmlformats.org/officeDocument/2006/relationships/slideLayout" Target="../slideLayouts/slideLayout97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24" Type="http://schemas.openxmlformats.org/officeDocument/2006/relationships/theme" Target="../theme/theme8.xml"/><Relationship Id="rId5" Type="http://schemas.openxmlformats.org/officeDocument/2006/relationships/slideLayout" Target="../slideLayouts/slideLayout82.xml"/><Relationship Id="rId15" Type="http://schemas.openxmlformats.org/officeDocument/2006/relationships/slideLayout" Target="../slideLayouts/slideLayout92.xml"/><Relationship Id="rId23" Type="http://schemas.openxmlformats.org/officeDocument/2006/relationships/slideLayout" Target="../slideLayouts/slideLayout100.xml"/><Relationship Id="rId10" Type="http://schemas.openxmlformats.org/officeDocument/2006/relationships/slideLayout" Target="../slideLayouts/slideLayout87.xml"/><Relationship Id="rId19" Type="http://schemas.openxmlformats.org/officeDocument/2006/relationships/slideLayout" Target="../slideLayouts/slideLayout96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slideLayout" Target="../slideLayouts/slideLayout91.xml"/><Relationship Id="rId22" Type="http://schemas.openxmlformats.org/officeDocument/2006/relationships/slideLayout" Target="../slideLayouts/slideLayout9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711608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  <p:sldLayoutId id="2147483802" r:id="rId17"/>
    <p:sldLayoutId id="2147483803" r:id="rId18"/>
    <p:sldLayoutId id="2147483804" r:id="rId19"/>
    <p:sldLayoutId id="2147483805" r:id="rId20"/>
    <p:sldLayoutId id="2147483806" r:id="rId21"/>
    <p:sldLayoutId id="2147483807" r:id="rId22"/>
    <p:sldLayoutId id="2147483808" r:id="rId23"/>
    <p:sldLayoutId id="2147483809" r:id="rId24"/>
    <p:sldLayoutId id="2147483810" r:id="rId25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5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328" name="Google Shape;328;p25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469893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1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23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Black"/>
              <a:buNone/>
              <a:defRPr sz="28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Light"/>
              <a:buChar char="●"/>
              <a:defRPr sz="18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■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●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■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●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 Light"/>
              <a:buChar char="■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060752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  <p:sldLayoutId id="2147483830" r:id="rId17"/>
    <p:sldLayoutId id="2147483831" r:id="rId18"/>
    <p:sldLayoutId id="2147483832" r:id="rId19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548452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5911146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3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60000" y="491767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matic SC"/>
              <a:buNone/>
              <a:defRPr sz="4000" b="1">
                <a:solidFill>
                  <a:schemeClr val="lt2"/>
                </a:solidFill>
                <a:highlight>
                  <a:schemeClr val="dk1"/>
                </a:highlight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matic SC"/>
              <a:buNone/>
              <a:defRPr sz="4000" b="1">
                <a:solidFill>
                  <a:schemeClr val="lt2"/>
                </a:solidFill>
                <a:highlight>
                  <a:schemeClr val="dk1"/>
                </a:highlight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matic SC"/>
              <a:buNone/>
              <a:defRPr sz="4000" b="1">
                <a:solidFill>
                  <a:schemeClr val="lt2"/>
                </a:solidFill>
                <a:highlight>
                  <a:schemeClr val="dk1"/>
                </a:highlight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matic SC"/>
              <a:buNone/>
              <a:defRPr sz="4000" b="1">
                <a:solidFill>
                  <a:schemeClr val="lt2"/>
                </a:solidFill>
                <a:highlight>
                  <a:schemeClr val="dk1"/>
                </a:highlight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matic SC"/>
              <a:buNone/>
              <a:defRPr sz="4000" b="1">
                <a:solidFill>
                  <a:schemeClr val="lt2"/>
                </a:solidFill>
                <a:highlight>
                  <a:schemeClr val="dk1"/>
                </a:highlight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matic SC"/>
              <a:buNone/>
              <a:defRPr sz="4000" b="1">
                <a:solidFill>
                  <a:schemeClr val="lt2"/>
                </a:solidFill>
                <a:highlight>
                  <a:schemeClr val="dk1"/>
                </a:highlight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matic SC"/>
              <a:buNone/>
              <a:defRPr sz="4000" b="1">
                <a:solidFill>
                  <a:schemeClr val="lt2"/>
                </a:solidFill>
                <a:highlight>
                  <a:schemeClr val="dk1"/>
                </a:highlight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matic SC"/>
              <a:buNone/>
              <a:defRPr sz="4000" b="1">
                <a:solidFill>
                  <a:schemeClr val="lt2"/>
                </a:solidFill>
                <a:highlight>
                  <a:schemeClr val="dk1"/>
                </a:highlight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matic SC"/>
              <a:buNone/>
              <a:defRPr sz="4000" b="1">
                <a:solidFill>
                  <a:schemeClr val="lt2"/>
                </a:solidFill>
                <a:highlight>
                  <a:schemeClr val="dk1"/>
                </a:highlight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4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Mono"/>
              <a:buChar char="●"/>
              <a:defRPr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Mono"/>
              <a:buChar char="○"/>
              <a:defRPr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Mono"/>
              <a:buChar char="■"/>
              <a:defRPr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Mono"/>
              <a:buChar char="●"/>
              <a:defRPr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Mono"/>
              <a:buChar char="○"/>
              <a:defRPr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Mono"/>
              <a:buChar char="■"/>
              <a:defRPr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Mono"/>
              <a:buChar char="●"/>
              <a:defRPr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Mono"/>
              <a:buChar char="○"/>
              <a:defRPr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 Mono"/>
              <a:buChar char="■"/>
              <a:defRPr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614528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  <p:sldLayoutId id="2147483849" r:id="rId12"/>
    <p:sldLayoutId id="2147483850" r:id="rId13"/>
    <p:sldLayoutId id="2147483851" r:id="rId14"/>
    <p:sldLayoutId id="2147483852" r:id="rId15"/>
    <p:sldLayoutId id="2147483853" r:id="rId16"/>
    <p:sldLayoutId id="2147483854" r:id="rId17"/>
    <p:sldLayoutId id="2147483855" r:id="rId18"/>
    <p:sldLayoutId id="2147483856" r:id="rId19"/>
    <p:sldLayoutId id="2147483857" r:id="rId20"/>
    <p:sldLayoutId id="2147483858" r:id="rId21"/>
    <p:sldLayoutId id="2147483859" r:id="rId22"/>
    <p:sldLayoutId id="2147483860" r:id="rId23"/>
    <p:sldLayoutId id="2147483861" r:id="rId24"/>
    <p:sldLayoutId id="2147483862" r:id="rId25"/>
    <p:sldLayoutId id="2147483863" r:id="rId26"/>
    <p:sldLayoutId id="2147483864" r:id="rId27"/>
    <p:sldLayoutId id="2147483865" r:id="rId28"/>
    <p:sldLayoutId id="2147483866" r:id="rId29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59" name="Google Shape;159;p28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119257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6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60000" y="615833"/>
            <a:ext cx="10272000" cy="6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ebas Neue"/>
              <a:buNone/>
              <a:defRPr sz="36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60000" y="2156767"/>
            <a:ext cx="10272000" cy="39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302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Roboto"/>
              <a:buChar char="■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898144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  <p:sldLayoutId id="2147483882" r:id="rId13"/>
    <p:sldLayoutId id="2147483883" r:id="rId14"/>
    <p:sldLayoutId id="2147483884" r:id="rId15"/>
    <p:sldLayoutId id="2147483885" r:id="rId16"/>
    <p:sldLayoutId id="2147483886" r:id="rId17"/>
    <p:sldLayoutId id="2147483887" r:id="rId18"/>
    <p:sldLayoutId id="2147483888" r:id="rId19"/>
    <p:sldLayoutId id="2147483889" r:id="rId20"/>
    <p:sldLayoutId id="2147483890" r:id="rId21"/>
    <p:sldLayoutId id="2147483891" r:id="rId22"/>
    <p:sldLayoutId id="2147483892" r:id="rId23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454">
          <p15:clr>
            <a:srgbClr val="EA4335"/>
          </p15:clr>
        </p15:guide>
        <p15:guide id="4" pos="5306">
          <p15:clr>
            <a:srgbClr val="EA4335"/>
          </p15:clr>
        </p15:guide>
        <p15:guide id="5" orient="horz" pos="340">
          <p15:clr>
            <a:srgbClr val="EA4335"/>
          </p15:clr>
        </p15:guide>
        <p15:guide id="6" orient="horz" pos="2878">
          <p15:clr>
            <a:srgbClr val="EA4335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p22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849" name="Google Shape;1849;p22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423082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9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ctrTitle"/>
          </p:nvPr>
        </p:nvSpPr>
        <p:spPr>
          <a:xfrm>
            <a:off x="1939842" y="2274486"/>
            <a:ext cx="8361229" cy="2098226"/>
          </a:xfrm>
        </p:spPr>
        <p:txBody>
          <a:bodyPr anchor="ctr">
            <a:normAutofit fontScale="90000"/>
          </a:bodyPr>
          <a:lstStyle/>
          <a:p>
            <a:r>
              <a:rPr lang="pt-BR" sz="9600" dirty="0" smtClean="0"/>
              <a:t>Computação e sociedade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059623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25166" y="1463039"/>
            <a:ext cx="10272000" cy="1924593"/>
          </a:xfrm>
        </p:spPr>
        <p:txBody>
          <a:bodyPr>
            <a:noAutofit/>
          </a:bodyPr>
          <a:lstStyle/>
          <a:p>
            <a:r>
              <a:rPr lang="pt-BR" sz="4400" b="1" dirty="0"/>
              <a:t>Vantagens do Software Proprietário e desvantagens do Software Livre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4294967295"/>
          </p:nvPr>
        </p:nvSpPr>
        <p:spPr>
          <a:xfrm>
            <a:off x="0" y="4589463"/>
            <a:ext cx="10515600" cy="1500187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tx1"/>
                </a:solidFill>
              </a:rPr>
              <a:t>Universidade Federal Fluminense</a:t>
            </a:r>
          </a:p>
          <a:p>
            <a:r>
              <a:rPr lang="pt-BR" dirty="0">
                <a:solidFill>
                  <a:schemeClr val="tx1"/>
                </a:solidFill>
              </a:rPr>
              <a:t>Professor: José Raphael </a:t>
            </a:r>
            <a:r>
              <a:rPr lang="pt-BR" dirty="0" err="1">
                <a:solidFill>
                  <a:schemeClr val="tx1"/>
                </a:solidFill>
              </a:rPr>
              <a:t>Bokehi</a:t>
            </a:r>
            <a:endParaRPr lang="pt-BR" dirty="0">
              <a:solidFill>
                <a:schemeClr val="tx1"/>
              </a:solidFill>
            </a:endParaRPr>
          </a:p>
          <a:p>
            <a:r>
              <a:rPr lang="pt-BR" dirty="0" smtClean="0">
                <a:solidFill>
                  <a:schemeClr val="tx1"/>
                </a:solidFill>
              </a:rPr>
              <a:t>Grupo: </a:t>
            </a:r>
            <a:r>
              <a:rPr lang="pt-BR" dirty="0">
                <a:solidFill>
                  <a:schemeClr val="tx1"/>
                </a:solidFill>
              </a:rPr>
              <a:t>Bruno Mello, Geraldo Fada, Luciano Lage, Rodrigo Correa</a:t>
            </a:r>
          </a:p>
        </p:txBody>
      </p:sp>
    </p:spTree>
    <p:extLst>
      <p:ext uri="{BB962C8B-B14F-4D97-AF65-F5344CB8AC3E}">
        <p14:creationId xmlns:p14="http://schemas.microsoft.com/office/powerpoint/2010/main" val="4203197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pt-BR" sz="4800" b="1" dirty="0" smtClean="0"/>
              <a:t>Introdução</a:t>
            </a:r>
            <a:endParaRPr lang="pt-BR" sz="4800" b="1" dirty="0"/>
          </a:p>
        </p:txBody>
      </p:sp>
      <p:sp>
        <p:nvSpPr>
          <p:cNvPr id="24" name="Subtítulo 23"/>
          <p:cNvSpPr>
            <a:spLocks noGrp="1"/>
          </p:cNvSpPr>
          <p:nvPr>
            <p:ph type="subTitle" idx="1"/>
          </p:nvPr>
        </p:nvSpPr>
        <p:spPr>
          <a:xfrm>
            <a:off x="592016" y="2286000"/>
            <a:ext cx="10639984" cy="274320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sz="1800" dirty="0" smtClean="0"/>
              <a:t>Como </a:t>
            </a:r>
            <a:r>
              <a:rPr lang="pt-BR" sz="1800" dirty="0"/>
              <a:t>quem será o público alvo do </a:t>
            </a:r>
            <a:r>
              <a:rPr lang="pt-BR" sz="1800" dirty="0" smtClean="0"/>
              <a:t>projeto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sz="18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800" dirty="0" smtClean="0"/>
              <a:t>Que </a:t>
            </a:r>
            <a:r>
              <a:rPr lang="pt-BR" sz="1800" dirty="0"/>
              <a:t>espaço no mercado se tem como </a:t>
            </a:r>
            <a:r>
              <a:rPr lang="pt-BR" sz="1800" dirty="0" smtClean="0"/>
              <a:t>meta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sz="18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800" dirty="0" smtClean="0"/>
              <a:t>Qual </a:t>
            </a:r>
            <a:r>
              <a:rPr lang="pt-BR" sz="1800" dirty="0"/>
              <a:t>a velocidade desenvolvimento do </a:t>
            </a:r>
            <a:r>
              <a:rPr lang="pt-BR" sz="1800" dirty="0" smtClean="0"/>
              <a:t>projeto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sz="18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800" dirty="0" smtClean="0"/>
              <a:t>Como </a:t>
            </a:r>
            <a:r>
              <a:rPr lang="pt-BR" sz="1800" dirty="0"/>
              <a:t>será realizado o controle de versões</a:t>
            </a:r>
          </a:p>
        </p:txBody>
      </p:sp>
    </p:spTree>
    <p:extLst>
      <p:ext uri="{BB962C8B-B14F-4D97-AF65-F5344CB8AC3E}">
        <p14:creationId xmlns:p14="http://schemas.microsoft.com/office/powerpoint/2010/main" val="2009559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Desenvolvimento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Software sem uma visão única não progride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/>
              <a:t>Não atende bem um mercado específico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/>
              <a:t>Pouco intuitivo para o usuário final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D</a:t>
            </a:r>
            <a:r>
              <a:rPr lang="pt-BR" dirty="0"/>
              <a:t>ificuldade de empacotamento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73991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Software sem uma visão única não progride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Contribuições de qualquer </a:t>
            </a:r>
            <a:r>
              <a:rPr lang="pt-BR" dirty="0" smtClean="0"/>
              <a:t>pessoa</a:t>
            </a:r>
          </a:p>
          <a:p>
            <a:endParaRPr lang="pt-BR" dirty="0"/>
          </a:p>
          <a:p>
            <a:r>
              <a:rPr lang="pt-BR" dirty="0" smtClean="0"/>
              <a:t>Linux</a:t>
            </a:r>
          </a:p>
          <a:p>
            <a:endParaRPr lang="pt-BR" dirty="0"/>
          </a:p>
          <a:p>
            <a:r>
              <a:rPr lang="pt-BR" dirty="0" smtClean="0"/>
              <a:t>Fragmentação</a:t>
            </a:r>
          </a:p>
          <a:p>
            <a:endParaRPr lang="pt-BR" dirty="0"/>
          </a:p>
          <a:p>
            <a:r>
              <a:rPr lang="pt-BR" dirty="0" err="1"/>
              <a:t>Android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358357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Não atende bem um mercado específico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0000" y="2164701"/>
            <a:ext cx="9601200" cy="4324865"/>
          </a:xfrm>
        </p:spPr>
        <p:txBody>
          <a:bodyPr>
            <a:normAutofit/>
          </a:bodyPr>
          <a:lstStyle/>
          <a:p>
            <a:r>
              <a:rPr lang="pt-BR" dirty="0"/>
              <a:t>Atender uma demanda de nicho é algo muito mais lucrativo do que ter um projeto mais </a:t>
            </a:r>
            <a:r>
              <a:rPr lang="pt-BR" dirty="0" smtClean="0"/>
              <a:t>abrangente</a:t>
            </a:r>
          </a:p>
          <a:p>
            <a:endParaRPr lang="pt-BR" dirty="0"/>
          </a:p>
          <a:p>
            <a:r>
              <a:rPr lang="pt-BR" dirty="0"/>
              <a:t>Base do projeto é o mais </a:t>
            </a:r>
            <a:r>
              <a:rPr lang="pt-BR" dirty="0" smtClean="0"/>
              <a:t>trabalhoso</a:t>
            </a:r>
          </a:p>
          <a:p>
            <a:endParaRPr lang="pt-BR" dirty="0"/>
          </a:p>
          <a:p>
            <a:r>
              <a:rPr lang="pt-BR" dirty="0" err="1"/>
              <a:t>Red-Hat</a:t>
            </a:r>
            <a:r>
              <a:rPr lang="pt-BR" dirty="0"/>
              <a:t> e Canonical</a:t>
            </a:r>
          </a:p>
        </p:txBody>
      </p:sp>
    </p:spTree>
    <p:extLst>
      <p:ext uri="{BB962C8B-B14F-4D97-AF65-F5344CB8AC3E}">
        <p14:creationId xmlns:p14="http://schemas.microsoft.com/office/powerpoint/2010/main" val="1120451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Pouco intuitivo para o usuário final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Softwares que precisam ser compilados diretamente do código fonte</a:t>
            </a:r>
          </a:p>
          <a:p>
            <a:endParaRPr lang="pt-BR" dirty="0"/>
          </a:p>
          <a:p>
            <a:r>
              <a:rPr lang="pt-BR" dirty="0" smtClean="0"/>
              <a:t>Pouco conhecimento do usuário final e documentação longa e complexa</a:t>
            </a:r>
          </a:p>
          <a:p>
            <a:endParaRPr lang="pt-BR" dirty="0"/>
          </a:p>
          <a:p>
            <a:r>
              <a:rPr lang="pt-BR" dirty="0" smtClean="0"/>
              <a:t>Pouca mão de obra para os projetos</a:t>
            </a:r>
          </a:p>
          <a:p>
            <a:endParaRPr lang="pt-BR" dirty="0"/>
          </a:p>
          <a:p>
            <a:r>
              <a:rPr lang="pt-BR" dirty="0" smtClean="0"/>
              <a:t>Problemas de compatibilidade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2605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Dificuldade de empacotamento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Existem muitas variações de sistemas operacionais baseados em </a:t>
            </a:r>
            <a:r>
              <a:rPr lang="pt-BR" dirty="0" smtClean="0"/>
              <a:t>Linux</a:t>
            </a:r>
          </a:p>
          <a:p>
            <a:endParaRPr lang="pt-BR" dirty="0"/>
          </a:p>
          <a:p>
            <a:r>
              <a:rPr lang="pt-BR" dirty="0"/>
              <a:t> Windows e </a:t>
            </a:r>
            <a:r>
              <a:rPr lang="pt-BR" dirty="0" err="1"/>
              <a:t>MacOS</a:t>
            </a:r>
            <a:r>
              <a:rPr lang="pt-BR" dirty="0"/>
              <a:t> precisam de apenas um ou dois binários para toda base de </a:t>
            </a:r>
            <a:r>
              <a:rPr lang="pt-BR" dirty="0" smtClean="0"/>
              <a:t>usuários</a:t>
            </a:r>
          </a:p>
          <a:p>
            <a:endParaRPr lang="pt-BR" dirty="0"/>
          </a:p>
          <a:p>
            <a:r>
              <a:rPr lang="pt-BR" dirty="0"/>
              <a:t>Regras de uso de bibliotecas compartilhadas do </a:t>
            </a:r>
            <a:r>
              <a:rPr lang="pt-BR" dirty="0" smtClean="0"/>
              <a:t>Debian</a:t>
            </a:r>
          </a:p>
          <a:p>
            <a:endParaRPr lang="pt-BR" dirty="0"/>
          </a:p>
          <a:p>
            <a:r>
              <a:rPr lang="en-US" dirty="0"/>
              <a:t>"Making binaries for </a:t>
            </a:r>
            <a:r>
              <a:rPr lang="en-US" dirty="0" err="1"/>
              <a:t>linux</a:t>
            </a:r>
            <a:r>
              <a:rPr lang="en-US" dirty="0"/>
              <a:t> desktop applications is a major fucking pain in the ass" - Linus Torvalds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220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747057" y="3378666"/>
            <a:ext cx="4679600" cy="782800"/>
          </a:xfrm>
        </p:spPr>
        <p:txBody>
          <a:bodyPr/>
          <a:lstStyle/>
          <a:p>
            <a:pPr algn="ctr"/>
            <a:r>
              <a:rPr lang="pt-BR" dirty="0" smtClean="0"/>
              <a:t>Conclusão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40497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pt-BR" dirty="0" smtClean="0"/>
              <a:t>Obrigado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8117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Escritório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WEB PROPOS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8FFD5"/>
      </a:accent1>
      <a:accent2>
        <a:srgbClr val="48FFD5"/>
      </a:accent2>
      <a:accent3>
        <a:srgbClr val="48FFD5"/>
      </a:accent3>
      <a:accent4>
        <a:srgbClr val="48FFD5"/>
      </a:accent4>
      <a:accent5>
        <a:srgbClr val="48FFD5"/>
      </a:accent5>
      <a:accent6>
        <a:srgbClr val="48FFD5"/>
      </a:accent6>
      <a:hlink>
        <a:srgbClr val="48FFD5"/>
      </a:hlink>
      <a:folHlink>
        <a:srgbClr val="0097A7"/>
      </a:folHlink>
    </a:clrScheme>
    <a:fontScheme name="Escritório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Simple Light">
  <a:themeElements>
    <a:clrScheme name="Simple Light">
      <a:dk1>
        <a:srgbClr val="081D32"/>
      </a:dk1>
      <a:lt1>
        <a:srgbClr val="FFFFFF"/>
      </a:lt1>
      <a:dk2>
        <a:srgbClr val="B4DEFF"/>
      </a:dk2>
      <a:lt2>
        <a:srgbClr val="53FDD8"/>
      </a:lt2>
      <a:accent1>
        <a:srgbClr val="F7F169"/>
      </a:accent1>
      <a:accent2>
        <a:srgbClr val="60EF01"/>
      </a:accent2>
      <a:accent3>
        <a:srgbClr val="6A79FF"/>
      </a:accent3>
      <a:accent4>
        <a:srgbClr val="E852BE"/>
      </a:accent4>
      <a:accent5>
        <a:srgbClr val="EB8000"/>
      </a:accent5>
      <a:accent6>
        <a:srgbClr val="C62A00"/>
      </a:accent6>
      <a:hlink>
        <a:srgbClr val="FFFFFF"/>
      </a:hlink>
      <a:folHlink>
        <a:srgbClr val="0097A7"/>
      </a:folHlink>
    </a:clrScheme>
    <a:fontScheme name="Escritório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3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omputer Science Proposal by Slidesgo">
  <a:themeElements>
    <a:clrScheme name="Simple Light">
      <a:dk1>
        <a:srgbClr val="FFFFFF"/>
      </a:dk1>
      <a:lt1>
        <a:srgbClr val="0F3570"/>
      </a:lt1>
      <a:dk2>
        <a:srgbClr val="00F4AD"/>
      </a:dk2>
      <a:lt2>
        <a:srgbClr val="0F3570"/>
      </a:lt2>
      <a:accent1>
        <a:srgbClr val="285293"/>
      </a:accent1>
      <a:accent2>
        <a:srgbClr val="9FC5E8"/>
      </a:accent2>
      <a:accent3>
        <a:srgbClr val="434343"/>
      </a:accent3>
      <a:accent4>
        <a:srgbClr val="00F4AD"/>
      </a:accent4>
      <a:accent5>
        <a:srgbClr val="285293"/>
      </a:accent5>
      <a:accent6>
        <a:srgbClr val="FFFFFF"/>
      </a:accent6>
      <a:hlink>
        <a:srgbClr val="FFFFFF"/>
      </a:hlink>
      <a:folHlink>
        <a:srgbClr val="0097A7"/>
      </a:folHlink>
    </a:clrScheme>
    <a:fontScheme name="Escritório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4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Programming Lesson by Slidesgo</Template>
  <TotalTime>306</TotalTime>
  <Words>225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21</vt:i4>
      </vt:variant>
      <vt:variant>
        <vt:lpstr>Tema</vt:lpstr>
      </vt:variant>
      <vt:variant>
        <vt:i4>9</vt:i4>
      </vt:variant>
      <vt:variant>
        <vt:lpstr>Títulos de slides</vt:lpstr>
      </vt:variant>
      <vt:variant>
        <vt:i4>10</vt:i4>
      </vt:variant>
    </vt:vector>
  </HeadingPairs>
  <TitlesOfParts>
    <vt:vector size="40" baseType="lpstr">
      <vt:lpstr>Amatic SC</vt:lpstr>
      <vt:lpstr>Anaheim</vt:lpstr>
      <vt:lpstr>Arial</vt:lpstr>
      <vt:lpstr>Barlow</vt:lpstr>
      <vt:lpstr>Barlow Condensed ExtraBold</vt:lpstr>
      <vt:lpstr>Bebas Neue</vt:lpstr>
      <vt:lpstr>Bree Serif</vt:lpstr>
      <vt:lpstr>Didact Gothic</vt:lpstr>
      <vt:lpstr>Nunito Light</vt:lpstr>
      <vt:lpstr>Overpass Mono</vt:lpstr>
      <vt:lpstr>Proxima Nova</vt:lpstr>
      <vt:lpstr>Proxima Nova Semibold</vt:lpstr>
      <vt:lpstr>Raleway Thin</vt:lpstr>
      <vt:lpstr>Roboto</vt:lpstr>
      <vt:lpstr>Roboto Black</vt:lpstr>
      <vt:lpstr>Roboto Condensed</vt:lpstr>
      <vt:lpstr>Roboto Condensed Light</vt:lpstr>
      <vt:lpstr>Roboto Light</vt:lpstr>
      <vt:lpstr>Roboto Mono</vt:lpstr>
      <vt:lpstr>Roboto Mono Regular</vt:lpstr>
      <vt:lpstr>Roboto Thin</vt:lpstr>
      <vt:lpstr>Programming Lesson by Slidesgo</vt:lpstr>
      <vt:lpstr>Slidesgo Final Pages</vt:lpstr>
      <vt:lpstr>WEB PROPOSAL</vt:lpstr>
      <vt:lpstr>1_SlidesGo Final Pages</vt:lpstr>
      <vt:lpstr>2_Slidesgo Final Pages</vt:lpstr>
      <vt:lpstr>Simple Light</vt:lpstr>
      <vt:lpstr>3_Slidesgo Final Pages</vt:lpstr>
      <vt:lpstr>Computer Science Proposal by Slidesgo</vt:lpstr>
      <vt:lpstr>4_Slidesgo Final Pages</vt:lpstr>
      <vt:lpstr>Computação e sociedade</vt:lpstr>
      <vt:lpstr>Vantagens do Software Proprietário e desvantagens do Software Livre</vt:lpstr>
      <vt:lpstr>Introdução</vt:lpstr>
      <vt:lpstr>Desenvolvimento</vt:lpstr>
      <vt:lpstr>Software sem uma visão única não progride</vt:lpstr>
      <vt:lpstr>Não atende bem um mercado específico</vt:lpstr>
      <vt:lpstr>Pouco intuitivo para o usuário final</vt:lpstr>
      <vt:lpstr>Dificuldade de empacotamento</vt:lpstr>
      <vt:lpstr>Conclusão</vt:lpstr>
      <vt:lpstr>Obrigado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Computação e sociedade</dc:title>
  <dc:creator>Conta da Microsoft</dc:creator>
  <cp:lastModifiedBy>Luciano Lage</cp:lastModifiedBy>
  <cp:revision>25</cp:revision>
  <dcterms:created xsi:type="dcterms:W3CDTF">2021-07-14T00:38:05Z</dcterms:created>
  <dcterms:modified xsi:type="dcterms:W3CDTF">2021-08-12T12:54:30Z</dcterms:modified>
</cp:coreProperties>
</file>