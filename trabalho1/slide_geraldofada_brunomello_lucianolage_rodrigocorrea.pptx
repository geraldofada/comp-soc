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43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B9A0FFD-B8F4-4939-BF04-A2887998725F}" type="datetimeFigureOut">
              <a:rPr lang="pt-BR" smtClean="0"/>
              <a:t>14/07/2021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052137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0FFD-B8F4-4939-BF04-A2887998725F}" type="datetimeFigureOut">
              <a:rPr lang="pt-BR" smtClean="0"/>
              <a:t>14/07/2021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741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9A0FFD-B8F4-4939-BF04-A2887998725F}" type="datetimeFigureOut">
              <a:rPr lang="pt-BR" smtClean="0"/>
              <a:t>14/07/2021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929303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0FFD-B8F4-4939-BF04-A2887998725F}" type="datetimeFigureOut">
              <a:rPr lang="pt-BR" smtClean="0"/>
              <a:t>14/07/2021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5494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0FFD-B8F4-4939-BF04-A2887998725F}" type="datetimeFigureOut">
              <a:rPr lang="pt-BR" smtClean="0"/>
              <a:t>14/07/2021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9165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0FFD-B8F4-4939-BF04-A2887998725F}" type="datetimeFigureOut">
              <a:rPr lang="pt-BR" smtClean="0"/>
              <a:t>14/07/2021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526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0FFD-B8F4-4939-BF04-A2887998725F}" type="datetimeFigureOut">
              <a:rPr lang="pt-BR" smtClean="0"/>
              <a:t>14/07/2021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14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9A0FFD-B8F4-4939-BF04-A2887998725F}" type="datetimeFigureOut">
              <a:rPr lang="pt-BR" smtClean="0"/>
              <a:t>14/07/2021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48574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9A0FFD-B8F4-4939-BF04-A2887998725F}" type="datetimeFigureOut">
              <a:rPr lang="pt-BR" smtClean="0"/>
              <a:t>14/07/2021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81976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0FFD-B8F4-4939-BF04-A2887998725F}" type="datetimeFigureOut">
              <a:rPr lang="pt-BR" smtClean="0"/>
              <a:t>14/07/2021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0521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0FFD-B8F4-4939-BF04-A2887998725F}" type="datetimeFigureOut">
              <a:rPr lang="pt-BR" smtClean="0"/>
              <a:t>14/07/2021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6852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0B9A0FFD-B8F4-4939-BF04-A2887998725F}" type="datetimeFigureOut">
              <a:rPr lang="pt-BR" smtClean="0"/>
              <a:t>14/07/2021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E6961F84-2839-46FE-AFB2-CBB7C518F83F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83955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ctrTitle"/>
          </p:nvPr>
        </p:nvSpPr>
        <p:spPr>
          <a:xfrm>
            <a:off x="1939842" y="2274486"/>
            <a:ext cx="8361229" cy="2098226"/>
          </a:xfrm>
        </p:spPr>
        <p:txBody>
          <a:bodyPr anchor="ctr"/>
          <a:lstStyle/>
          <a:p>
            <a:r>
              <a:rPr lang="pt-BR" sz="9600" dirty="0" smtClean="0"/>
              <a:t>Computação e sociedade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05962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Informática para usuários com deficiência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Universidade Federal Fluminense</a:t>
            </a:r>
          </a:p>
          <a:p>
            <a:r>
              <a:rPr lang="pt-BR" dirty="0"/>
              <a:t>Professor: José Raphael </a:t>
            </a:r>
            <a:r>
              <a:rPr lang="pt-BR" dirty="0" err="1"/>
              <a:t>Bokehi</a:t>
            </a:r>
            <a:endParaRPr lang="pt-BR" dirty="0"/>
          </a:p>
          <a:p>
            <a:r>
              <a:rPr lang="pt-BR" dirty="0" smtClean="0"/>
              <a:t>Grupo: </a:t>
            </a:r>
            <a:r>
              <a:rPr lang="pt-BR" dirty="0"/>
              <a:t>Bruno Mello, Geraldo Fada, Luciano Lage, Rodrigo Correa</a:t>
            </a:r>
          </a:p>
        </p:txBody>
      </p:sp>
    </p:spTree>
    <p:extLst>
      <p:ext uri="{BB962C8B-B14F-4D97-AF65-F5344CB8AC3E}">
        <p14:creationId xmlns:p14="http://schemas.microsoft.com/office/powerpoint/2010/main" val="420319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Tecnologia e cotidiano</a:t>
            </a:r>
          </a:p>
          <a:p>
            <a:pPr marL="0" indent="0">
              <a:buNone/>
            </a:pPr>
            <a:endParaRPr lang="pt-BR" dirty="0" smtClean="0"/>
          </a:p>
          <a:p>
            <a:r>
              <a:rPr lang="pt-BR" dirty="0" smtClean="0"/>
              <a:t>Organização Mundial da Saúde</a:t>
            </a:r>
          </a:p>
          <a:p>
            <a:endParaRPr lang="pt-BR" dirty="0"/>
          </a:p>
          <a:p>
            <a:r>
              <a:rPr lang="pt-BR" dirty="0" smtClean="0"/>
              <a:t>Acessibilidade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955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Desenvolvimento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Deficiência </a:t>
            </a:r>
            <a:r>
              <a:rPr lang="pt-BR" dirty="0" smtClean="0"/>
              <a:t>visual</a:t>
            </a:r>
          </a:p>
          <a:p>
            <a:endParaRPr lang="pt-BR" dirty="0" smtClean="0"/>
          </a:p>
          <a:p>
            <a:r>
              <a:rPr lang="pt-BR" dirty="0"/>
              <a:t>Deficiência auditiva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/>
              <a:t>Deficiência mental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/>
              <a:t>Deficiência motora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73991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Deficiência V</a:t>
            </a:r>
            <a:r>
              <a:rPr lang="pt-BR" dirty="0" smtClean="0"/>
              <a:t>isual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Inclusão </a:t>
            </a:r>
            <a:r>
              <a:rPr lang="pt-BR" dirty="0"/>
              <a:t>do deficiente visual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/>
              <a:t>Valter </a:t>
            </a:r>
            <a:r>
              <a:rPr lang="pt-BR" dirty="0" smtClean="0"/>
              <a:t>Júnior e </a:t>
            </a:r>
            <a:r>
              <a:rPr lang="pt-BR" dirty="0"/>
              <a:t>Lucas </a:t>
            </a:r>
            <a:r>
              <a:rPr lang="pt-BR" dirty="0" err="1" smtClean="0"/>
              <a:t>Radaelli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DOSVOX</a:t>
            </a:r>
          </a:p>
          <a:p>
            <a:endParaRPr lang="pt-BR" dirty="0" smtClean="0"/>
          </a:p>
          <a:p>
            <a:r>
              <a:rPr lang="pt-BR" dirty="0" smtClean="0"/>
              <a:t>Teclado </a:t>
            </a:r>
            <a:r>
              <a:rPr lang="pt-BR" dirty="0"/>
              <a:t>para deficientes visuais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35835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Deficiência </a:t>
            </a:r>
            <a:r>
              <a:rPr lang="pt-BR" dirty="0" smtClean="0"/>
              <a:t>Auditiva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371600" y="2285999"/>
            <a:ext cx="9601200" cy="4324865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Pouca acessibilidade no consumo de mídias com mais </a:t>
            </a:r>
            <a:r>
              <a:rPr lang="pt-BR" dirty="0" smtClean="0"/>
              <a:t>interação</a:t>
            </a:r>
          </a:p>
          <a:p>
            <a:endParaRPr lang="pt-BR" dirty="0"/>
          </a:p>
          <a:p>
            <a:r>
              <a:rPr lang="en-US" dirty="0" err="1"/>
              <a:t>Jogos</a:t>
            </a:r>
            <a:r>
              <a:rPr lang="en-US" dirty="0"/>
              <a:t> </a:t>
            </a:r>
            <a:r>
              <a:rPr lang="en-US" dirty="0" err="1"/>
              <a:t>digitais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totalmente</a:t>
            </a:r>
            <a:r>
              <a:rPr lang="en-US" dirty="0"/>
              <a:t> </a:t>
            </a:r>
            <a:r>
              <a:rPr lang="en-US" dirty="0" err="1" smtClean="0"/>
              <a:t>acessíveis</a:t>
            </a:r>
            <a:endParaRPr lang="en-US" dirty="0" smtClean="0"/>
          </a:p>
          <a:p>
            <a:pPr lvl="1"/>
            <a:r>
              <a:rPr lang="en-US" dirty="0" smtClean="0"/>
              <a:t>Saga </a:t>
            </a:r>
            <a:r>
              <a:rPr lang="en-US" dirty="0"/>
              <a:t>Call of </a:t>
            </a:r>
            <a:r>
              <a:rPr lang="en-US" dirty="0" smtClean="0"/>
              <a:t>Duty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Legend of Zelda: Breath of the </a:t>
            </a:r>
            <a:r>
              <a:rPr lang="en-US" dirty="0" smtClean="0"/>
              <a:t>Wild</a:t>
            </a:r>
          </a:p>
          <a:p>
            <a:pPr lvl="1"/>
            <a:endParaRPr lang="en-US" dirty="0" smtClean="0"/>
          </a:p>
          <a:p>
            <a:r>
              <a:rPr lang="pt-BR" dirty="0"/>
              <a:t>Vídeos no </a:t>
            </a:r>
            <a:r>
              <a:rPr lang="pt-BR" dirty="0" err="1"/>
              <a:t>Youtube</a:t>
            </a:r>
            <a:r>
              <a:rPr lang="pt-BR" dirty="0"/>
              <a:t> nem sempre possuem legenda autoral</a:t>
            </a:r>
          </a:p>
          <a:p>
            <a:endParaRPr lang="pt-BR" dirty="0" smtClean="0"/>
          </a:p>
          <a:p>
            <a:r>
              <a:rPr lang="pt-BR" dirty="0"/>
              <a:t>Legendas </a:t>
            </a:r>
            <a:r>
              <a:rPr lang="pt-BR" dirty="0" err="1"/>
              <a:t>Closed</a:t>
            </a:r>
            <a:r>
              <a:rPr lang="pt-BR" dirty="0"/>
              <a:t> </a:t>
            </a:r>
            <a:r>
              <a:rPr lang="pt-BR" dirty="0" err="1"/>
              <a:t>Caption</a:t>
            </a:r>
            <a:r>
              <a:rPr lang="pt-BR" dirty="0"/>
              <a:t> apenas no áudio </a:t>
            </a:r>
            <a:r>
              <a:rPr lang="pt-BR" dirty="0" smtClean="0"/>
              <a:t>original</a:t>
            </a:r>
          </a:p>
          <a:p>
            <a:endParaRPr lang="pt-BR" dirty="0" smtClean="0"/>
          </a:p>
          <a:p>
            <a:r>
              <a:rPr lang="pt-BR"/>
              <a:t>https://nerdweek.com.br/confira-5-jogos-com-acessibilidade-para-surdos/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045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Deficiência </a:t>
            </a:r>
            <a:r>
              <a:rPr lang="pt-BR" dirty="0" smtClean="0"/>
              <a:t>Mental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Menor </a:t>
            </a:r>
            <a:r>
              <a:rPr lang="pt-BR" dirty="0"/>
              <a:t>acessibilidade na </a:t>
            </a:r>
            <a:r>
              <a:rPr lang="pt-BR" dirty="0" smtClean="0"/>
              <a:t>informática para deficiência mental</a:t>
            </a:r>
          </a:p>
          <a:p>
            <a:endParaRPr lang="pt-BR" dirty="0" smtClean="0"/>
          </a:p>
          <a:p>
            <a:r>
              <a:rPr lang="pt-BR" dirty="0" smtClean="0"/>
              <a:t>Softwares específicos para crianças com autismo e síndrome de </a:t>
            </a:r>
            <a:r>
              <a:rPr lang="pt-BR" dirty="0" err="1" smtClean="0"/>
              <a:t>down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Controle adaptativo Microsoft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2605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Deficiência </a:t>
            </a:r>
            <a:r>
              <a:rPr lang="pt-BR" dirty="0" smtClean="0"/>
              <a:t>Motora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Óculos </a:t>
            </a:r>
            <a:r>
              <a:rPr lang="pt-BR" dirty="0" smtClean="0"/>
              <a:t>Colibri</a:t>
            </a:r>
          </a:p>
          <a:p>
            <a:endParaRPr lang="pt-BR" dirty="0"/>
          </a:p>
          <a:p>
            <a:r>
              <a:rPr lang="pt-BR" dirty="0" smtClean="0"/>
              <a:t>EAD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220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Conclusão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4049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Obrigado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8117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TM10001105[[fn=Cortar]]</Template>
  <TotalTime>121</TotalTime>
  <Words>141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Franklin Gothic Book</vt:lpstr>
      <vt:lpstr>Crop</vt:lpstr>
      <vt:lpstr>Computação e sociedade</vt:lpstr>
      <vt:lpstr>Informática para usuários com deficiência</vt:lpstr>
      <vt:lpstr>Introdução</vt:lpstr>
      <vt:lpstr>Desenvolvimento</vt:lpstr>
      <vt:lpstr>Deficiência Visual</vt:lpstr>
      <vt:lpstr>Deficiência Auditiva</vt:lpstr>
      <vt:lpstr>Deficiência Mental</vt:lpstr>
      <vt:lpstr>Deficiência Motora</vt:lpstr>
      <vt:lpstr>Conclusão</vt:lpstr>
      <vt:lpstr>Obrigado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Computação e sociedade</dc:title>
  <dc:creator>Conta da Microsoft</dc:creator>
  <cp:lastModifiedBy>Conta da Microsoft</cp:lastModifiedBy>
  <cp:revision>12</cp:revision>
  <dcterms:created xsi:type="dcterms:W3CDTF">2021-07-14T00:38:05Z</dcterms:created>
  <dcterms:modified xsi:type="dcterms:W3CDTF">2021-07-15T02:08:08Z</dcterms:modified>
</cp:coreProperties>
</file>